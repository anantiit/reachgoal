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y="7556500" cx="10693400"/>
  <p:notesSz cx="10693400" cy="7556500"/>
  <p:embeddedFontLst>
    <p:embeddedFont>
      <p:font typeface="Helvetica Neue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45" roundtripDataSignature="AMtx7miNV/+zE6CPfdIGbsTu41lnZMNm7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7A5C420-B60B-4F4D-9FB7-BB4A946FC255}">
  <a:tblStyle styleId="{37A5C420-B60B-4F4D-9FB7-BB4A946FC25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font" Target="fonts/HelveticaNeue-bold.fntdata"/><Relationship Id="rId41" Type="http://schemas.openxmlformats.org/officeDocument/2006/relationships/font" Target="fonts/HelveticaNeue-regular.fntdata"/><Relationship Id="rId22" Type="http://schemas.openxmlformats.org/officeDocument/2006/relationships/slide" Target="slides/slide16.xml"/><Relationship Id="rId44" Type="http://schemas.openxmlformats.org/officeDocument/2006/relationships/font" Target="fonts/HelveticaNeue-boldItalic.fntdata"/><Relationship Id="rId21" Type="http://schemas.openxmlformats.org/officeDocument/2006/relationships/slide" Target="slides/slide15.xml"/><Relationship Id="rId43" Type="http://schemas.openxmlformats.org/officeDocument/2006/relationships/font" Target="fonts/HelveticaNeue-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45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782575" y="566725"/>
            <a:ext cx="7129275" cy="28336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:notes"/>
          <p:cNvSpPr/>
          <p:nvPr>
            <p:ph idx="2" type="sldImg"/>
          </p:nvPr>
        </p:nvSpPr>
        <p:spPr>
          <a:xfrm>
            <a:off x="1782575" y="566725"/>
            <a:ext cx="7129275" cy="28336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:notes"/>
          <p:cNvSpPr/>
          <p:nvPr>
            <p:ph idx="2" type="sldImg"/>
          </p:nvPr>
        </p:nvSpPr>
        <p:spPr>
          <a:xfrm>
            <a:off x="1782575" y="566725"/>
            <a:ext cx="7129275" cy="28336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782575" y="566725"/>
            <a:ext cx="7129275" cy="28336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782575" y="566725"/>
            <a:ext cx="7129275" cy="28336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782575" y="566725"/>
            <a:ext cx="7129275" cy="28336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/>
          <p:nvPr>
            <p:ph idx="2" type="sldImg"/>
          </p:nvPr>
        </p:nvSpPr>
        <p:spPr>
          <a:xfrm>
            <a:off x="1782575" y="566725"/>
            <a:ext cx="7129275" cy="28336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:notes"/>
          <p:cNvSpPr/>
          <p:nvPr>
            <p:ph idx="2" type="sldImg"/>
          </p:nvPr>
        </p:nvSpPr>
        <p:spPr>
          <a:xfrm>
            <a:off x="1782575" y="566725"/>
            <a:ext cx="7129275" cy="28336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:notes"/>
          <p:cNvSpPr/>
          <p:nvPr>
            <p:ph idx="2" type="sldImg"/>
          </p:nvPr>
        </p:nvSpPr>
        <p:spPr>
          <a:xfrm>
            <a:off x="1782575" y="566725"/>
            <a:ext cx="7129275" cy="28336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:notes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:notes"/>
          <p:cNvSpPr/>
          <p:nvPr>
            <p:ph idx="2" type="sldImg"/>
          </p:nvPr>
        </p:nvSpPr>
        <p:spPr>
          <a:xfrm>
            <a:off x="1782575" y="566725"/>
            <a:ext cx="7129275" cy="28336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:notes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:notes"/>
          <p:cNvSpPr/>
          <p:nvPr>
            <p:ph idx="2" type="sldImg"/>
          </p:nvPr>
        </p:nvSpPr>
        <p:spPr>
          <a:xfrm>
            <a:off x="1782575" y="566725"/>
            <a:ext cx="7129275" cy="28336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1:notes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:notes"/>
          <p:cNvSpPr/>
          <p:nvPr>
            <p:ph idx="2" type="sldImg"/>
          </p:nvPr>
        </p:nvSpPr>
        <p:spPr>
          <a:xfrm>
            <a:off x="1782575" y="566725"/>
            <a:ext cx="7129275" cy="28336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2:notes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2:notes"/>
          <p:cNvSpPr/>
          <p:nvPr>
            <p:ph idx="2" type="sldImg"/>
          </p:nvPr>
        </p:nvSpPr>
        <p:spPr>
          <a:xfrm>
            <a:off x="1782575" y="566725"/>
            <a:ext cx="7129275" cy="28336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3:notes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3:notes"/>
          <p:cNvSpPr/>
          <p:nvPr>
            <p:ph idx="2" type="sldImg"/>
          </p:nvPr>
        </p:nvSpPr>
        <p:spPr>
          <a:xfrm>
            <a:off x="1782575" y="566725"/>
            <a:ext cx="7129275" cy="28336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4:notes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4:notes"/>
          <p:cNvSpPr/>
          <p:nvPr>
            <p:ph idx="2" type="sldImg"/>
          </p:nvPr>
        </p:nvSpPr>
        <p:spPr>
          <a:xfrm>
            <a:off x="1782575" y="566725"/>
            <a:ext cx="7129275" cy="28336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5:notes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5:notes"/>
          <p:cNvSpPr/>
          <p:nvPr>
            <p:ph idx="2" type="sldImg"/>
          </p:nvPr>
        </p:nvSpPr>
        <p:spPr>
          <a:xfrm>
            <a:off x="1782575" y="566725"/>
            <a:ext cx="7129275" cy="28336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6:notes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6:notes"/>
          <p:cNvSpPr/>
          <p:nvPr>
            <p:ph idx="2" type="sldImg"/>
          </p:nvPr>
        </p:nvSpPr>
        <p:spPr>
          <a:xfrm>
            <a:off x="1782575" y="566725"/>
            <a:ext cx="7129275" cy="28336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7:notes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7:notes"/>
          <p:cNvSpPr/>
          <p:nvPr>
            <p:ph idx="2" type="sldImg"/>
          </p:nvPr>
        </p:nvSpPr>
        <p:spPr>
          <a:xfrm>
            <a:off x="1782575" y="566725"/>
            <a:ext cx="7129275" cy="28336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8:notes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8:notes"/>
          <p:cNvSpPr/>
          <p:nvPr>
            <p:ph idx="2" type="sldImg"/>
          </p:nvPr>
        </p:nvSpPr>
        <p:spPr>
          <a:xfrm>
            <a:off x="1782575" y="566725"/>
            <a:ext cx="7129275" cy="28336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9:notes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9:notes"/>
          <p:cNvSpPr/>
          <p:nvPr>
            <p:ph idx="2" type="sldImg"/>
          </p:nvPr>
        </p:nvSpPr>
        <p:spPr>
          <a:xfrm>
            <a:off x="1782575" y="566725"/>
            <a:ext cx="7129275" cy="28336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0:notes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0:notes"/>
          <p:cNvSpPr/>
          <p:nvPr>
            <p:ph idx="2" type="sldImg"/>
          </p:nvPr>
        </p:nvSpPr>
        <p:spPr>
          <a:xfrm>
            <a:off x="1782575" y="566725"/>
            <a:ext cx="7129275" cy="28336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1:notes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1:notes"/>
          <p:cNvSpPr/>
          <p:nvPr>
            <p:ph idx="2" type="sldImg"/>
          </p:nvPr>
        </p:nvSpPr>
        <p:spPr>
          <a:xfrm>
            <a:off x="1782575" y="566725"/>
            <a:ext cx="7129275" cy="28336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2:notes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22:notes"/>
          <p:cNvSpPr/>
          <p:nvPr>
            <p:ph idx="2" type="sldImg"/>
          </p:nvPr>
        </p:nvSpPr>
        <p:spPr>
          <a:xfrm>
            <a:off x="1782575" y="566725"/>
            <a:ext cx="7129275" cy="28336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23:notes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3:notes"/>
          <p:cNvSpPr/>
          <p:nvPr>
            <p:ph idx="2" type="sldImg"/>
          </p:nvPr>
        </p:nvSpPr>
        <p:spPr>
          <a:xfrm>
            <a:off x="1782575" y="566725"/>
            <a:ext cx="7129275" cy="28336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4:notes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4:notes"/>
          <p:cNvSpPr/>
          <p:nvPr>
            <p:ph idx="2" type="sldImg"/>
          </p:nvPr>
        </p:nvSpPr>
        <p:spPr>
          <a:xfrm>
            <a:off x="1782575" y="566725"/>
            <a:ext cx="7129275" cy="28336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25:notes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5:notes"/>
          <p:cNvSpPr/>
          <p:nvPr>
            <p:ph idx="2" type="sldImg"/>
          </p:nvPr>
        </p:nvSpPr>
        <p:spPr>
          <a:xfrm>
            <a:off x="1782575" y="566725"/>
            <a:ext cx="7129275" cy="28336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6:notes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6:notes"/>
          <p:cNvSpPr/>
          <p:nvPr>
            <p:ph idx="2" type="sldImg"/>
          </p:nvPr>
        </p:nvSpPr>
        <p:spPr>
          <a:xfrm>
            <a:off x="1782575" y="566725"/>
            <a:ext cx="7129275" cy="28336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27:notes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27:notes"/>
          <p:cNvSpPr/>
          <p:nvPr>
            <p:ph idx="2" type="sldImg"/>
          </p:nvPr>
        </p:nvSpPr>
        <p:spPr>
          <a:xfrm>
            <a:off x="1782575" y="566725"/>
            <a:ext cx="7129275" cy="28336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28:notes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8:notes"/>
          <p:cNvSpPr/>
          <p:nvPr>
            <p:ph idx="2" type="sldImg"/>
          </p:nvPr>
        </p:nvSpPr>
        <p:spPr>
          <a:xfrm>
            <a:off x="1782575" y="566725"/>
            <a:ext cx="7129275" cy="28336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29:notes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29:notes"/>
          <p:cNvSpPr/>
          <p:nvPr>
            <p:ph idx="2" type="sldImg"/>
          </p:nvPr>
        </p:nvSpPr>
        <p:spPr>
          <a:xfrm>
            <a:off x="1782575" y="566725"/>
            <a:ext cx="7129275" cy="28336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30:notes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30:notes"/>
          <p:cNvSpPr/>
          <p:nvPr>
            <p:ph idx="2" type="sldImg"/>
          </p:nvPr>
        </p:nvSpPr>
        <p:spPr>
          <a:xfrm>
            <a:off x="1782575" y="566725"/>
            <a:ext cx="7129275" cy="28336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31:notes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31:notes"/>
          <p:cNvSpPr/>
          <p:nvPr>
            <p:ph idx="2" type="sldImg"/>
          </p:nvPr>
        </p:nvSpPr>
        <p:spPr>
          <a:xfrm>
            <a:off x="1782575" y="566725"/>
            <a:ext cx="7129275" cy="28336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32:notes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32:notes"/>
          <p:cNvSpPr/>
          <p:nvPr>
            <p:ph idx="2" type="sldImg"/>
          </p:nvPr>
        </p:nvSpPr>
        <p:spPr>
          <a:xfrm>
            <a:off x="1782575" y="566725"/>
            <a:ext cx="7129275" cy="28336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3:notes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33:notes"/>
          <p:cNvSpPr/>
          <p:nvPr>
            <p:ph idx="2" type="sldImg"/>
          </p:nvPr>
        </p:nvSpPr>
        <p:spPr>
          <a:xfrm>
            <a:off x="1782575" y="566725"/>
            <a:ext cx="7129275" cy="28336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34:notes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34:notes"/>
          <p:cNvSpPr/>
          <p:nvPr>
            <p:ph idx="2" type="sldImg"/>
          </p:nvPr>
        </p:nvSpPr>
        <p:spPr>
          <a:xfrm>
            <a:off x="1782575" y="566725"/>
            <a:ext cx="7129275" cy="28336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obj">
  <p:cSld name="OBJEC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8"/>
            <a:ext cx="10687049" cy="755332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6"/>
          <p:cNvSpPr txBox="1"/>
          <p:nvPr>
            <p:ph idx="11" type="ftr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6"/>
          <p:cNvSpPr txBox="1"/>
          <p:nvPr>
            <p:ph idx="10" type="dt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6"/>
          <p:cNvSpPr txBox="1"/>
          <p:nvPr>
            <p:ph idx="12" type="sldNum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7"/>
          <p:cNvSpPr txBox="1"/>
          <p:nvPr>
            <p:ph type="title"/>
          </p:nvPr>
        </p:nvSpPr>
        <p:spPr>
          <a:xfrm>
            <a:off x="463549" y="409883"/>
            <a:ext cx="5290820" cy="353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15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7"/>
          <p:cNvSpPr txBox="1"/>
          <p:nvPr>
            <p:ph idx="1" type="body"/>
          </p:nvPr>
        </p:nvSpPr>
        <p:spPr>
          <a:xfrm>
            <a:off x="5635624" y="3421062"/>
            <a:ext cx="4613909" cy="1577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1" sz="900">
                <a:solidFill>
                  <a:srgbClr val="64738B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7"/>
          <p:cNvSpPr txBox="1"/>
          <p:nvPr>
            <p:ph idx="11" type="ftr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7"/>
          <p:cNvSpPr txBox="1"/>
          <p:nvPr>
            <p:ph idx="10" type="dt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7"/>
          <p:cNvSpPr txBox="1"/>
          <p:nvPr>
            <p:ph idx="12" type="sldNum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8"/>
          <p:cNvSpPr txBox="1"/>
          <p:nvPr>
            <p:ph type="title"/>
          </p:nvPr>
        </p:nvSpPr>
        <p:spPr>
          <a:xfrm>
            <a:off x="463549" y="409883"/>
            <a:ext cx="5290820" cy="353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15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8"/>
          <p:cNvSpPr txBox="1"/>
          <p:nvPr>
            <p:ph idx="1" type="body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8"/>
          <p:cNvSpPr txBox="1"/>
          <p:nvPr>
            <p:ph idx="2" type="body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8"/>
          <p:cNvSpPr txBox="1"/>
          <p:nvPr>
            <p:ph idx="11" type="ftr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8"/>
          <p:cNvSpPr txBox="1"/>
          <p:nvPr>
            <p:ph idx="10" type="dt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8"/>
          <p:cNvSpPr txBox="1"/>
          <p:nvPr>
            <p:ph idx="12" type="sldNum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9"/>
          <p:cNvSpPr txBox="1"/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15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9"/>
          <p:cNvSpPr txBox="1"/>
          <p:nvPr>
            <p:ph idx="1" type="subTitle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1" sz="900">
                <a:solidFill>
                  <a:srgbClr val="64738B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9"/>
          <p:cNvSpPr txBox="1"/>
          <p:nvPr>
            <p:ph idx="11" type="ftr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9"/>
          <p:cNvSpPr txBox="1"/>
          <p:nvPr>
            <p:ph idx="10" type="dt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9"/>
          <p:cNvSpPr txBox="1"/>
          <p:nvPr>
            <p:ph idx="12" type="sldNum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0"/>
          <p:cNvSpPr txBox="1"/>
          <p:nvPr>
            <p:ph type="title"/>
          </p:nvPr>
        </p:nvSpPr>
        <p:spPr>
          <a:xfrm>
            <a:off x="463549" y="409883"/>
            <a:ext cx="5290820" cy="353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15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0"/>
          <p:cNvSpPr txBox="1"/>
          <p:nvPr>
            <p:ph idx="11" type="ftr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0"/>
          <p:cNvSpPr txBox="1"/>
          <p:nvPr>
            <p:ph idx="10" type="dt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0"/>
          <p:cNvSpPr txBox="1"/>
          <p:nvPr>
            <p:ph idx="12" type="sldNum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5"/>
          <p:cNvSpPr/>
          <p:nvPr/>
        </p:nvSpPr>
        <p:spPr>
          <a:xfrm>
            <a:off x="0" y="0"/>
            <a:ext cx="10687050" cy="7553325"/>
          </a:xfrm>
          <a:custGeom>
            <a:rect b="b" l="l" r="r" t="t"/>
            <a:pathLst>
              <a:path extrusionOk="0" h="7553325" w="10687050">
                <a:moveTo>
                  <a:pt x="10687049" y="7553324"/>
                </a:moveTo>
                <a:lnTo>
                  <a:pt x="0" y="7553324"/>
                </a:lnTo>
                <a:lnTo>
                  <a:pt x="0" y="0"/>
                </a:lnTo>
                <a:lnTo>
                  <a:pt x="10687049" y="0"/>
                </a:lnTo>
                <a:lnTo>
                  <a:pt x="10687049" y="7553324"/>
                </a:lnTo>
                <a:close/>
              </a:path>
            </a:pathLst>
          </a:custGeom>
          <a:solidFill>
            <a:srgbClr val="0D122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35"/>
          <p:cNvSpPr/>
          <p:nvPr/>
        </p:nvSpPr>
        <p:spPr>
          <a:xfrm>
            <a:off x="476249" y="942974"/>
            <a:ext cx="9734550" cy="9525"/>
          </a:xfrm>
          <a:custGeom>
            <a:rect b="b" l="l" r="r" t="t"/>
            <a:pathLst>
              <a:path extrusionOk="0" h="9525" w="9734550">
                <a:moveTo>
                  <a:pt x="9734549" y="9524"/>
                </a:moveTo>
                <a:lnTo>
                  <a:pt x="0" y="9524"/>
                </a:lnTo>
                <a:lnTo>
                  <a:pt x="0" y="0"/>
                </a:lnTo>
                <a:lnTo>
                  <a:pt x="9734549" y="0"/>
                </a:lnTo>
                <a:lnTo>
                  <a:pt x="9734549" y="9524"/>
                </a:lnTo>
                <a:close/>
              </a:path>
            </a:pathLst>
          </a:cu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35"/>
          <p:cNvSpPr txBox="1"/>
          <p:nvPr>
            <p:ph type="title"/>
          </p:nvPr>
        </p:nvSpPr>
        <p:spPr>
          <a:xfrm>
            <a:off x="463549" y="409883"/>
            <a:ext cx="5290820" cy="353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1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35"/>
          <p:cNvSpPr txBox="1"/>
          <p:nvPr>
            <p:ph idx="1" type="body"/>
          </p:nvPr>
        </p:nvSpPr>
        <p:spPr>
          <a:xfrm>
            <a:off x="5635624" y="3421062"/>
            <a:ext cx="4613909" cy="1577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1" sz="900" u="none" cap="none" strike="noStrike">
                <a:solidFill>
                  <a:srgbClr val="64738B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5"/>
          <p:cNvSpPr txBox="1"/>
          <p:nvPr>
            <p:ph idx="11" type="ftr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5"/>
          <p:cNvSpPr txBox="1"/>
          <p:nvPr>
            <p:ph idx="10" type="dt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35"/>
          <p:cNvSpPr txBox="1"/>
          <p:nvPr>
            <p:ph idx="12" type="sldNum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3.png"/><Relationship Id="rId7" Type="http://schemas.openxmlformats.org/officeDocument/2006/relationships/image" Target="../media/image9.png"/><Relationship Id="rId8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oogle Shape;46;p1"/>
          <p:cNvGrpSpPr/>
          <p:nvPr/>
        </p:nvGrpSpPr>
        <p:grpSpPr>
          <a:xfrm>
            <a:off x="476249" y="495299"/>
            <a:ext cx="2705100" cy="457200"/>
            <a:chOff x="476249" y="495299"/>
            <a:chExt cx="2705100" cy="457200"/>
          </a:xfrm>
        </p:grpSpPr>
        <p:sp>
          <p:nvSpPr>
            <p:cNvPr id="47" name="Google Shape;47;p1"/>
            <p:cNvSpPr/>
            <p:nvPr/>
          </p:nvSpPr>
          <p:spPr>
            <a:xfrm>
              <a:off x="476249" y="942974"/>
              <a:ext cx="2705100" cy="9525"/>
            </a:xfrm>
            <a:custGeom>
              <a:rect b="b" l="l" r="r" t="t"/>
              <a:pathLst>
                <a:path extrusionOk="0" h="9525" w="2705100">
                  <a:moveTo>
                    <a:pt x="27050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2705099" y="0"/>
                  </a:lnTo>
                  <a:lnTo>
                    <a:pt x="2705099" y="9524"/>
                  </a:ln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1"/>
            <p:cNvSpPr/>
            <p:nvPr/>
          </p:nvSpPr>
          <p:spPr>
            <a:xfrm>
              <a:off x="476249" y="495300"/>
              <a:ext cx="2447925" cy="228600"/>
            </a:xfrm>
            <a:custGeom>
              <a:rect b="b" l="l" r="r" t="t"/>
              <a:pathLst>
                <a:path extrusionOk="0" h="228600" w="2447925">
                  <a:moveTo>
                    <a:pt x="2333624" y="228599"/>
                  </a:moveTo>
                  <a:lnTo>
                    <a:pt x="114299" y="228599"/>
                  </a:lnTo>
                  <a:lnTo>
                    <a:pt x="103040" y="228056"/>
                  </a:lnTo>
                  <a:lnTo>
                    <a:pt x="60364" y="215088"/>
                  </a:lnTo>
                  <a:lnTo>
                    <a:pt x="25900" y="186775"/>
                  </a:lnTo>
                  <a:lnTo>
                    <a:pt x="4894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1" y="60364"/>
                  </a:lnTo>
                  <a:lnTo>
                    <a:pt x="41823" y="25900"/>
                  </a:lnTo>
                  <a:lnTo>
                    <a:pt x="81169" y="4894"/>
                  </a:lnTo>
                  <a:lnTo>
                    <a:pt x="114299" y="0"/>
                  </a:lnTo>
                  <a:lnTo>
                    <a:pt x="2333624" y="0"/>
                  </a:lnTo>
                  <a:lnTo>
                    <a:pt x="2377365" y="8700"/>
                  </a:lnTo>
                  <a:lnTo>
                    <a:pt x="2414447" y="33477"/>
                  </a:lnTo>
                  <a:lnTo>
                    <a:pt x="2439224" y="70559"/>
                  </a:lnTo>
                  <a:lnTo>
                    <a:pt x="2447924" y="114299"/>
                  </a:lnTo>
                  <a:lnTo>
                    <a:pt x="2447380" y="125559"/>
                  </a:lnTo>
                  <a:lnTo>
                    <a:pt x="2434412" y="168235"/>
                  </a:lnTo>
                  <a:lnTo>
                    <a:pt x="2406100" y="202699"/>
                  </a:lnTo>
                  <a:lnTo>
                    <a:pt x="2366754" y="223705"/>
                  </a:lnTo>
                  <a:lnTo>
                    <a:pt x="2333624" y="228599"/>
                  </a:lnTo>
                  <a:close/>
                </a:path>
              </a:pathLst>
            </a:custGeom>
            <a:solidFill>
              <a:srgbClr val="0567E1">
                <a:alpha val="1215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1"/>
            <p:cNvSpPr/>
            <p:nvPr/>
          </p:nvSpPr>
          <p:spPr>
            <a:xfrm>
              <a:off x="476249" y="495299"/>
              <a:ext cx="2447925" cy="228600"/>
            </a:xfrm>
            <a:custGeom>
              <a:rect b="b" l="l" r="r" t="t"/>
              <a:pathLst>
                <a:path extrusionOk="0" h="228600" w="2447925">
                  <a:moveTo>
                    <a:pt x="2333624" y="228599"/>
                  </a:moveTo>
                  <a:lnTo>
                    <a:pt x="114299" y="228599"/>
                  </a:lnTo>
                  <a:lnTo>
                    <a:pt x="103040" y="228056"/>
                  </a:lnTo>
                  <a:lnTo>
                    <a:pt x="60364" y="215088"/>
                  </a:lnTo>
                  <a:lnTo>
                    <a:pt x="25900" y="186775"/>
                  </a:lnTo>
                  <a:lnTo>
                    <a:pt x="4894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1" y="60364"/>
                  </a:lnTo>
                  <a:lnTo>
                    <a:pt x="41823" y="25900"/>
                  </a:lnTo>
                  <a:lnTo>
                    <a:pt x="81169" y="4894"/>
                  </a:lnTo>
                  <a:lnTo>
                    <a:pt x="114299" y="0"/>
                  </a:lnTo>
                  <a:lnTo>
                    <a:pt x="2333624" y="0"/>
                  </a:lnTo>
                  <a:lnTo>
                    <a:pt x="2377365" y="8700"/>
                  </a:lnTo>
                  <a:lnTo>
                    <a:pt x="2379112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121179"/>
                  </a:lnTo>
                  <a:lnTo>
                    <a:pt x="20133" y="160751"/>
                  </a:lnTo>
                  <a:lnTo>
                    <a:pt x="45077" y="193251"/>
                  </a:lnTo>
                  <a:lnTo>
                    <a:pt x="80560" y="213732"/>
                  </a:lnTo>
                  <a:lnTo>
                    <a:pt x="107420" y="219074"/>
                  </a:lnTo>
                  <a:lnTo>
                    <a:pt x="2379112" y="219074"/>
                  </a:lnTo>
                  <a:lnTo>
                    <a:pt x="2377365" y="219899"/>
                  </a:lnTo>
                  <a:lnTo>
                    <a:pt x="2366754" y="223705"/>
                  </a:lnTo>
                  <a:lnTo>
                    <a:pt x="2355927" y="226424"/>
                  </a:lnTo>
                  <a:lnTo>
                    <a:pt x="2344884" y="228056"/>
                  </a:lnTo>
                  <a:lnTo>
                    <a:pt x="2333624" y="228599"/>
                  </a:lnTo>
                  <a:close/>
                </a:path>
                <a:path extrusionOk="0" h="228600" w="2447925">
                  <a:moveTo>
                    <a:pt x="2379112" y="219074"/>
                  </a:moveTo>
                  <a:lnTo>
                    <a:pt x="2340504" y="219074"/>
                  </a:lnTo>
                  <a:lnTo>
                    <a:pt x="2347317" y="218403"/>
                  </a:lnTo>
                  <a:lnTo>
                    <a:pt x="2360812" y="215719"/>
                  </a:lnTo>
                  <a:lnTo>
                    <a:pt x="2397554" y="197595"/>
                  </a:lnTo>
                  <a:lnTo>
                    <a:pt x="2424564" y="166789"/>
                  </a:lnTo>
                  <a:lnTo>
                    <a:pt x="2437728" y="127993"/>
                  </a:lnTo>
                  <a:lnTo>
                    <a:pt x="2438399" y="121179"/>
                  </a:lnTo>
                  <a:lnTo>
                    <a:pt x="2438399" y="107420"/>
                  </a:lnTo>
                  <a:lnTo>
                    <a:pt x="2427791" y="67848"/>
                  </a:lnTo>
                  <a:lnTo>
                    <a:pt x="2402847" y="35348"/>
                  </a:lnTo>
                  <a:lnTo>
                    <a:pt x="2367364" y="14867"/>
                  </a:lnTo>
                  <a:lnTo>
                    <a:pt x="2340504" y="9524"/>
                  </a:lnTo>
                  <a:lnTo>
                    <a:pt x="2379112" y="9524"/>
                  </a:lnTo>
                  <a:lnTo>
                    <a:pt x="2414447" y="33477"/>
                  </a:lnTo>
                  <a:lnTo>
                    <a:pt x="2439224" y="70559"/>
                  </a:lnTo>
                  <a:lnTo>
                    <a:pt x="2447924" y="114299"/>
                  </a:lnTo>
                  <a:lnTo>
                    <a:pt x="2447381" y="125559"/>
                  </a:lnTo>
                  <a:lnTo>
                    <a:pt x="2434412" y="168235"/>
                  </a:lnTo>
                  <a:lnTo>
                    <a:pt x="2406100" y="202699"/>
                  </a:lnTo>
                  <a:lnTo>
                    <a:pt x="2387559" y="215088"/>
                  </a:lnTo>
                  <a:lnTo>
                    <a:pt x="2379112" y="219074"/>
                  </a:lnTo>
                  <a:close/>
                </a:path>
              </a:pathLst>
            </a:custGeom>
            <a:solidFill>
              <a:srgbClr val="0567E1">
                <a:alpha val="3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" name="Google Shape;50;p1"/>
          <p:cNvSpPr txBox="1"/>
          <p:nvPr/>
        </p:nvSpPr>
        <p:spPr>
          <a:xfrm>
            <a:off x="587374" y="523830"/>
            <a:ext cx="2210435" cy="159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567E1"/>
                </a:solidFill>
                <a:latin typeface="Arial"/>
                <a:ea typeface="Arial"/>
                <a:cs typeface="Arial"/>
                <a:sym typeface="Arial"/>
              </a:rPr>
              <a:t>S YSTE MS E N G I N E E RI N G B RI E F I N G</a:t>
            </a:r>
            <a:endParaRPr sz="8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" name="Google Shape;51;p1"/>
          <p:cNvGrpSpPr/>
          <p:nvPr/>
        </p:nvGrpSpPr>
        <p:grpSpPr>
          <a:xfrm>
            <a:off x="476249" y="482599"/>
            <a:ext cx="9734550" cy="4422775"/>
            <a:chOff x="476249" y="482599"/>
            <a:chExt cx="9734550" cy="4422775"/>
          </a:xfrm>
        </p:grpSpPr>
        <p:pic>
          <p:nvPicPr>
            <p:cNvPr id="52" name="Google Shape;52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922537" y="482599"/>
              <a:ext cx="257175" cy="234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" name="Google Shape;53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6249" y="2638424"/>
              <a:ext cx="9734549" cy="10572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" name="Google Shape;54;p1"/>
            <p:cNvSpPr/>
            <p:nvPr/>
          </p:nvSpPr>
          <p:spPr>
            <a:xfrm>
              <a:off x="476249" y="4895849"/>
              <a:ext cx="9734550" cy="9525"/>
            </a:xfrm>
            <a:custGeom>
              <a:rect b="b" l="l" r="r" t="t"/>
              <a:pathLst>
                <a:path extrusionOk="0" h="9525" w="9734550">
                  <a:moveTo>
                    <a:pt x="97345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9734549" y="0"/>
                  </a:lnTo>
                  <a:lnTo>
                    <a:pt x="9734549" y="9524"/>
                  </a:ln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" name="Google Shape;55;p1"/>
          <p:cNvSpPr txBox="1"/>
          <p:nvPr/>
        </p:nvSpPr>
        <p:spPr>
          <a:xfrm>
            <a:off x="463549" y="3844270"/>
            <a:ext cx="6998334" cy="501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code</a:t>
            </a:r>
            <a:r>
              <a:rPr lang="en-US" sz="14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</a:t>
            </a:r>
            <a:r>
              <a:rPr lang="en-US" sz="13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first engineering playbook mapping specifications</a:t>
            </a:r>
            <a:r>
              <a:rPr lang="en-US" sz="14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3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runtime execution internals</a:t>
            </a:r>
            <a:r>
              <a:rPr lang="en-US" sz="14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3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diagnostic runbooks for highly concurrent</a:t>
            </a:r>
            <a:r>
              <a:rPr lang="en-US" sz="14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3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low</a:t>
            </a:r>
            <a:r>
              <a:rPr lang="en-US" sz="14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</a:t>
            </a:r>
            <a:r>
              <a:rPr lang="en-US" sz="13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latency JVM deployments</a:t>
            </a:r>
            <a:r>
              <a:rPr lang="en-US" sz="14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4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463549" y="5054041"/>
            <a:ext cx="97726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7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PRESEN TED BY</a:t>
            </a:r>
            <a:endParaRPr sz="85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19166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Core Platform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19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2638375" y="5054041"/>
            <a:ext cx="403796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7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FOCU S AREAS</a:t>
            </a:r>
            <a:endParaRPr sz="85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9166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JMM, CAS Atomics, Project Loom, Generational Collectors (G1/ZGC)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7641678" y="5054041"/>
            <a:ext cx="202628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7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 VI RON MEN T</a:t>
            </a:r>
            <a:endParaRPr sz="85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9166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Java SE 8, 11, 17, 21+ Runtime Engines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63" name="Google Shape;63;p2"/>
          <p:cNvSpPr txBox="1"/>
          <p:nvPr>
            <p:ph type="title"/>
          </p:nvPr>
        </p:nvSpPr>
        <p:spPr>
          <a:xfrm>
            <a:off x="463549" y="409883"/>
            <a:ext cx="5290820" cy="353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FF8B00"/>
                </a:solidFill>
              </a:rPr>
              <a:t>02. </a:t>
            </a:r>
            <a:r>
              <a:rPr lang="en-US"/>
              <a:t>Master Roadmap</a:t>
            </a:r>
            <a:endParaRPr sz="2050"/>
          </a:p>
        </p:txBody>
      </p:sp>
      <p:grpSp>
        <p:nvGrpSpPr>
          <p:cNvPr id="64" name="Google Shape;64;p2"/>
          <p:cNvGrpSpPr/>
          <p:nvPr/>
        </p:nvGrpSpPr>
        <p:grpSpPr>
          <a:xfrm>
            <a:off x="9420224" y="495299"/>
            <a:ext cx="790575" cy="228601"/>
            <a:chOff x="9420224" y="495299"/>
            <a:chExt cx="790575" cy="228601"/>
          </a:xfrm>
        </p:grpSpPr>
        <p:sp>
          <p:nvSpPr>
            <p:cNvPr id="65" name="Google Shape;65;p2"/>
            <p:cNvSpPr/>
            <p:nvPr/>
          </p:nvSpPr>
          <p:spPr>
            <a:xfrm>
              <a:off x="9420224" y="495300"/>
              <a:ext cx="790575" cy="228600"/>
            </a:xfrm>
            <a:custGeom>
              <a:rect b="b" l="l" r="r" t="t"/>
              <a:pathLst>
                <a:path extrusionOk="0" h="228600" w="790575">
                  <a:moveTo>
                    <a:pt x="676274" y="228599"/>
                  </a:moveTo>
                  <a:lnTo>
                    <a:pt x="114299" y="228599"/>
                  </a:lnTo>
                  <a:lnTo>
                    <a:pt x="103040" y="228056"/>
                  </a:lnTo>
                  <a:lnTo>
                    <a:pt x="60364" y="215088"/>
                  </a:lnTo>
                  <a:lnTo>
                    <a:pt x="25899" y="186775"/>
                  </a:lnTo>
                  <a:lnTo>
                    <a:pt x="4892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1" y="60364"/>
                  </a:lnTo>
                  <a:lnTo>
                    <a:pt x="41823" y="25900"/>
                  </a:lnTo>
                  <a:lnTo>
                    <a:pt x="81168" y="4894"/>
                  </a:lnTo>
                  <a:lnTo>
                    <a:pt x="114299" y="0"/>
                  </a:lnTo>
                  <a:lnTo>
                    <a:pt x="676274" y="0"/>
                  </a:lnTo>
                  <a:lnTo>
                    <a:pt x="720014" y="8700"/>
                  </a:lnTo>
                  <a:lnTo>
                    <a:pt x="757096" y="33477"/>
                  </a:lnTo>
                  <a:lnTo>
                    <a:pt x="781872" y="70559"/>
                  </a:lnTo>
                  <a:lnTo>
                    <a:pt x="790574" y="114299"/>
                  </a:lnTo>
                  <a:lnTo>
                    <a:pt x="790030" y="125559"/>
                  </a:lnTo>
                  <a:lnTo>
                    <a:pt x="777061" y="168235"/>
                  </a:lnTo>
                  <a:lnTo>
                    <a:pt x="748750" y="202699"/>
                  </a:lnTo>
                  <a:lnTo>
                    <a:pt x="709403" y="223705"/>
                  </a:lnTo>
                  <a:lnTo>
                    <a:pt x="676274" y="228599"/>
                  </a:lnTo>
                  <a:close/>
                </a:path>
              </a:pathLst>
            </a:custGeom>
            <a:solidFill>
              <a:srgbClr val="0567E1">
                <a:alpha val="1215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9420224" y="495299"/>
              <a:ext cx="790575" cy="228600"/>
            </a:xfrm>
            <a:custGeom>
              <a:rect b="b" l="l" r="r" t="t"/>
              <a:pathLst>
                <a:path extrusionOk="0" h="228600" w="790575">
                  <a:moveTo>
                    <a:pt x="676274" y="228599"/>
                  </a:moveTo>
                  <a:lnTo>
                    <a:pt x="114299" y="228599"/>
                  </a:lnTo>
                  <a:lnTo>
                    <a:pt x="103040" y="228056"/>
                  </a:lnTo>
                  <a:lnTo>
                    <a:pt x="60364" y="215088"/>
                  </a:lnTo>
                  <a:lnTo>
                    <a:pt x="25899" y="186775"/>
                  </a:lnTo>
                  <a:lnTo>
                    <a:pt x="4892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1" y="60364"/>
                  </a:lnTo>
                  <a:lnTo>
                    <a:pt x="41823" y="25900"/>
                  </a:lnTo>
                  <a:lnTo>
                    <a:pt x="81168" y="4894"/>
                  </a:lnTo>
                  <a:lnTo>
                    <a:pt x="114299" y="0"/>
                  </a:lnTo>
                  <a:lnTo>
                    <a:pt x="676274" y="0"/>
                  </a:lnTo>
                  <a:lnTo>
                    <a:pt x="720014" y="8700"/>
                  </a:lnTo>
                  <a:lnTo>
                    <a:pt x="721761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121179"/>
                  </a:lnTo>
                  <a:lnTo>
                    <a:pt x="20133" y="160751"/>
                  </a:lnTo>
                  <a:lnTo>
                    <a:pt x="45077" y="193251"/>
                  </a:lnTo>
                  <a:lnTo>
                    <a:pt x="80560" y="213732"/>
                  </a:lnTo>
                  <a:lnTo>
                    <a:pt x="107420" y="219074"/>
                  </a:lnTo>
                  <a:lnTo>
                    <a:pt x="721760" y="219074"/>
                  </a:lnTo>
                  <a:lnTo>
                    <a:pt x="720014" y="219899"/>
                  </a:lnTo>
                  <a:lnTo>
                    <a:pt x="709403" y="223705"/>
                  </a:lnTo>
                  <a:lnTo>
                    <a:pt x="698576" y="226424"/>
                  </a:lnTo>
                  <a:lnTo>
                    <a:pt x="687533" y="228056"/>
                  </a:lnTo>
                  <a:lnTo>
                    <a:pt x="676274" y="228599"/>
                  </a:lnTo>
                  <a:close/>
                </a:path>
                <a:path extrusionOk="0" h="228600" w="790575">
                  <a:moveTo>
                    <a:pt x="721760" y="219074"/>
                  </a:moveTo>
                  <a:lnTo>
                    <a:pt x="683154" y="219074"/>
                  </a:lnTo>
                  <a:lnTo>
                    <a:pt x="689967" y="218403"/>
                  </a:lnTo>
                  <a:lnTo>
                    <a:pt x="703462" y="215719"/>
                  </a:lnTo>
                  <a:lnTo>
                    <a:pt x="740204" y="197595"/>
                  </a:lnTo>
                  <a:lnTo>
                    <a:pt x="767214" y="166789"/>
                  </a:lnTo>
                  <a:lnTo>
                    <a:pt x="780378" y="127993"/>
                  </a:lnTo>
                  <a:lnTo>
                    <a:pt x="781049" y="121179"/>
                  </a:lnTo>
                  <a:lnTo>
                    <a:pt x="781049" y="107420"/>
                  </a:lnTo>
                  <a:lnTo>
                    <a:pt x="770441" y="67848"/>
                  </a:lnTo>
                  <a:lnTo>
                    <a:pt x="745497" y="35348"/>
                  </a:lnTo>
                  <a:lnTo>
                    <a:pt x="710014" y="14867"/>
                  </a:lnTo>
                  <a:lnTo>
                    <a:pt x="683154" y="9524"/>
                  </a:lnTo>
                  <a:lnTo>
                    <a:pt x="721761" y="9524"/>
                  </a:lnTo>
                  <a:lnTo>
                    <a:pt x="757096" y="33477"/>
                  </a:lnTo>
                  <a:lnTo>
                    <a:pt x="781872" y="70559"/>
                  </a:lnTo>
                  <a:lnTo>
                    <a:pt x="790574" y="114299"/>
                  </a:lnTo>
                  <a:lnTo>
                    <a:pt x="790030" y="125559"/>
                  </a:lnTo>
                  <a:lnTo>
                    <a:pt x="777061" y="168235"/>
                  </a:lnTo>
                  <a:lnTo>
                    <a:pt x="748750" y="202699"/>
                  </a:lnTo>
                  <a:lnTo>
                    <a:pt x="730209" y="215088"/>
                  </a:lnTo>
                  <a:lnTo>
                    <a:pt x="721760" y="219074"/>
                  </a:lnTo>
                  <a:close/>
                </a:path>
              </a:pathLst>
            </a:custGeom>
            <a:solidFill>
              <a:srgbClr val="0567E1">
                <a:alpha val="3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" name="Google Shape;67;p2"/>
          <p:cNvSpPr txBox="1"/>
          <p:nvPr/>
        </p:nvSpPr>
        <p:spPr>
          <a:xfrm>
            <a:off x="9534474" y="523830"/>
            <a:ext cx="554355" cy="159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567E1"/>
                </a:solidFill>
                <a:latin typeface="Arial"/>
                <a:ea typeface="Arial"/>
                <a:cs typeface="Arial"/>
                <a:sym typeface="Arial"/>
              </a:rPr>
              <a:t>AG E N DA</a:t>
            </a:r>
            <a:endParaRPr sz="8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" name="Google Shape;68;p2"/>
          <p:cNvGrpSpPr/>
          <p:nvPr/>
        </p:nvGrpSpPr>
        <p:grpSpPr>
          <a:xfrm>
            <a:off x="476249" y="2781299"/>
            <a:ext cx="3114675" cy="1285875"/>
            <a:chOff x="476249" y="2781299"/>
            <a:chExt cx="3114675" cy="1285875"/>
          </a:xfrm>
        </p:grpSpPr>
        <p:sp>
          <p:nvSpPr>
            <p:cNvPr id="69" name="Google Shape;69;p2"/>
            <p:cNvSpPr/>
            <p:nvPr/>
          </p:nvSpPr>
          <p:spPr>
            <a:xfrm>
              <a:off x="476249" y="2781299"/>
              <a:ext cx="3114675" cy="1285875"/>
            </a:xfrm>
            <a:custGeom>
              <a:rect b="b" l="l" r="r" t="t"/>
              <a:pathLst>
                <a:path extrusionOk="0" h="1285875" w="3114675">
                  <a:moveTo>
                    <a:pt x="3019424" y="1285874"/>
                  </a:moveTo>
                  <a:lnTo>
                    <a:pt x="95249" y="1285874"/>
                  </a:lnTo>
                  <a:lnTo>
                    <a:pt x="85866" y="1285421"/>
                  </a:lnTo>
                  <a:lnTo>
                    <a:pt x="42321" y="1269837"/>
                  </a:lnTo>
                  <a:lnTo>
                    <a:pt x="11259" y="1235570"/>
                  </a:lnTo>
                  <a:lnTo>
                    <a:pt x="0" y="1190624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3019424" y="0"/>
                  </a:lnTo>
                  <a:lnTo>
                    <a:pt x="3064370" y="11259"/>
                  </a:lnTo>
                  <a:lnTo>
                    <a:pt x="3098636" y="42321"/>
                  </a:lnTo>
                  <a:lnTo>
                    <a:pt x="3114221" y="85866"/>
                  </a:lnTo>
                  <a:lnTo>
                    <a:pt x="3114674" y="95249"/>
                  </a:lnTo>
                  <a:lnTo>
                    <a:pt x="3114674" y="1190624"/>
                  </a:lnTo>
                  <a:lnTo>
                    <a:pt x="3103414" y="1235570"/>
                  </a:lnTo>
                  <a:lnTo>
                    <a:pt x="3072352" y="1269837"/>
                  </a:lnTo>
                  <a:lnTo>
                    <a:pt x="3028807" y="1285421"/>
                  </a:lnTo>
                  <a:lnTo>
                    <a:pt x="3019424" y="1285874"/>
                  </a:lnTo>
                  <a:close/>
                </a:path>
              </a:pathLst>
            </a:custGeom>
            <a:solidFill>
              <a:srgbClr val="FFFFFF">
                <a:alpha val="196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476249" y="2781299"/>
              <a:ext cx="3114675" cy="1285875"/>
            </a:xfrm>
            <a:custGeom>
              <a:rect b="b" l="l" r="r" t="t"/>
              <a:pathLst>
                <a:path extrusionOk="0" h="1285875" w="3114674">
                  <a:moveTo>
                    <a:pt x="3019424" y="1285874"/>
                  </a:moveTo>
                  <a:lnTo>
                    <a:pt x="95249" y="1285874"/>
                  </a:lnTo>
                  <a:lnTo>
                    <a:pt x="85866" y="1285421"/>
                  </a:lnTo>
                  <a:lnTo>
                    <a:pt x="42321" y="1269837"/>
                  </a:lnTo>
                  <a:lnTo>
                    <a:pt x="11259" y="1235570"/>
                  </a:lnTo>
                  <a:lnTo>
                    <a:pt x="0" y="1190624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3019424" y="0"/>
                  </a:lnTo>
                  <a:lnTo>
                    <a:pt x="3060695" y="9524"/>
                  </a:lnTo>
                  <a:lnTo>
                    <a:pt x="89621" y="9524"/>
                  </a:lnTo>
                  <a:lnTo>
                    <a:pt x="84046" y="10074"/>
                  </a:lnTo>
                  <a:lnTo>
                    <a:pt x="42943" y="27099"/>
                  </a:lnTo>
                  <a:lnTo>
                    <a:pt x="18204" y="57244"/>
                  </a:lnTo>
                  <a:lnTo>
                    <a:pt x="9524" y="89621"/>
                  </a:lnTo>
                  <a:lnTo>
                    <a:pt x="9524" y="1196253"/>
                  </a:lnTo>
                  <a:lnTo>
                    <a:pt x="20845" y="1233570"/>
                  </a:lnTo>
                  <a:lnTo>
                    <a:pt x="52303" y="1265029"/>
                  </a:lnTo>
                  <a:lnTo>
                    <a:pt x="89621" y="1276349"/>
                  </a:lnTo>
                  <a:lnTo>
                    <a:pt x="3060694" y="1276349"/>
                  </a:lnTo>
                  <a:lnTo>
                    <a:pt x="3055875" y="1278624"/>
                  </a:lnTo>
                  <a:lnTo>
                    <a:pt x="3047033" y="1281796"/>
                  </a:lnTo>
                  <a:lnTo>
                    <a:pt x="3038010" y="1284061"/>
                  </a:lnTo>
                  <a:lnTo>
                    <a:pt x="3028807" y="1285421"/>
                  </a:lnTo>
                  <a:lnTo>
                    <a:pt x="3019424" y="1285874"/>
                  </a:lnTo>
                  <a:close/>
                </a:path>
                <a:path extrusionOk="0" h="1285875" w="3114674">
                  <a:moveTo>
                    <a:pt x="3060694" y="1276349"/>
                  </a:moveTo>
                  <a:lnTo>
                    <a:pt x="3025053" y="1276349"/>
                  </a:lnTo>
                  <a:lnTo>
                    <a:pt x="3030628" y="1275800"/>
                  </a:lnTo>
                  <a:lnTo>
                    <a:pt x="3041669" y="1273604"/>
                  </a:lnTo>
                  <a:lnTo>
                    <a:pt x="3076061" y="1255221"/>
                  </a:lnTo>
                  <a:lnTo>
                    <a:pt x="3100778" y="1218229"/>
                  </a:lnTo>
                  <a:lnTo>
                    <a:pt x="3105149" y="1196253"/>
                  </a:lnTo>
                  <a:lnTo>
                    <a:pt x="3105149" y="89621"/>
                  </a:lnTo>
                  <a:lnTo>
                    <a:pt x="3093829" y="52303"/>
                  </a:lnTo>
                  <a:lnTo>
                    <a:pt x="3062370" y="20845"/>
                  </a:lnTo>
                  <a:lnTo>
                    <a:pt x="3025053" y="9524"/>
                  </a:lnTo>
                  <a:lnTo>
                    <a:pt x="3060695" y="9524"/>
                  </a:lnTo>
                  <a:lnTo>
                    <a:pt x="3093090" y="34853"/>
                  </a:lnTo>
                  <a:lnTo>
                    <a:pt x="3112861" y="76663"/>
                  </a:lnTo>
                  <a:lnTo>
                    <a:pt x="3114674" y="1190624"/>
                  </a:lnTo>
                  <a:lnTo>
                    <a:pt x="3114221" y="1200007"/>
                  </a:lnTo>
                  <a:lnTo>
                    <a:pt x="3098636" y="1243552"/>
                  </a:lnTo>
                  <a:lnTo>
                    <a:pt x="3064370" y="1274614"/>
                  </a:lnTo>
                  <a:lnTo>
                    <a:pt x="3060694" y="1276349"/>
                  </a:lnTo>
                  <a:close/>
                </a:path>
              </a:pathLst>
            </a:custGeom>
            <a:solidFill>
              <a:srgbClr val="FFFFFF">
                <a:alpha val="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1" name="Google Shape;71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57224" y="2981324"/>
              <a:ext cx="161925" cy="165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2" name="Google Shape;72;p2"/>
          <p:cNvSpPr txBox="1"/>
          <p:nvPr/>
        </p:nvSpPr>
        <p:spPr>
          <a:xfrm>
            <a:off x="644525" y="2821785"/>
            <a:ext cx="2614930" cy="931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925">
            <a:spAutoFit/>
          </a:bodyPr>
          <a:lstStyle/>
          <a:p>
            <a:pPr indent="0" lvl="0" marL="2501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Part I</a:t>
            </a:r>
            <a:r>
              <a:rPr b="1" lang="en-US" sz="135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n-US" sz="14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Foundations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715" rtl="0" algn="l">
              <a:lnSpc>
                <a:spcPct val="118800"/>
              </a:lnSpc>
              <a:spcBef>
                <a:spcPts val="37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Thread memory boundaries</a:t>
            </a:r>
            <a:r>
              <a:rPr lang="en-US" sz="9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0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CPU allocation scheduling</a:t>
            </a:r>
            <a:r>
              <a:rPr lang="en-US" sz="9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0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uncaught exception handlers</a:t>
            </a:r>
            <a:r>
              <a:rPr lang="en-US" sz="9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0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Virtual Threads </a:t>
            </a:r>
            <a:r>
              <a:rPr lang="en-US" sz="9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en-US" sz="10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Loom</a:t>
            </a:r>
            <a:r>
              <a:rPr lang="en-US" sz="9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).</a:t>
            </a:r>
            <a:endParaRPr sz="9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73" name="Google Shape;73;p2"/>
          <p:cNvGrpSpPr/>
          <p:nvPr/>
        </p:nvGrpSpPr>
        <p:grpSpPr>
          <a:xfrm>
            <a:off x="3781424" y="2781299"/>
            <a:ext cx="3124200" cy="1285875"/>
            <a:chOff x="3781424" y="2781299"/>
            <a:chExt cx="3124200" cy="1285875"/>
          </a:xfrm>
        </p:grpSpPr>
        <p:sp>
          <p:nvSpPr>
            <p:cNvPr id="74" name="Google Shape;74;p2"/>
            <p:cNvSpPr/>
            <p:nvPr/>
          </p:nvSpPr>
          <p:spPr>
            <a:xfrm>
              <a:off x="3781424" y="2781299"/>
              <a:ext cx="3124200" cy="1285875"/>
            </a:xfrm>
            <a:custGeom>
              <a:rect b="b" l="l" r="r" t="t"/>
              <a:pathLst>
                <a:path extrusionOk="0" h="1285875" w="3124200">
                  <a:moveTo>
                    <a:pt x="3028949" y="1285874"/>
                  </a:moveTo>
                  <a:lnTo>
                    <a:pt x="95249" y="1285874"/>
                  </a:lnTo>
                  <a:lnTo>
                    <a:pt x="85866" y="1285421"/>
                  </a:lnTo>
                  <a:lnTo>
                    <a:pt x="42321" y="1269837"/>
                  </a:lnTo>
                  <a:lnTo>
                    <a:pt x="11259" y="1235570"/>
                  </a:lnTo>
                  <a:lnTo>
                    <a:pt x="0" y="1190624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3028949" y="0"/>
                  </a:lnTo>
                  <a:lnTo>
                    <a:pt x="3073895" y="11259"/>
                  </a:lnTo>
                  <a:lnTo>
                    <a:pt x="3108160" y="42321"/>
                  </a:lnTo>
                  <a:lnTo>
                    <a:pt x="3123746" y="85866"/>
                  </a:lnTo>
                  <a:lnTo>
                    <a:pt x="3124199" y="95249"/>
                  </a:lnTo>
                  <a:lnTo>
                    <a:pt x="3124199" y="1190624"/>
                  </a:lnTo>
                  <a:lnTo>
                    <a:pt x="3112938" y="1235570"/>
                  </a:lnTo>
                  <a:lnTo>
                    <a:pt x="3081876" y="1269837"/>
                  </a:lnTo>
                  <a:lnTo>
                    <a:pt x="3038332" y="1285421"/>
                  </a:lnTo>
                  <a:lnTo>
                    <a:pt x="3028949" y="1285874"/>
                  </a:lnTo>
                  <a:close/>
                </a:path>
              </a:pathLst>
            </a:custGeom>
            <a:solidFill>
              <a:srgbClr val="FFFFFF">
                <a:alpha val="196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3781424" y="2781299"/>
              <a:ext cx="3124200" cy="1285875"/>
            </a:xfrm>
            <a:custGeom>
              <a:rect b="b" l="l" r="r" t="t"/>
              <a:pathLst>
                <a:path extrusionOk="0" h="1285875" w="3124200">
                  <a:moveTo>
                    <a:pt x="3028949" y="1285874"/>
                  </a:moveTo>
                  <a:lnTo>
                    <a:pt x="95249" y="1285874"/>
                  </a:lnTo>
                  <a:lnTo>
                    <a:pt x="85866" y="1285421"/>
                  </a:lnTo>
                  <a:lnTo>
                    <a:pt x="42321" y="1269837"/>
                  </a:lnTo>
                  <a:lnTo>
                    <a:pt x="11259" y="1235570"/>
                  </a:lnTo>
                  <a:lnTo>
                    <a:pt x="0" y="1190624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3028949" y="0"/>
                  </a:lnTo>
                  <a:lnTo>
                    <a:pt x="3070219" y="9524"/>
                  </a:lnTo>
                  <a:lnTo>
                    <a:pt x="89621" y="9524"/>
                  </a:lnTo>
                  <a:lnTo>
                    <a:pt x="84046" y="10074"/>
                  </a:lnTo>
                  <a:lnTo>
                    <a:pt x="42943" y="27099"/>
                  </a:lnTo>
                  <a:lnTo>
                    <a:pt x="18204" y="57244"/>
                  </a:lnTo>
                  <a:lnTo>
                    <a:pt x="9524" y="89621"/>
                  </a:lnTo>
                  <a:lnTo>
                    <a:pt x="9524" y="1196253"/>
                  </a:lnTo>
                  <a:lnTo>
                    <a:pt x="20845" y="1233570"/>
                  </a:lnTo>
                  <a:lnTo>
                    <a:pt x="52303" y="1265029"/>
                  </a:lnTo>
                  <a:lnTo>
                    <a:pt x="89621" y="1276349"/>
                  </a:lnTo>
                  <a:lnTo>
                    <a:pt x="3070218" y="1276349"/>
                  </a:lnTo>
                  <a:lnTo>
                    <a:pt x="3065400" y="1278624"/>
                  </a:lnTo>
                  <a:lnTo>
                    <a:pt x="3056557" y="1281796"/>
                  </a:lnTo>
                  <a:lnTo>
                    <a:pt x="3047535" y="1284061"/>
                  </a:lnTo>
                  <a:lnTo>
                    <a:pt x="3038332" y="1285421"/>
                  </a:lnTo>
                  <a:lnTo>
                    <a:pt x="3028949" y="1285874"/>
                  </a:lnTo>
                  <a:close/>
                </a:path>
                <a:path extrusionOk="0" h="1285875" w="3124200">
                  <a:moveTo>
                    <a:pt x="3070218" y="1276349"/>
                  </a:moveTo>
                  <a:lnTo>
                    <a:pt x="3034578" y="1276349"/>
                  </a:lnTo>
                  <a:lnTo>
                    <a:pt x="3040152" y="1275800"/>
                  </a:lnTo>
                  <a:lnTo>
                    <a:pt x="3051194" y="1273604"/>
                  </a:lnTo>
                  <a:lnTo>
                    <a:pt x="3085586" y="1255221"/>
                  </a:lnTo>
                  <a:lnTo>
                    <a:pt x="3110302" y="1218229"/>
                  </a:lnTo>
                  <a:lnTo>
                    <a:pt x="3114674" y="1196253"/>
                  </a:lnTo>
                  <a:lnTo>
                    <a:pt x="3114674" y="89621"/>
                  </a:lnTo>
                  <a:lnTo>
                    <a:pt x="3103354" y="52303"/>
                  </a:lnTo>
                  <a:lnTo>
                    <a:pt x="3071895" y="20845"/>
                  </a:lnTo>
                  <a:lnTo>
                    <a:pt x="3034578" y="9524"/>
                  </a:lnTo>
                  <a:lnTo>
                    <a:pt x="3070219" y="9524"/>
                  </a:lnTo>
                  <a:lnTo>
                    <a:pt x="3102615" y="34853"/>
                  </a:lnTo>
                  <a:lnTo>
                    <a:pt x="3122386" y="76663"/>
                  </a:lnTo>
                  <a:lnTo>
                    <a:pt x="3124199" y="1190624"/>
                  </a:lnTo>
                  <a:lnTo>
                    <a:pt x="3123746" y="1200007"/>
                  </a:lnTo>
                  <a:lnTo>
                    <a:pt x="3108160" y="1243552"/>
                  </a:lnTo>
                  <a:lnTo>
                    <a:pt x="3073895" y="1274614"/>
                  </a:lnTo>
                  <a:lnTo>
                    <a:pt x="3070218" y="1276349"/>
                  </a:lnTo>
                  <a:close/>
                </a:path>
              </a:pathLst>
            </a:custGeom>
            <a:solidFill>
              <a:srgbClr val="FFFFFF">
                <a:alpha val="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6" name="Google Shape;76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968700" y="2981324"/>
              <a:ext cx="155575" cy="165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7" name="Google Shape;77;p2"/>
          <p:cNvSpPr txBox="1"/>
          <p:nvPr/>
        </p:nvSpPr>
        <p:spPr>
          <a:xfrm>
            <a:off x="3952825" y="2821785"/>
            <a:ext cx="2752090" cy="931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925">
            <a:spAutoFit/>
          </a:bodyPr>
          <a:lstStyle/>
          <a:p>
            <a:pPr indent="0" lvl="0" marL="2501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Part II</a:t>
            </a:r>
            <a:r>
              <a:rPr b="1" lang="en-US" sz="135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n-US" sz="14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The Memory Model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l">
              <a:lnSpc>
                <a:spcPct val="118800"/>
              </a:lnSpc>
              <a:spcBef>
                <a:spcPts val="37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Bytecode non</a:t>
            </a:r>
            <a:r>
              <a:rPr lang="en-US" sz="9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</a:t>
            </a:r>
            <a:r>
              <a:rPr lang="en-US" sz="10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atomicity</a:t>
            </a:r>
            <a:r>
              <a:rPr lang="en-US" sz="9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0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MESI cache coherency</a:t>
            </a:r>
            <a:r>
              <a:rPr lang="en-US" sz="9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0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Happens</a:t>
            </a:r>
            <a:r>
              <a:rPr lang="en-US" sz="9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</a:t>
            </a:r>
            <a:r>
              <a:rPr lang="en-US" sz="10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Before guarantees</a:t>
            </a:r>
            <a:r>
              <a:rPr lang="en-US" sz="9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0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compiler hardware fence instructions</a:t>
            </a:r>
            <a:r>
              <a:rPr lang="en-US" sz="9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9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78" name="Google Shape;78;p2"/>
          <p:cNvGrpSpPr/>
          <p:nvPr/>
        </p:nvGrpSpPr>
        <p:grpSpPr>
          <a:xfrm>
            <a:off x="7096124" y="2781299"/>
            <a:ext cx="3114675" cy="1285875"/>
            <a:chOff x="7096124" y="2781299"/>
            <a:chExt cx="3114675" cy="1285875"/>
          </a:xfrm>
        </p:grpSpPr>
        <p:sp>
          <p:nvSpPr>
            <p:cNvPr id="79" name="Google Shape;79;p2"/>
            <p:cNvSpPr/>
            <p:nvPr/>
          </p:nvSpPr>
          <p:spPr>
            <a:xfrm>
              <a:off x="7096124" y="2781299"/>
              <a:ext cx="3114675" cy="1285875"/>
            </a:xfrm>
            <a:custGeom>
              <a:rect b="b" l="l" r="r" t="t"/>
              <a:pathLst>
                <a:path extrusionOk="0" h="1285875" w="3114675">
                  <a:moveTo>
                    <a:pt x="3019424" y="1285874"/>
                  </a:moveTo>
                  <a:lnTo>
                    <a:pt x="95249" y="1285874"/>
                  </a:lnTo>
                  <a:lnTo>
                    <a:pt x="85866" y="1285421"/>
                  </a:lnTo>
                  <a:lnTo>
                    <a:pt x="42321" y="1269837"/>
                  </a:lnTo>
                  <a:lnTo>
                    <a:pt x="11258" y="1235570"/>
                  </a:lnTo>
                  <a:lnTo>
                    <a:pt x="0" y="1190624"/>
                  </a:lnTo>
                  <a:lnTo>
                    <a:pt x="0" y="95249"/>
                  </a:lnTo>
                  <a:lnTo>
                    <a:pt x="11258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3019424" y="0"/>
                  </a:lnTo>
                  <a:lnTo>
                    <a:pt x="3064369" y="11259"/>
                  </a:lnTo>
                  <a:lnTo>
                    <a:pt x="3098635" y="42321"/>
                  </a:lnTo>
                  <a:lnTo>
                    <a:pt x="3114221" y="85866"/>
                  </a:lnTo>
                  <a:lnTo>
                    <a:pt x="3114674" y="95249"/>
                  </a:lnTo>
                  <a:lnTo>
                    <a:pt x="3114674" y="1190624"/>
                  </a:lnTo>
                  <a:lnTo>
                    <a:pt x="3103413" y="1235570"/>
                  </a:lnTo>
                  <a:lnTo>
                    <a:pt x="3072351" y="1269837"/>
                  </a:lnTo>
                  <a:lnTo>
                    <a:pt x="3028807" y="1285421"/>
                  </a:lnTo>
                  <a:lnTo>
                    <a:pt x="3019424" y="1285874"/>
                  </a:lnTo>
                  <a:close/>
                </a:path>
              </a:pathLst>
            </a:custGeom>
            <a:solidFill>
              <a:srgbClr val="FFFFFF">
                <a:alpha val="196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7096124" y="2781299"/>
              <a:ext cx="3114675" cy="1285875"/>
            </a:xfrm>
            <a:custGeom>
              <a:rect b="b" l="l" r="r" t="t"/>
              <a:pathLst>
                <a:path extrusionOk="0" h="1285875" w="3114675">
                  <a:moveTo>
                    <a:pt x="3019424" y="1285874"/>
                  </a:moveTo>
                  <a:lnTo>
                    <a:pt x="95249" y="1285874"/>
                  </a:lnTo>
                  <a:lnTo>
                    <a:pt x="85866" y="1285421"/>
                  </a:lnTo>
                  <a:lnTo>
                    <a:pt x="42321" y="1269837"/>
                  </a:lnTo>
                  <a:lnTo>
                    <a:pt x="11258" y="1235570"/>
                  </a:lnTo>
                  <a:lnTo>
                    <a:pt x="0" y="1190624"/>
                  </a:lnTo>
                  <a:lnTo>
                    <a:pt x="0" y="95249"/>
                  </a:lnTo>
                  <a:lnTo>
                    <a:pt x="11258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3019424" y="0"/>
                  </a:lnTo>
                  <a:lnTo>
                    <a:pt x="3060694" y="9524"/>
                  </a:lnTo>
                  <a:lnTo>
                    <a:pt x="89621" y="9524"/>
                  </a:lnTo>
                  <a:lnTo>
                    <a:pt x="84046" y="10074"/>
                  </a:lnTo>
                  <a:lnTo>
                    <a:pt x="42943" y="27099"/>
                  </a:lnTo>
                  <a:lnTo>
                    <a:pt x="18204" y="57244"/>
                  </a:lnTo>
                  <a:lnTo>
                    <a:pt x="9524" y="89621"/>
                  </a:lnTo>
                  <a:lnTo>
                    <a:pt x="9524" y="1196253"/>
                  </a:lnTo>
                  <a:lnTo>
                    <a:pt x="20844" y="1233570"/>
                  </a:lnTo>
                  <a:lnTo>
                    <a:pt x="52303" y="1265029"/>
                  </a:lnTo>
                  <a:lnTo>
                    <a:pt x="89621" y="1276349"/>
                  </a:lnTo>
                  <a:lnTo>
                    <a:pt x="3060693" y="1276349"/>
                  </a:lnTo>
                  <a:lnTo>
                    <a:pt x="3055874" y="1278624"/>
                  </a:lnTo>
                  <a:lnTo>
                    <a:pt x="3047032" y="1281796"/>
                  </a:lnTo>
                  <a:lnTo>
                    <a:pt x="3038009" y="1284061"/>
                  </a:lnTo>
                  <a:lnTo>
                    <a:pt x="3028807" y="1285421"/>
                  </a:lnTo>
                  <a:lnTo>
                    <a:pt x="3019424" y="1285874"/>
                  </a:lnTo>
                  <a:close/>
                </a:path>
                <a:path extrusionOk="0" h="1285875" w="3114675">
                  <a:moveTo>
                    <a:pt x="3060693" y="1276349"/>
                  </a:moveTo>
                  <a:lnTo>
                    <a:pt x="3025053" y="1276349"/>
                  </a:lnTo>
                  <a:lnTo>
                    <a:pt x="3030628" y="1275800"/>
                  </a:lnTo>
                  <a:lnTo>
                    <a:pt x="3041669" y="1273604"/>
                  </a:lnTo>
                  <a:lnTo>
                    <a:pt x="3076060" y="1255221"/>
                  </a:lnTo>
                  <a:lnTo>
                    <a:pt x="3100777" y="1218229"/>
                  </a:lnTo>
                  <a:lnTo>
                    <a:pt x="3105149" y="1196253"/>
                  </a:lnTo>
                  <a:lnTo>
                    <a:pt x="3105149" y="89621"/>
                  </a:lnTo>
                  <a:lnTo>
                    <a:pt x="3093828" y="52303"/>
                  </a:lnTo>
                  <a:lnTo>
                    <a:pt x="3062370" y="20845"/>
                  </a:lnTo>
                  <a:lnTo>
                    <a:pt x="3025053" y="9524"/>
                  </a:lnTo>
                  <a:lnTo>
                    <a:pt x="3060694" y="9524"/>
                  </a:lnTo>
                  <a:lnTo>
                    <a:pt x="3093090" y="34853"/>
                  </a:lnTo>
                  <a:lnTo>
                    <a:pt x="3112861" y="76663"/>
                  </a:lnTo>
                  <a:lnTo>
                    <a:pt x="3114674" y="1190624"/>
                  </a:lnTo>
                  <a:lnTo>
                    <a:pt x="3114221" y="1200007"/>
                  </a:lnTo>
                  <a:lnTo>
                    <a:pt x="3098635" y="1243552"/>
                  </a:lnTo>
                  <a:lnTo>
                    <a:pt x="3064369" y="1274614"/>
                  </a:lnTo>
                  <a:lnTo>
                    <a:pt x="3060693" y="1276349"/>
                  </a:lnTo>
                  <a:close/>
                </a:path>
              </a:pathLst>
            </a:custGeom>
            <a:solidFill>
              <a:srgbClr val="FFFFFF">
                <a:alpha val="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273825" y="2981324"/>
              <a:ext cx="142875" cy="165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2"/>
          <p:cNvSpPr txBox="1"/>
          <p:nvPr/>
        </p:nvSpPr>
        <p:spPr>
          <a:xfrm>
            <a:off x="7261125" y="2821785"/>
            <a:ext cx="2635250" cy="931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925">
            <a:spAutoFit/>
          </a:bodyPr>
          <a:lstStyle/>
          <a:p>
            <a:pPr indent="0" lvl="0" marL="23050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Part III</a:t>
            </a:r>
            <a:r>
              <a:rPr b="1" lang="en-US" sz="135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n-US" sz="14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Synchronizers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l">
              <a:lnSpc>
                <a:spcPct val="118800"/>
              </a:lnSpc>
              <a:spcBef>
                <a:spcPts val="37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Monitor inflation states</a:t>
            </a:r>
            <a:r>
              <a:rPr lang="en-US" sz="9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0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explicit fair</a:t>
            </a:r>
            <a:r>
              <a:rPr lang="en-US" sz="9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/</a:t>
            </a:r>
            <a:r>
              <a:rPr lang="en-US" sz="10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unfair AQS locks</a:t>
            </a:r>
            <a:r>
              <a:rPr lang="en-US" sz="9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0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StampedLock optimistic pipelines</a:t>
            </a:r>
            <a:r>
              <a:rPr lang="en-US" sz="9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0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cell</a:t>
            </a:r>
            <a:r>
              <a:rPr lang="en-US" sz="9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</a:t>
            </a:r>
            <a:r>
              <a:rPr lang="en-US" sz="10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striped atomics</a:t>
            </a:r>
            <a:r>
              <a:rPr lang="en-US" sz="9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9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83" name="Google Shape;83;p2"/>
          <p:cNvGrpSpPr/>
          <p:nvPr/>
        </p:nvGrpSpPr>
        <p:grpSpPr>
          <a:xfrm>
            <a:off x="476249" y="4210049"/>
            <a:ext cx="3114675" cy="1276351"/>
            <a:chOff x="476249" y="4210049"/>
            <a:chExt cx="3114675" cy="1276351"/>
          </a:xfrm>
        </p:grpSpPr>
        <p:sp>
          <p:nvSpPr>
            <p:cNvPr id="84" name="Google Shape;84;p2"/>
            <p:cNvSpPr/>
            <p:nvPr/>
          </p:nvSpPr>
          <p:spPr>
            <a:xfrm>
              <a:off x="476249" y="4210049"/>
              <a:ext cx="3114675" cy="1276350"/>
            </a:xfrm>
            <a:custGeom>
              <a:rect b="b" l="l" r="r" t="t"/>
              <a:pathLst>
                <a:path extrusionOk="0" h="1276350" w="3114675">
                  <a:moveTo>
                    <a:pt x="3019424" y="1276349"/>
                  </a:moveTo>
                  <a:lnTo>
                    <a:pt x="95249" y="1276349"/>
                  </a:lnTo>
                  <a:lnTo>
                    <a:pt x="85866" y="1275896"/>
                  </a:lnTo>
                  <a:lnTo>
                    <a:pt x="42321" y="1260311"/>
                  </a:lnTo>
                  <a:lnTo>
                    <a:pt x="11259" y="1226045"/>
                  </a:lnTo>
                  <a:lnTo>
                    <a:pt x="0" y="118109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3019424" y="0"/>
                  </a:lnTo>
                  <a:lnTo>
                    <a:pt x="3064370" y="11259"/>
                  </a:lnTo>
                  <a:lnTo>
                    <a:pt x="3098636" y="42321"/>
                  </a:lnTo>
                  <a:lnTo>
                    <a:pt x="3114221" y="85866"/>
                  </a:lnTo>
                  <a:lnTo>
                    <a:pt x="3114674" y="95249"/>
                  </a:lnTo>
                  <a:lnTo>
                    <a:pt x="3114674" y="1181099"/>
                  </a:lnTo>
                  <a:lnTo>
                    <a:pt x="3103414" y="1226045"/>
                  </a:lnTo>
                  <a:lnTo>
                    <a:pt x="3072352" y="1260311"/>
                  </a:lnTo>
                  <a:lnTo>
                    <a:pt x="3028807" y="1275896"/>
                  </a:lnTo>
                  <a:lnTo>
                    <a:pt x="3019424" y="1276349"/>
                  </a:lnTo>
                  <a:close/>
                </a:path>
              </a:pathLst>
            </a:custGeom>
            <a:solidFill>
              <a:srgbClr val="FFFFFF">
                <a:alpha val="196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476249" y="4210050"/>
              <a:ext cx="3114675" cy="1276350"/>
            </a:xfrm>
            <a:custGeom>
              <a:rect b="b" l="l" r="r" t="t"/>
              <a:pathLst>
                <a:path extrusionOk="0" h="1276350" w="3114674">
                  <a:moveTo>
                    <a:pt x="3019424" y="1276349"/>
                  </a:moveTo>
                  <a:lnTo>
                    <a:pt x="95249" y="1276349"/>
                  </a:lnTo>
                  <a:lnTo>
                    <a:pt x="85866" y="1275896"/>
                  </a:lnTo>
                  <a:lnTo>
                    <a:pt x="42321" y="1260311"/>
                  </a:lnTo>
                  <a:lnTo>
                    <a:pt x="11259" y="1226045"/>
                  </a:lnTo>
                  <a:lnTo>
                    <a:pt x="0" y="118109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3019424" y="0"/>
                  </a:lnTo>
                  <a:lnTo>
                    <a:pt x="3060695" y="9524"/>
                  </a:lnTo>
                  <a:lnTo>
                    <a:pt x="89621" y="9524"/>
                  </a:lnTo>
                  <a:lnTo>
                    <a:pt x="84046" y="10073"/>
                  </a:lnTo>
                  <a:lnTo>
                    <a:pt x="42943" y="27099"/>
                  </a:lnTo>
                  <a:lnTo>
                    <a:pt x="18204" y="57244"/>
                  </a:lnTo>
                  <a:lnTo>
                    <a:pt x="9524" y="89621"/>
                  </a:lnTo>
                  <a:lnTo>
                    <a:pt x="9524" y="1186728"/>
                  </a:lnTo>
                  <a:lnTo>
                    <a:pt x="20845" y="1224045"/>
                  </a:lnTo>
                  <a:lnTo>
                    <a:pt x="52303" y="1255504"/>
                  </a:lnTo>
                  <a:lnTo>
                    <a:pt x="89621" y="1266824"/>
                  </a:lnTo>
                  <a:lnTo>
                    <a:pt x="3060693" y="1266824"/>
                  </a:lnTo>
                  <a:lnTo>
                    <a:pt x="3055875" y="1269099"/>
                  </a:lnTo>
                  <a:lnTo>
                    <a:pt x="3047033" y="1272271"/>
                  </a:lnTo>
                  <a:lnTo>
                    <a:pt x="3038010" y="1274536"/>
                  </a:lnTo>
                  <a:lnTo>
                    <a:pt x="3028807" y="1275896"/>
                  </a:lnTo>
                  <a:lnTo>
                    <a:pt x="3019424" y="1276349"/>
                  </a:lnTo>
                  <a:close/>
                </a:path>
                <a:path extrusionOk="0" h="1276350" w="3114674">
                  <a:moveTo>
                    <a:pt x="3060693" y="1266824"/>
                  </a:moveTo>
                  <a:lnTo>
                    <a:pt x="3025053" y="1266824"/>
                  </a:lnTo>
                  <a:lnTo>
                    <a:pt x="3030628" y="1266275"/>
                  </a:lnTo>
                  <a:lnTo>
                    <a:pt x="3041669" y="1264079"/>
                  </a:lnTo>
                  <a:lnTo>
                    <a:pt x="3076061" y="1245696"/>
                  </a:lnTo>
                  <a:lnTo>
                    <a:pt x="3100778" y="1208704"/>
                  </a:lnTo>
                  <a:lnTo>
                    <a:pt x="3105149" y="1186728"/>
                  </a:lnTo>
                  <a:lnTo>
                    <a:pt x="3105149" y="89621"/>
                  </a:lnTo>
                  <a:lnTo>
                    <a:pt x="3093829" y="52303"/>
                  </a:lnTo>
                  <a:lnTo>
                    <a:pt x="3062370" y="20845"/>
                  </a:lnTo>
                  <a:lnTo>
                    <a:pt x="3025053" y="9524"/>
                  </a:lnTo>
                  <a:lnTo>
                    <a:pt x="3060695" y="9524"/>
                  </a:lnTo>
                  <a:lnTo>
                    <a:pt x="3093090" y="34852"/>
                  </a:lnTo>
                  <a:lnTo>
                    <a:pt x="3112861" y="76663"/>
                  </a:lnTo>
                  <a:lnTo>
                    <a:pt x="3114674" y="1181099"/>
                  </a:lnTo>
                  <a:lnTo>
                    <a:pt x="3114221" y="1190482"/>
                  </a:lnTo>
                  <a:lnTo>
                    <a:pt x="3098636" y="1234027"/>
                  </a:lnTo>
                  <a:lnTo>
                    <a:pt x="3064370" y="1265089"/>
                  </a:lnTo>
                  <a:lnTo>
                    <a:pt x="3060693" y="1266824"/>
                  </a:lnTo>
                  <a:close/>
                </a:path>
              </a:pathLst>
            </a:custGeom>
            <a:solidFill>
              <a:srgbClr val="FFFFFF">
                <a:alpha val="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6" name="Google Shape;86;p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57224" y="4403724"/>
              <a:ext cx="200025" cy="1619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7" name="Google Shape;87;p2"/>
          <p:cNvSpPr txBox="1"/>
          <p:nvPr/>
        </p:nvSpPr>
        <p:spPr>
          <a:xfrm>
            <a:off x="644525" y="4250535"/>
            <a:ext cx="2727325" cy="922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925">
            <a:spAutoFit/>
          </a:bodyPr>
          <a:lstStyle/>
          <a:p>
            <a:pPr indent="0" lvl="0" marL="2908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Part IV</a:t>
            </a:r>
            <a:r>
              <a:rPr b="1" lang="en-US" sz="135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n-US" sz="14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Schedulers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l">
              <a:lnSpc>
                <a:spcPct val="115599"/>
              </a:lnSpc>
              <a:spcBef>
                <a:spcPts val="409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ThreadPoolExecutor limits</a:t>
            </a:r>
            <a:r>
              <a:rPr lang="en-US" sz="9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0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CallerRuns backpressure mechanics</a:t>
            </a:r>
            <a:r>
              <a:rPr lang="en-US" sz="9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0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workload sizing math</a:t>
            </a:r>
            <a:r>
              <a:rPr lang="en-US" sz="9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0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ThreadLocal leak protection</a:t>
            </a:r>
            <a:r>
              <a:rPr lang="en-US" sz="9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9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88" name="Google Shape;88;p2"/>
          <p:cNvGrpSpPr/>
          <p:nvPr/>
        </p:nvGrpSpPr>
        <p:grpSpPr>
          <a:xfrm>
            <a:off x="3781424" y="4210049"/>
            <a:ext cx="3124200" cy="1276351"/>
            <a:chOff x="3781424" y="4210049"/>
            <a:chExt cx="3124200" cy="1276351"/>
          </a:xfrm>
        </p:grpSpPr>
        <p:sp>
          <p:nvSpPr>
            <p:cNvPr id="89" name="Google Shape;89;p2"/>
            <p:cNvSpPr/>
            <p:nvPr/>
          </p:nvSpPr>
          <p:spPr>
            <a:xfrm>
              <a:off x="3781424" y="4210049"/>
              <a:ext cx="3124200" cy="1276350"/>
            </a:xfrm>
            <a:custGeom>
              <a:rect b="b" l="l" r="r" t="t"/>
              <a:pathLst>
                <a:path extrusionOk="0" h="1276350" w="3124200">
                  <a:moveTo>
                    <a:pt x="3028949" y="1276349"/>
                  </a:moveTo>
                  <a:lnTo>
                    <a:pt x="95249" y="1276349"/>
                  </a:lnTo>
                  <a:lnTo>
                    <a:pt x="85866" y="1275896"/>
                  </a:lnTo>
                  <a:lnTo>
                    <a:pt x="42321" y="1260311"/>
                  </a:lnTo>
                  <a:lnTo>
                    <a:pt x="11259" y="1226045"/>
                  </a:lnTo>
                  <a:lnTo>
                    <a:pt x="0" y="118109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3028949" y="0"/>
                  </a:lnTo>
                  <a:lnTo>
                    <a:pt x="3073895" y="11259"/>
                  </a:lnTo>
                  <a:lnTo>
                    <a:pt x="3108160" y="42321"/>
                  </a:lnTo>
                  <a:lnTo>
                    <a:pt x="3123746" y="85866"/>
                  </a:lnTo>
                  <a:lnTo>
                    <a:pt x="3124199" y="95249"/>
                  </a:lnTo>
                  <a:lnTo>
                    <a:pt x="3124199" y="1181099"/>
                  </a:lnTo>
                  <a:lnTo>
                    <a:pt x="3112938" y="1226045"/>
                  </a:lnTo>
                  <a:lnTo>
                    <a:pt x="3081876" y="1260311"/>
                  </a:lnTo>
                  <a:lnTo>
                    <a:pt x="3038332" y="1275896"/>
                  </a:lnTo>
                  <a:lnTo>
                    <a:pt x="3028949" y="1276349"/>
                  </a:lnTo>
                  <a:close/>
                </a:path>
              </a:pathLst>
            </a:custGeom>
            <a:solidFill>
              <a:srgbClr val="FFFFFF">
                <a:alpha val="196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3781424" y="4210050"/>
              <a:ext cx="3124200" cy="1276350"/>
            </a:xfrm>
            <a:custGeom>
              <a:rect b="b" l="l" r="r" t="t"/>
              <a:pathLst>
                <a:path extrusionOk="0" h="1276350" w="3124200">
                  <a:moveTo>
                    <a:pt x="3028949" y="1276349"/>
                  </a:moveTo>
                  <a:lnTo>
                    <a:pt x="95249" y="1276349"/>
                  </a:lnTo>
                  <a:lnTo>
                    <a:pt x="85866" y="1275896"/>
                  </a:lnTo>
                  <a:lnTo>
                    <a:pt x="42321" y="1260311"/>
                  </a:lnTo>
                  <a:lnTo>
                    <a:pt x="11259" y="1226045"/>
                  </a:lnTo>
                  <a:lnTo>
                    <a:pt x="0" y="118109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3028949" y="0"/>
                  </a:lnTo>
                  <a:lnTo>
                    <a:pt x="3070219" y="9524"/>
                  </a:lnTo>
                  <a:lnTo>
                    <a:pt x="89621" y="9524"/>
                  </a:lnTo>
                  <a:lnTo>
                    <a:pt x="84046" y="10073"/>
                  </a:lnTo>
                  <a:lnTo>
                    <a:pt x="42943" y="27099"/>
                  </a:lnTo>
                  <a:lnTo>
                    <a:pt x="18204" y="57244"/>
                  </a:lnTo>
                  <a:lnTo>
                    <a:pt x="9524" y="89621"/>
                  </a:lnTo>
                  <a:lnTo>
                    <a:pt x="9524" y="1186728"/>
                  </a:lnTo>
                  <a:lnTo>
                    <a:pt x="20845" y="1224045"/>
                  </a:lnTo>
                  <a:lnTo>
                    <a:pt x="52303" y="1255504"/>
                  </a:lnTo>
                  <a:lnTo>
                    <a:pt x="89621" y="1266824"/>
                  </a:lnTo>
                  <a:lnTo>
                    <a:pt x="3070218" y="1266824"/>
                  </a:lnTo>
                  <a:lnTo>
                    <a:pt x="3065400" y="1269099"/>
                  </a:lnTo>
                  <a:lnTo>
                    <a:pt x="3056557" y="1272271"/>
                  </a:lnTo>
                  <a:lnTo>
                    <a:pt x="3047535" y="1274536"/>
                  </a:lnTo>
                  <a:lnTo>
                    <a:pt x="3038332" y="1275896"/>
                  </a:lnTo>
                  <a:lnTo>
                    <a:pt x="3028949" y="1276349"/>
                  </a:lnTo>
                  <a:close/>
                </a:path>
                <a:path extrusionOk="0" h="1276350" w="3124200">
                  <a:moveTo>
                    <a:pt x="3070218" y="1266824"/>
                  </a:moveTo>
                  <a:lnTo>
                    <a:pt x="3034578" y="1266824"/>
                  </a:lnTo>
                  <a:lnTo>
                    <a:pt x="3040152" y="1266275"/>
                  </a:lnTo>
                  <a:lnTo>
                    <a:pt x="3051194" y="1264079"/>
                  </a:lnTo>
                  <a:lnTo>
                    <a:pt x="3085586" y="1245696"/>
                  </a:lnTo>
                  <a:lnTo>
                    <a:pt x="3110302" y="1208704"/>
                  </a:lnTo>
                  <a:lnTo>
                    <a:pt x="3114674" y="1186728"/>
                  </a:lnTo>
                  <a:lnTo>
                    <a:pt x="3114674" y="89621"/>
                  </a:lnTo>
                  <a:lnTo>
                    <a:pt x="3103354" y="52303"/>
                  </a:lnTo>
                  <a:lnTo>
                    <a:pt x="3071895" y="20845"/>
                  </a:lnTo>
                  <a:lnTo>
                    <a:pt x="3034578" y="9524"/>
                  </a:lnTo>
                  <a:lnTo>
                    <a:pt x="3070219" y="9524"/>
                  </a:lnTo>
                  <a:lnTo>
                    <a:pt x="3102615" y="34852"/>
                  </a:lnTo>
                  <a:lnTo>
                    <a:pt x="3122386" y="76663"/>
                  </a:lnTo>
                  <a:lnTo>
                    <a:pt x="3124199" y="1181099"/>
                  </a:lnTo>
                  <a:lnTo>
                    <a:pt x="3123746" y="1190482"/>
                  </a:lnTo>
                  <a:lnTo>
                    <a:pt x="3108160" y="1234027"/>
                  </a:lnTo>
                  <a:lnTo>
                    <a:pt x="3073895" y="1265089"/>
                  </a:lnTo>
                  <a:lnTo>
                    <a:pt x="3070218" y="1266824"/>
                  </a:lnTo>
                  <a:close/>
                </a:path>
              </a:pathLst>
            </a:custGeom>
            <a:solidFill>
              <a:srgbClr val="FFFFFF">
                <a:alpha val="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91" name="Google Shape;91;p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965525" y="4400549"/>
              <a:ext cx="161925" cy="1619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2" name="Google Shape;92;p2"/>
          <p:cNvSpPr txBox="1"/>
          <p:nvPr/>
        </p:nvSpPr>
        <p:spPr>
          <a:xfrm>
            <a:off x="3952825" y="4250535"/>
            <a:ext cx="2776855" cy="741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925">
            <a:spAutoFit/>
          </a:bodyPr>
          <a:lstStyle/>
          <a:p>
            <a:pPr indent="0" lvl="0" marL="2501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Part V</a:t>
            </a:r>
            <a:r>
              <a:rPr b="1" lang="en-US" sz="135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n-US" sz="14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GC </a:t>
            </a:r>
            <a:r>
              <a:rPr b="1" lang="en-US" sz="135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&amp; </a:t>
            </a:r>
            <a:r>
              <a:rPr b="1" lang="en-US" sz="14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Memory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l">
              <a:lnSpc>
                <a:spcPct val="112500"/>
              </a:lnSpc>
              <a:spcBef>
                <a:spcPts val="445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TLAB object paths</a:t>
            </a:r>
            <a:r>
              <a:rPr lang="en-US" sz="9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0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reference flags</a:t>
            </a:r>
            <a:r>
              <a:rPr lang="en-US" sz="9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0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</a:t>
            </a:r>
            <a:r>
              <a:rPr lang="en-US" sz="9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10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GC Region phases</a:t>
            </a:r>
            <a:r>
              <a:rPr lang="en-US" sz="9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0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concurrent sub</a:t>
            </a:r>
            <a:r>
              <a:rPr lang="en-US" sz="9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</a:t>
            </a:r>
            <a:r>
              <a:rPr lang="en-US" sz="10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ms ZGC execution</a:t>
            </a:r>
            <a:r>
              <a:rPr lang="en-US" sz="9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9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93" name="Google Shape;93;p2"/>
          <p:cNvGrpSpPr/>
          <p:nvPr/>
        </p:nvGrpSpPr>
        <p:grpSpPr>
          <a:xfrm>
            <a:off x="7096124" y="4210049"/>
            <a:ext cx="3114675" cy="1276351"/>
            <a:chOff x="7096124" y="4210049"/>
            <a:chExt cx="3114675" cy="1276351"/>
          </a:xfrm>
        </p:grpSpPr>
        <p:sp>
          <p:nvSpPr>
            <p:cNvPr id="94" name="Google Shape;94;p2"/>
            <p:cNvSpPr/>
            <p:nvPr/>
          </p:nvSpPr>
          <p:spPr>
            <a:xfrm>
              <a:off x="7096124" y="4210049"/>
              <a:ext cx="3114675" cy="1276350"/>
            </a:xfrm>
            <a:custGeom>
              <a:rect b="b" l="l" r="r" t="t"/>
              <a:pathLst>
                <a:path extrusionOk="0" h="1276350" w="3114675">
                  <a:moveTo>
                    <a:pt x="3019424" y="1276349"/>
                  </a:moveTo>
                  <a:lnTo>
                    <a:pt x="95249" y="1276349"/>
                  </a:lnTo>
                  <a:lnTo>
                    <a:pt x="85866" y="1275896"/>
                  </a:lnTo>
                  <a:lnTo>
                    <a:pt x="42321" y="1260311"/>
                  </a:lnTo>
                  <a:lnTo>
                    <a:pt x="11258" y="1226045"/>
                  </a:lnTo>
                  <a:lnTo>
                    <a:pt x="0" y="1181099"/>
                  </a:lnTo>
                  <a:lnTo>
                    <a:pt x="0" y="95249"/>
                  </a:lnTo>
                  <a:lnTo>
                    <a:pt x="11258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3019424" y="0"/>
                  </a:lnTo>
                  <a:lnTo>
                    <a:pt x="3064369" y="11259"/>
                  </a:lnTo>
                  <a:lnTo>
                    <a:pt x="3098635" y="42321"/>
                  </a:lnTo>
                  <a:lnTo>
                    <a:pt x="3114221" y="85866"/>
                  </a:lnTo>
                  <a:lnTo>
                    <a:pt x="3114674" y="95249"/>
                  </a:lnTo>
                  <a:lnTo>
                    <a:pt x="3114674" y="1181099"/>
                  </a:lnTo>
                  <a:lnTo>
                    <a:pt x="3103413" y="1226045"/>
                  </a:lnTo>
                  <a:lnTo>
                    <a:pt x="3072351" y="1260311"/>
                  </a:lnTo>
                  <a:lnTo>
                    <a:pt x="3028807" y="1275896"/>
                  </a:lnTo>
                  <a:lnTo>
                    <a:pt x="3019424" y="1276349"/>
                  </a:lnTo>
                  <a:close/>
                </a:path>
              </a:pathLst>
            </a:custGeom>
            <a:solidFill>
              <a:srgbClr val="FFFFFF">
                <a:alpha val="196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7096124" y="4210050"/>
              <a:ext cx="3114675" cy="1276350"/>
            </a:xfrm>
            <a:custGeom>
              <a:rect b="b" l="l" r="r" t="t"/>
              <a:pathLst>
                <a:path extrusionOk="0" h="1276350" w="3114675">
                  <a:moveTo>
                    <a:pt x="3019424" y="1276349"/>
                  </a:moveTo>
                  <a:lnTo>
                    <a:pt x="95249" y="1276349"/>
                  </a:lnTo>
                  <a:lnTo>
                    <a:pt x="85866" y="1275896"/>
                  </a:lnTo>
                  <a:lnTo>
                    <a:pt x="42321" y="1260311"/>
                  </a:lnTo>
                  <a:lnTo>
                    <a:pt x="11258" y="1226045"/>
                  </a:lnTo>
                  <a:lnTo>
                    <a:pt x="0" y="1181099"/>
                  </a:lnTo>
                  <a:lnTo>
                    <a:pt x="0" y="95249"/>
                  </a:lnTo>
                  <a:lnTo>
                    <a:pt x="11258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3019424" y="0"/>
                  </a:lnTo>
                  <a:lnTo>
                    <a:pt x="3060694" y="9524"/>
                  </a:lnTo>
                  <a:lnTo>
                    <a:pt x="89621" y="9524"/>
                  </a:lnTo>
                  <a:lnTo>
                    <a:pt x="84046" y="10073"/>
                  </a:lnTo>
                  <a:lnTo>
                    <a:pt x="42943" y="27099"/>
                  </a:lnTo>
                  <a:lnTo>
                    <a:pt x="18204" y="57244"/>
                  </a:lnTo>
                  <a:lnTo>
                    <a:pt x="9524" y="89621"/>
                  </a:lnTo>
                  <a:lnTo>
                    <a:pt x="9524" y="1186728"/>
                  </a:lnTo>
                  <a:lnTo>
                    <a:pt x="20844" y="1224045"/>
                  </a:lnTo>
                  <a:lnTo>
                    <a:pt x="52303" y="1255504"/>
                  </a:lnTo>
                  <a:lnTo>
                    <a:pt x="89621" y="1266824"/>
                  </a:lnTo>
                  <a:lnTo>
                    <a:pt x="3060693" y="1266824"/>
                  </a:lnTo>
                  <a:lnTo>
                    <a:pt x="3055874" y="1269099"/>
                  </a:lnTo>
                  <a:lnTo>
                    <a:pt x="3047032" y="1272271"/>
                  </a:lnTo>
                  <a:lnTo>
                    <a:pt x="3038009" y="1274536"/>
                  </a:lnTo>
                  <a:lnTo>
                    <a:pt x="3028807" y="1275896"/>
                  </a:lnTo>
                  <a:lnTo>
                    <a:pt x="3019424" y="1276349"/>
                  </a:lnTo>
                  <a:close/>
                </a:path>
                <a:path extrusionOk="0" h="1276350" w="3114675">
                  <a:moveTo>
                    <a:pt x="3060693" y="1266824"/>
                  </a:moveTo>
                  <a:lnTo>
                    <a:pt x="3025053" y="1266824"/>
                  </a:lnTo>
                  <a:lnTo>
                    <a:pt x="3030628" y="1266275"/>
                  </a:lnTo>
                  <a:lnTo>
                    <a:pt x="3041669" y="1264079"/>
                  </a:lnTo>
                  <a:lnTo>
                    <a:pt x="3076060" y="1245696"/>
                  </a:lnTo>
                  <a:lnTo>
                    <a:pt x="3100777" y="1208704"/>
                  </a:lnTo>
                  <a:lnTo>
                    <a:pt x="3105149" y="1186728"/>
                  </a:lnTo>
                  <a:lnTo>
                    <a:pt x="3105149" y="89621"/>
                  </a:lnTo>
                  <a:lnTo>
                    <a:pt x="3093828" y="52303"/>
                  </a:lnTo>
                  <a:lnTo>
                    <a:pt x="3062370" y="20845"/>
                  </a:lnTo>
                  <a:lnTo>
                    <a:pt x="3025053" y="9524"/>
                  </a:lnTo>
                  <a:lnTo>
                    <a:pt x="3060694" y="9524"/>
                  </a:lnTo>
                  <a:lnTo>
                    <a:pt x="3093090" y="34852"/>
                  </a:lnTo>
                  <a:lnTo>
                    <a:pt x="3112861" y="76663"/>
                  </a:lnTo>
                  <a:lnTo>
                    <a:pt x="3114674" y="1181099"/>
                  </a:lnTo>
                  <a:lnTo>
                    <a:pt x="3114221" y="1190482"/>
                  </a:lnTo>
                  <a:lnTo>
                    <a:pt x="3098635" y="1234027"/>
                  </a:lnTo>
                  <a:lnTo>
                    <a:pt x="3064369" y="1265089"/>
                  </a:lnTo>
                  <a:lnTo>
                    <a:pt x="3060693" y="1266824"/>
                  </a:lnTo>
                  <a:close/>
                </a:path>
              </a:pathLst>
            </a:custGeom>
            <a:solidFill>
              <a:srgbClr val="FFFFFF">
                <a:alpha val="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96" name="Google Shape;96;p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283350" y="4400549"/>
              <a:ext cx="168275" cy="165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7" name="Google Shape;97;p2"/>
          <p:cNvSpPr txBox="1"/>
          <p:nvPr/>
        </p:nvSpPr>
        <p:spPr>
          <a:xfrm>
            <a:off x="7261125" y="4250535"/>
            <a:ext cx="2771775" cy="922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925">
            <a:spAutoFit/>
          </a:bodyPr>
          <a:lstStyle/>
          <a:p>
            <a:pPr indent="0" lvl="0" marL="2705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Part VI</a:t>
            </a:r>
            <a:r>
              <a:rPr b="1" lang="en-US" sz="135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n-US" sz="14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Diagnostics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l">
              <a:lnSpc>
                <a:spcPct val="115599"/>
              </a:lnSpc>
              <a:spcBef>
                <a:spcPts val="409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MXBean deadlock checkers</a:t>
            </a:r>
            <a:r>
              <a:rPr lang="en-US" sz="9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0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thread dumps</a:t>
            </a:r>
            <a:r>
              <a:rPr lang="en-US" sz="9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0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MAT heap analyzer</a:t>
            </a:r>
            <a:r>
              <a:rPr lang="en-US" sz="9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0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JVM metrics collection configurations</a:t>
            </a:r>
            <a:r>
              <a:rPr lang="en-US" sz="9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9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1055615" y="1884414"/>
            <a:ext cx="8576100" cy="3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738B"/>
                </a:solidFill>
                <a:latin typeface="Courier New"/>
                <a:ea typeface="Courier New"/>
                <a:cs typeface="Courier New"/>
                <a:sym typeface="Courier New"/>
              </a:rPr>
              <a:t>For now, I can only create and edit one slide at a time. You can ask to edit this slide or create a new one.</a:t>
            </a:r>
            <a:endParaRPr sz="900">
              <a:solidFill>
                <a:srgbClr val="64738B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/>
          <p:nvPr/>
        </p:nvSpPr>
        <p:spPr>
          <a:xfrm>
            <a:off x="463549" y="2672410"/>
            <a:ext cx="1026794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8B00"/>
                </a:solidFill>
                <a:latin typeface="Arial"/>
                <a:ea typeface="Arial"/>
                <a:cs typeface="Arial"/>
                <a:sym typeface="Arial"/>
              </a:rPr>
              <a:t>M O D U L E I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49" y="3057524"/>
            <a:ext cx="9734549" cy="120014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3"/>
          <p:cNvSpPr txBox="1"/>
          <p:nvPr/>
        </p:nvSpPr>
        <p:spPr>
          <a:xfrm>
            <a:off x="463549" y="4329516"/>
            <a:ext cx="6527165" cy="53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163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Decoupling process memory boundaries</a:t>
            </a:r>
            <a:r>
              <a:rPr lang="en-US" sz="14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4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navigating JVM thread transitions</a:t>
            </a:r>
            <a:r>
              <a:rPr lang="en-US" sz="14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4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leveraging lightweight virtual concurrency</a:t>
            </a:r>
            <a:r>
              <a:rPr lang="en-US" sz="14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10" name="Google Shape;110;p4"/>
          <p:cNvSpPr txBox="1"/>
          <p:nvPr>
            <p:ph type="title"/>
          </p:nvPr>
        </p:nvSpPr>
        <p:spPr>
          <a:xfrm>
            <a:off x="463549" y="409883"/>
            <a:ext cx="5290820" cy="353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FF8B00"/>
                </a:solidFill>
              </a:rPr>
              <a:t>04. </a:t>
            </a:r>
            <a:r>
              <a:rPr lang="en-US"/>
              <a:t>Memory Boundaries</a:t>
            </a:r>
            <a:r>
              <a:rPr lang="en-US" sz="2050"/>
              <a:t>: </a:t>
            </a:r>
            <a:r>
              <a:rPr lang="en-US"/>
              <a:t>Process vs</a:t>
            </a:r>
            <a:r>
              <a:rPr lang="en-US" sz="2050"/>
              <a:t>. </a:t>
            </a:r>
            <a:r>
              <a:rPr lang="en-US"/>
              <a:t>Thread</a:t>
            </a:r>
            <a:endParaRPr sz="2050"/>
          </a:p>
        </p:txBody>
      </p:sp>
      <p:grpSp>
        <p:nvGrpSpPr>
          <p:cNvPr id="111" name="Google Shape;111;p4"/>
          <p:cNvGrpSpPr/>
          <p:nvPr/>
        </p:nvGrpSpPr>
        <p:grpSpPr>
          <a:xfrm>
            <a:off x="9020174" y="495299"/>
            <a:ext cx="1190625" cy="228601"/>
            <a:chOff x="9020174" y="495299"/>
            <a:chExt cx="1190625" cy="228601"/>
          </a:xfrm>
        </p:grpSpPr>
        <p:sp>
          <p:nvSpPr>
            <p:cNvPr id="112" name="Google Shape;112;p4"/>
            <p:cNvSpPr/>
            <p:nvPr/>
          </p:nvSpPr>
          <p:spPr>
            <a:xfrm>
              <a:off x="9020174" y="495300"/>
              <a:ext cx="1190625" cy="228600"/>
            </a:xfrm>
            <a:custGeom>
              <a:rect b="b" l="l" r="r" t="t"/>
              <a:pathLst>
                <a:path extrusionOk="0" h="228600" w="1190625">
                  <a:moveTo>
                    <a:pt x="1076324" y="228599"/>
                  </a:moveTo>
                  <a:lnTo>
                    <a:pt x="114299" y="228599"/>
                  </a:lnTo>
                  <a:lnTo>
                    <a:pt x="103039" y="228056"/>
                  </a:lnTo>
                  <a:lnTo>
                    <a:pt x="60363" y="215088"/>
                  </a:lnTo>
                  <a:lnTo>
                    <a:pt x="25899" y="186775"/>
                  </a:lnTo>
                  <a:lnTo>
                    <a:pt x="4892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0" y="60364"/>
                  </a:lnTo>
                  <a:lnTo>
                    <a:pt x="41822" y="25900"/>
                  </a:lnTo>
                  <a:lnTo>
                    <a:pt x="81168" y="4894"/>
                  </a:lnTo>
                  <a:lnTo>
                    <a:pt x="114299" y="0"/>
                  </a:lnTo>
                  <a:lnTo>
                    <a:pt x="1076324" y="0"/>
                  </a:lnTo>
                  <a:lnTo>
                    <a:pt x="1120064" y="8700"/>
                  </a:lnTo>
                  <a:lnTo>
                    <a:pt x="1157146" y="33477"/>
                  </a:lnTo>
                  <a:lnTo>
                    <a:pt x="1181922" y="70559"/>
                  </a:lnTo>
                  <a:lnTo>
                    <a:pt x="1190624" y="114299"/>
                  </a:lnTo>
                  <a:lnTo>
                    <a:pt x="1190080" y="125559"/>
                  </a:lnTo>
                  <a:lnTo>
                    <a:pt x="1177111" y="168235"/>
                  </a:lnTo>
                  <a:lnTo>
                    <a:pt x="1148800" y="202699"/>
                  </a:lnTo>
                  <a:lnTo>
                    <a:pt x="1109453" y="223705"/>
                  </a:lnTo>
                  <a:lnTo>
                    <a:pt x="1076324" y="228599"/>
                  </a:lnTo>
                  <a:close/>
                </a:path>
              </a:pathLst>
            </a:custGeom>
            <a:solidFill>
              <a:srgbClr val="0567E1">
                <a:alpha val="1215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9020174" y="495299"/>
              <a:ext cx="1190625" cy="228600"/>
            </a:xfrm>
            <a:custGeom>
              <a:rect b="b" l="l" r="r" t="t"/>
              <a:pathLst>
                <a:path extrusionOk="0" h="228600" w="1190625">
                  <a:moveTo>
                    <a:pt x="1076324" y="228599"/>
                  </a:moveTo>
                  <a:lnTo>
                    <a:pt x="114299" y="228599"/>
                  </a:lnTo>
                  <a:lnTo>
                    <a:pt x="103039" y="228056"/>
                  </a:lnTo>
                  <a:lnTo>
                    <a:pt x="60363" y="215088"/>
                  </a:lnTo>
                  <a:lnTo>
                    <a:pt x="25899" y="186775"/>
                  </a:lnTo>
                  <a:lnTo>
                    <a:pt x="4892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0" y="60364"/>
                  </a:lnTo>
                  <a:lnTo>
                    <a:pt x="41822" y="25900"/>
                  </a:lnTo>
                  <a:lnTo>
                    <a:pt x="81168" y="4894"/>
                  </a:lnTo>
                  <a:lnTo>
                    <a:pt x="114299" y="0"/>
                  </a:lnTo>
                  <a:lnTo>
                    <a:pt x="1076324" y="0"/>
                  </a:lnTo>
                  <a:lnTo>
                    <a:pt x="1120064" y="8700"/>
                  </a:lnTo>
                  <a:lnTo>
                    <a:pt x="1121811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121179"/>
                  </a:lnTo>
                  <a:lnTo>
                    <a:pt x="20133" y="160751"/>
                  </a:lnTo>
                  <a:lnTo>
                    <a:pt x="45077" y="193251"/>
                  </a:lnTo>
                  <a:lnTo>
                    <a:pt x="80560" y="213732"/>
                  </a:lnTo>
                  <a:lnTo>
                    <a:pt x="107420" y="219074"/>
                  </a:lnTo>
                  <a:lnTo>
                    <a:pt x="1121810" y="219074"/>
                  </a:lnTo>
                  <a:lnTo>
                    <a:pt x="1120064" y="219899"/>
                  </a:lnTo>
                  <a:lnTo>
                    <a:pt x="1109453" y="223705"/>
                  </a:lnTo>
                  <a:lnTo>
                    <a:pt x="1098626" y="226424"/>
                  </a:lnTo>
                  <a:lnTo>
                    <a:pt x="1087583" y="228056"/>
                  </a:lnTo>
                  <a:lnTo>
                    <a:pt x="1076324" y="228599"/>
                  </a:lnTo>
                  <a:close/>
                </a:path>
                <a:path extrusionOk="0" h="228600" w="1190625">
                  <a:moveTo>
                    <a:pt x="1121810" y="219074"/>
                  </a:moveTo>
                  <a:lnTo>
                    <a:pt x="1083204" y="219074"/>
                  </a:lnTo>
                  <a:lnTo>
                    <a:pt x="1090017" y="218403"/>
                  </a:lnTo>
                  <a:lnTo>
                    <a:pt x="1103512" y="215719"/>
                  </a:lnTo>
                  <a:lnTo>
                    <a:pt x="1140254" y="197595"/>
                  </a:lnTo>
                  <a:lnTo>
                    <a:pt x="1167263" y="166789"/>
                  </a:lnTo>
                  <a:lnTo>
                    <a:pt x="1180428" y="127993"/>
                  </a:lnTo>
                  <a:lnTo>
                    <a:pt x="1181099" y="121179"/>
                  </a:lnTo>
                  <a:lnTo>
                    <a:pt x="1181099" y="107420"/>
                  </a:lnTo>
                  <a:lnTo>
                    <a:pt x="1170491" y="67848"/>
                  </a:lnTo>
                  <a:lnTo>
                    <a:pt x="1145547" y="35348"/>
                  </a:lnTo>
                  <a:lnTo>
                    <a:pt x="1110064" y="14867"/>
                  </a:lnTo>
                  <a:lnTo>
                    <a:pt x="1083204" y="9524"/>
                  </a:lnTo>
                  <a:lnTo>
                    <a:pt x="1121811" y="9524"/>
                  </a:lnTo>
                  <a:lnTo>
                    <a:pt x="1157146" y="33477"/>
                  </a:lnTo>
                  <a:lnTo>
                    <a:pt x="1181922" y="70559"/>
                  </a:lnTo>
                  <a:lnTo>
                    <a:pt x="1190624" y="114299"/>
                  </a:lnTo>
                  <a:lnTo>
                    <a:pt x="1190080" y="125559"/>
                  </a:lnTo>
                  <a:lnTo>
                    <a:pt x="1177111" y="168235"/>
                  </a:lnTo>
                  <a:lnTo>
                    <a:pt x="1148800" y="202699"/>
                  </a:lnTo>
                  <a:lnTo>
                    <a:pt x="1130259" y="215088"/>
                  </a:lnTo>
                  <a:lnTo>
                    <a:pt x="1121810" y="219074"/>
                  </a:lnTo>
                  <a:close/>
                </a:path>
              </a:pathLst>
            </a:custGeom>
            <a:solidFill>
              <a:srgbClr val="0567E1">
                <a:alpha val="3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4" name="Google Shape;114;p4"/>
          <p:cNvSpPr txBox="1"/>
          <p:nvPr/>
        </p:nvSpPr>
        <p:spPr>
          <a:xfrm>
            <a:off x="9133830" y="523830"/>
            <a:ext cx="951865" cy="159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567E1"/>
                </a:solidFill>
                <a:latin typeface="Arial"/>
                <a:ea typeface="Arial"/>
                <a:cs typeface="Arial"/>
                <a:sym typeface="Arial"/>
              </a:rPr>
              <a:t>F OU N DATI ON S</a:t>
            </a:r>
            <a:endParaRPr sz="8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" name="Google Shape;115;p4"/>
          <p:cNvGrpSpPr/>
          <p:nvPr/>
        </p:nvGrpSpPr>
        <p:grpSpPr>
          <a:xfrm>
            <a:off x="5491161" y="2900361"/>
            <a:ext cx="4714875" cy="2352675"/>
            <a:chOff x="5491161" y="2900361"/>
            <a:chExt cx="4714875" cy="2352675"/>
          </a:xfrm>
        </p:grpSpPr>
        <p:sp>
          <p:nvSpPr>
            <p:cNvPr id="116" name="Google Shape;116;p4"/>
            <p:cNvSpPr/>
            <p:nvPr/>
          </p:nvSpPr>
          <p:spPr>
            <a:xfrm>
              <a:off x="5491161" y="2900361"/>
              <a:ext cx="4714875" cy="2352675"/>
            </a:xfrm>
            <a:custGeom>
              <a:rect b="b" l="l" r="r" t="t"/>
              <a:pathLst>
                <a:path extrusionOk="0" h="2352675" w="4714875">
                  <a:moveTo>
                    <a:pt x="0" y="2281237"/>
                  </a:moveTo>
                  <a:lnTo>
                    <a:pt x="0" y="71437"/>
                  </a:lnTo>
                  <a:lnTo>
                    <a:pt x="0" y="66747"/>
                  </a:lnTo>
                  <a:lnTo>
                    <a:pt x="457" y="62101"/>
                  </a:lnTo>
                  <a:lnTo>
                    <a:pt x="1372" y="57501"/>
                  </a:lnTo>
                  <a:lnTo>
                    <a:pt x="2287" y="52898"/>
                  </a:lnTo>
                  <a:lnTo>
                    <a:pt x="3642" y="48431"/>
                  </a:lnTo>
                  <a:lnTo>
                    <a:pt x="20923" y="20924"/>
                  </a:lnTo>
                  <a:lnTo>
                    <a:pt x="24240" y="17606"/>
                  </a:lnTo>
                  <a:lnTo>
                    <a:pt x="62101" y="458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4643437" y="0"/>
                  </a:lnTo>
                  <a:lnTo>
                    <a:pt x="4648126" y="0"/>
                  </a:lnTo>
                  <a:lnTo>
                    <a:pt x="4652772" y="458"/>
                  </a:lnTo>
                  <a:lnTo>
                    <a:pt x="4690633" y="17606"/>
                  </a:lnTo>
                  <a:lnTo>
                    <a:pt x="4693950" y="20924"/>
                  </a:lnTo>
                  <a:lnTo>
                    <a:pt x="4697268" y="24240"/>
                  </a:lnTo>
                  <a:lnTo>
                    <a:pt x="4700228" y="27847"/>
                  </a:lnTo>
                  <a:lnTo>
                    <a:pt x="4702834" y="31746"/>
                  </a:lnTo>
                  <a:lnTo>
                    <a:pt x="4705439" y="35646"/>
                  </a:lnTo>
                  <a:lnTo>
                    <a:pt x="4713501" y="57501"/>
                  </a:lnTo>
                  <a:lnTo>
                    <a:pt x="4714417" y="62101"/>
                  </a:lnTo>
                  <a:lnTo>
                    <a:pt x="4714875" y="66747"/>
                  </a:lnTo>
                  <a:lnTo>
                    <a:pt x="4714875" y="71437"/>
                  </a:lnTo>
                  <a:lnTo>
                    <a:pt x="4714875" y="2281237"/>
                  </a:lnTo>
                  <a:lnTo>
                    <a:pt x="4714875" y="2285927"/>
                  </a:lnTo>
                  <a:lnTo>
                    <a:pt x="4714417" y="2290571"/>
                  </a:lnTo>
                  <a:lnTo>
                    <a:pt x="4702834" y="2320921"/>
                  </a:lnTo>
                  <a:lnTo>
                    <a:pt x="4700228" y="2324822"/>
                  </a:lnTo>
                  <a:lnTo>
                    <a:pt x="4683124" y="2340631"/>
                  </a:lnTo>
                  <a:lnTo>
                    <a:pt x="4679225" y="2343238"/>
                  </a:lnTo>
                  <a:lnTo>
                    <a:pt x="4657372" y="2351300"/>
                  </a:lnTo>
                  <a:lnTo>
                    <a:pt x="4652772" y="2352216"/>
                  </a:lnTo>
                  <a:lnTo>
                    <a:pt x="4648126" y="2352674"/>
                  </a:lnTo>
                  <a:lnTo>
                    <a:pt x="4643437" y="2352674"/>
                  </a:lnTo>
                  <a:lnTo>
                    <a:pt x="71438" y="2352674"/>
                  </a:lnTo>
                  <a:lnTo>
                    <a:pt x="66747" y="2352674"/>
                  </a:lnTo>
                  <a:lnTo>
                    <a:pt x="62101" y="2352216"/>
                  </a:lnTo>
                  <a:lnTo>
                    <a:pt x="57501" y="2351300"/>
                  </a:lnTo>
                  <a:lnTo>
                    <a:pt x="52900" y="2350386"/>
                  </a:lnTo>
                  <a:lnTo>
                    <a:pt x="31749" y="2340633"/>
                  </a:lnTo>
                  <a:lnTo>
                    <a:pt x="27848" y="2338027"/>
                  </a:lnTo>
                  <a:lnTo>
                    <a:pt x="12039" y="2320921"/>
                  </a:lnTo>
                  <a:lnTo>
                    <a:pt x="9433" y="2317020"/>
                  </a:lnTo>
                  <a:lnTo>
                    <a:pt x="7232" y="2312905"/>
                  </a:lnTo>
                  <a:lnTo>
                    <a:pt x="5437" y="2308570"/>
                  </a:lnTo>
                  <a:lnTo>
                    <a:pt x="3642" y="2304238"/>
                  </a:lnTo>
                  <a:lnTo>
                    <a:pt x="2287" y="2299771"/>
                  </a:lnTo>
                  <a:lnTo>
                    <a:pt x="1372" y="2295173"/>
                  </a:lnTo>
                  <a:lnTo>
                    <a:pt x="457" y="2290571"/>
                  </a:lnTo>
                  <a:lnTo>
                    <a:pt x="0" y="2285927"/>
                  </a:lnTo>
                  <a:lnTo>
                    <a:pt x="0" y="2281237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4"/>
            <p:cNvSpPr/>
            <p:nvPr/>
          </p:nvSpPr>
          <p:spPr>
            <a:xfrm>
              <a:off x="5495924" y="2905124"/>
              <a:ext cx="4705350" cy="314325"/>
            </a:xfrm>
            <a:custGeom>
              <a:rect b="b" l="l" r="r" t="t"/>
              <a:pathLst>
                <a:path extrusionOk="0" h="314325" w="4705350">
                  <a:moveTo>
                    <a:pt x="4705349" y="314324"/>
                  </a:moveTo>
                  <a:lnTo>
                    <a:pt x="0" y="314324"/>
                  </a:lnTo>
                  <a:lnTo>
                    <a:pt x="0" y="66676"/>
                  </a:lnTo>
                  <a:lnTo>
                    <a:pt x="11226" y="29626"/>
                  </a:lnTo>
                  <a:lnTo>
                    <a:pt x="41158" y="5076"/>
                  </a:lnTo>
                  <a:lnTo>
                    <a:pt x="66675" y="0"/>
                  </a:lnTo>
                  <a:lnTo>
                    <a:pt x="4638675" y="0"/>
                  </a:lnTo>
                  <a:lnTo>
                    <a:pt x="4675723" y="11227"/>
                  </a:lnTo>
                  <a:lnTo>
                    <a:pt x="4700272" y="41160"/>
                  </a:lnTo>
                  <a:lnTo>
                    <a:pt x="4705349" y="314324"/>
                  </a:lnTo>
                  <a:close/>
                </a:path>
              </a:pathLst>
            </a:custGeom>
            <a:solidFill>
              <a:srgbClr val="FFFFFF">
                <a:alpha val="3137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4"/>
            <p:cNvSpPr/>
            <p:nvPr/>
          </p:nvSpPr>
          <p:spPr>
            <a:xfrm>
              <a:off x="5495924" y="3209923"/>
              <a:ext cx="4705350" cy="9525"/>
            </a:xfrm>
            <a:custGeom>
              <a:rect b="b" l="l" r="r" t="t"/>
              <a:pathLst>
                <a:path extrusionOk="0" h="9525" w="4705350">
                  <a:moveTo>
                    <a:pt x="47053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4705349" y="0"/>
                  </a:lnTo>
                  <a:lnTo>
                    <a:pt x="4705349" y="9524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4"/>
            <p:cNvSpPr/>
            <p:nvPr/>
          </p:nvSpPr>
          <p:spPr>
            <a:xfrm>
              <a:off x="5495925" y="3219449"/>
              <a:ext cx="4705350" cy="2028825"/>
            </a:xfrm>
            <a:custGeom>
              <a:rect b="b" l="l" r="r" t="t"/>
              <a:pathLst>
                <a:path extrusionOk="0" h="2028825" w="4705350">
                  <a:moveTo>
                    <a:pt x="4638674" y="2028824"/>
                  </a:moveTo>
                  <a:lnTo>
                    <a:pt x="66674" y="2028824"/>
                  </a:lnTo>
                  <a:lnTo>
                    <a:pt x="60106" y="2028507"/>
                  </a:lnTo>
                  <a:lnTo>
                    <a:pt x="24396" y="2013715"/>
                  </a:lnTo>
                  <a:lnTo>
                    <a:pt x="2854" y="1981474"/>
                  </a:lnTo>
                  <a:lnTo>
                    <a:pt x="0" y="1962149"/>
                  </a:lnTo>
                  <a:lnTo>
                    <a:pt x="0" y="0"/>
                  </a:lnTo>
                  <a:lnTo>
                    <a:pt x="4705349" y="0"/>
                  </a:lnTo>
                  <a:lnTo>
                    <a:pt x="4705349" y="1962149"/>
                  </a:lnTo>
                  <a:lnTo>
                    <a:pt x="4694121" y="1999198"/>
                  </a:lnTo>
                  <a:lnTo>
                    <a:pt x="4664188" y="2023748"/>
                  </a:lnTo>
                  <a:lnTo>
                    <a:pt x="4638674" y="2028824"/>
                  </a:lnTo>
                  <a:close/>
                </a:path>
              </a:pathLst>
            </a:custGeom>
            <a:solidFill>
              <a:srgbClr val="03050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0" name="Google Shape;120;p4"/>
          <p:cNvSpPr txBox="1"/>
          <p:nvPr/>
        </p:nvSpPr>
        <p:spPr>
          <a:xfrm>
            <a:off x="5635624" y="2957141"/>
            <a:ext cx="4613400" cy="21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94A2B8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Context Thread Extraction</a:t>
            </a:r>
            <a:endParaRPr sz="100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</a:t>
            </a:r>
            <a:r>
              <a:rPr lang="en-US" sz="900">
                <a:solidFill>
                  <a:srgbClr val="37BDF7"/>
                </a:solidFill>
                <a:latin typeface="Courier New"/>
                <a:ea typeface="Courier New"/>
                <a:cs typeface="Courier New"/>
                <a:sym typeface="Courier New"/>
              </a:rPr>
              <a:t>IdentityTracker 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9085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public static void 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logState() {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586105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7BDF7"/>
                </a:solidFill>
                <a:latin typeface="Courier New"/>
                <a:ea typeface="Courier New"/>
                <a:cs typeface="Courier New"/>
                <a:sym typeface="Courier New"/>
              </a:rPr>
              <a:t>Thread 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current = </a:t>
            </a:r>
            <a:r>
              <a:rPr lang="en-US" sz="900">
                <a:solidFill>
                  <a:srgbClr val="37BDF7"/>
                </a:solidFill>
                <a:latin typeface="Courier New"/>
                <a:ea typeface="Courier New"/>
                <a:cs typeface="Courier New"/>
                <a:sym typeface="Courier New"/>
              </a:rPr>
              <a:t>Thread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.currentThread();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-287020" lvl="0" marL="872490" marR="508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7BDF7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.out.printf(</a:t>
            </a:r>
            <a:r>
              <a:rPr lang="en-US" sz="900">
                <a:solidFill>
                  <a:srgbClr val="0FB981"/>
                </a:solidFill>
                <a:latin typeface="Courier New"/>
                <a:ea typeface="Courier New"/>
                <a:cs typeface="Courier New"/>
                <a:sym typeface="Courier New"/>
              </a:rPr>
              <a:t>"Running on Thread '%s' (ID: %d, Prior 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current.getName()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872490" marR="2226945" rtl="0" algn="l">
              <a:lnSpc>
                <a:spcPct val="125000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current.getId(), current.getPriority()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586105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9085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21" name="Google Shape;12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225" y="3994150"/>
            <a:ext cx="50800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4"/>
          <p:cNvSpPr txBox="1"/>
          <p:nvPr/>
        </p:nvSpPr>
        <p:spPr>
          <a:xfrm>
            <a:off x="463549" y="2924491"/>
            <a:ext cx="4643755" cy="2252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Data Sharing vs</a:t>
            </a:r>
            <a:r>
              <a:rPr b="1" lang="en-US" sz="16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1" lang="en-US" sz="15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Safety Isolation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 the OS level, processes represent isolated virtual address spaces.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114935" rtl="0" algn="l">
              <a:lnSpc>
                <a:spcPct val="144166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Communication requires expensive IPC. Threads run cooperatively within a process boundary.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241300" marR="74930" rtl="0" algn="l">
              <a:lnSpc>
                <a:spcPct val="110200"/>
              </a:lnSpc>
              <a:spcBef>
                <a:spcPts val="725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Shared Heap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Objects, classes, and static variables live in a single garbage-collected pool. Accessible by all threads, introducing critical state races.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241300" marR="11430" rtl="0" algn="l">
              <a:lnSpc>
                <a:spcPct val="110200"/>
              </a:lnSpc>
              <a:spcBef>
                <a:spcPts val="465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Private Stacks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thread owns a private frame stack. Local parameters and primitive variables are physically isolated, ensuring natural thread safety.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3" name="Google Shape;12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225" y="4651375"/>
            <a:ext cx="50800" cy="8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28" name="Google Shape;128;p5"/>
          <p:cNvSpPr txBox="1"/>
          <p:nvPr>
            <p:ph type="title"/>
          </p:nvPr>
        </p:nvSpPr>
        <p:spPr>
          <a:xfrm>
            <a:off x="463549" y="409883"/>
            <a:ext cx="5290820" cy="353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FF8B00"/>
                </a:solidFill>
              </a:rPr>
              <a:t>05.  </a:t>
            </a:r>
            <a:r>
              <a:rPr lang="en-US"/>
              <a:t>JVM Thread State Transitions</a:t>
            </a:r>
            <a:endParaRPr sz="2050"/>
          </a:p>
        </p:txBody>
      </p:sp>
      <p:grpSp>
        <p:nvGrpSpPr>
          <p:cNvPr id="129" name="Google Shape;129;p5"/>
          <p:cNvGrpSpPr/>
          <p:nvPr/>
        </p:nvGrpSpPr>
        <p:grpSpPr>
          <a:xfrm>
            <a:off x="9020174" y="495298"/>
            <a:ext cx="1190625" cy="228601"/>
            <a:chOff x="9020174" y="495298"/>
            <a:chExt cx="1190625" cy="228601"/>
          </a:xfrm>
        </p:grpSpPr>
        <p:sp>
          <p:nvSpPr>
            <p:cNvPr id="130" name="Google Shape;130;p5"/>
            <p:cNvSpPr/>
            <p:nvPr/>
          </p:nvSpPr>
          <p:spPr>
            <a:xfrm>
              <a:off x="9020174" y="495298"/>
              <a:ext cx="1190625" cy="228600"/>
            </a:xfrm>
            <a:custGeom>
              <a:rect b="b" l="l" r="r" t="t"/>
              <a:pathLst>
                <a:path extrusionOk="0" h="228600" w="1190625">
                  <a:moveTo>
                    <a:pt x="1076324" y="228599"/>
                  </a:moveTo>
                  <a:lnTo>
                    <a:pt x="114299" y="228599"/>
                  </a:lnTo>
                  <a:lnTo>
                    <a:pt x="103039" y="228056"/>
                  </a:lnTo>
                  <a:lnTo>
                    <a:pt x="60363" y="215088"/>
                  </a:lnTo>
                  <a:lnTo>
                    <a:pt x="25899" y="186775"/>
                  </a:lnTo>
                  <a:lnTo>
                    <a:pt x="4892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0" y="60364"/>
                  </a:lnTo>
                  <a:lnTo>
                    <a:pt x="41822" y="25900"/>
                  </a:lnTo>
                  <a:lnTo>
                    <a:pt x="81168" y="4894"/>
                  </a:lnTo>
                  <a:lnTo>
                    <a:pt x="114299" y="0"/>
                  </a:lnTo>
                  <a:lnTo>
                    <a:pt x="1076324" y="0"/>
                  </a:lnTo>
                  <a:lnTo>
                    <a:pt x="1120064" y="8700"/>
                  </a:lnTo>
                  <a:lnTo>
                    <a:pt x="1157146" y="33477"/>
                  </a:lnTo>
                  <a:lnTo>
                    <a:pt x="1181922" y="70559"/>
                  </a:lnTo>
                  <a:lnTo>
                    <a:pt x="1190624" y="114299"/>
                  </a:lnTo>
                  <a:lnTo>
                    <a:pt x="1190080" y="125559"/>
                  </a:lnTo>
                  <a:lnTo>
                    <a:pt x="1177111" y="168235"/>
                  </a:lnTo>
                  <a:lnTo>
                    <a:pt x="1148800" y="202699"/>
                  </a:lnTo>
                  <a:lnTo>
                    <a:pt x="1109453" y="223705"/>
                  </a:lnTo>
                  <a:lnTo>
                    <a:pt x="1076324" y="228599"/>
                  </a:lnTo>
                  <a:close/>
                </a:path>
              </a:pathLst>
            </a:custGeom>
            <a:solidFill>
              <a:srgbClr val="0567E1">
                <a:alpha val="1215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5"/>
            <p:cNvSpPr/>
            <p:nvPr/>
          </p:nvSpPr>
          <p:spPr>
            <a:xfrm>
              <a:off x="9020174" y="495299"/>
              <a:ext cx="1190625" cy="228600"/>
            </a:xfrm>
            <a:custGeom>
              <a:rect b="b" l="l" r="r" t="t"/>
              <a:pathLst>
                <a:path extrusionOk="0" h="228600" w="1190625">
                  <a:moveTo>
                    <a:pt x="1076324" y="228599"/>
                  </a:moveTo>
                  <a:lnTo>
                    <a:pt x="114299" y="228599"/>
                  </a:lnTo>
                  <a:lnTo>
                    <a:pt x="103039" y="228056"/>
                  </a:lnTo>
                  <a:lnTo>
                    <a:pt x="60363" y="215088"/>
                  </a:lnTo>
                  <a:lnTo>
                    <a:pt x="25899" y="186775"/>
                  </a:lnTo>
                  <a:lnTo>
                    <a:pt x="4892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0" y="60364"/>
                  </a:lnTo>
                  <a:lnTo>
                    <a:pt x="41822" y="25900"/>
                  </a:lnTo>
                  <a:lnTo>
                    <a:pt x="81168" y="4894"/>
                  </a:lnTo>
                  <a:lnTo>
                    <a:pt x="114299" y="0"/>
                  </a:lnTo>
                  <a:lnTo>
                    <a:pt x="1076324" y="0"/>
                  </a:lnTo>
                  <a:lnTo>
                    <a:pt x="1120064" y="8700"/>
                  </a:lnTo>
                  <a:lnTo>
                    <a:pt x="1121811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121179"/>
                  </a:lnTo>
                  <a:lnTo>
                    <a:pt x="20133" y="160751"/>
                  </a:lnTo>
                  <a:lnTo>
                    <a:pt x="45077" y="193251"/>
                  </a:lnTo>
                  <a:lnTo>
                    <a:pt x="80560" y="213732"/>
                  </a:lnTo>
                  <a:lnTo>
                    <a:pt x="107420" y="219074"/>
                  </a:lnTo>
                  <a:lnTo>
                    <a:pt x="1121810" y="219074"/>
                  </a:lnTo>
                  <a:lnTo>
                    <a:pt x="1120064" y="219899"/>
                  </a:lnTo>
                  <a:lnTo>
                    <a:pt x="1109453" y="223705"/>
                  </a:lnTo>
                  <a:lnTo>
                    <a:pt x="1098626" y="226424"/>
                  </a:lnTo>
                  <a:lnTo>
                    <a:pt x="1087583" y="228056"/>
                  </a:lnTo>
                  <a:lnTo>
                    <a:pt x="1076324" y="228599"/>
                  </a:lnTo>
                  <a:close/>
                </a:path>
                <a:path extrusionOk="0" h="228600" w="1190625">
                  <a:moveTo>
                    <a:pt x="1121810" y="219074"/>
                  </a:moveTo>
                  <a:lnTo>
                    <a:pt x="1083204" y="219074"/>
                  </a:lnTo>
                  <a:lnTo>
                    <a:pt x="1090017" y="218403"/>
                  </a:lnTo>
                  <a:lnTo>
                    <a:pt x="1103512" y="215719"/>
                  </a:lnTo>
                  <a:lnTo>
                    <a:pt x="1140254" y="197595"/>
                  </a:lnTo>
                  <a:lnTo>
                    <a:pt x="1167263" y="166789"/>
                  </a:lnTo>
                  <a:lnTo>
                    <a:pt x="1180428" y="127993"/>
                  </a:lnTo>
                  <a:lnTo>
                    <a:pt x="1181099" y="121179"/>
                  </a:lnTo>
                  <a:lnTo>
                    <a:pt x="1181099" y="107420"/>
                  </a:lnTo>
                  <a:lnTo>
                    <a:pt x="1170491" y="67848"/>
                  </a:lnTo>
                  <a:lnTo>
                    <a:pt x="1145547" y="35348"/>
                  </a:lnTo>
                  <a:lnTo>
                    <a:pt x="1110064" y="14867"/>
                  </a:lnTo>
                  <a:lnTo>
                    <a:pt x="1083204" y="9524"/>
                  </a:lnTo>
                  <a:lnTo>
                    <a:pt x="1121811" y="9524"/>
                  </a:lnTo>
                  <a:lnTo>
                    <a:pt x="1157146" y="33477"/>
                  </a:lnTo>
                  <a:lnTo>
                    <a:pt x="1181922" y="70559"/>
                  </a:lnTo>
                  <a:lnTo>
                    <a:pt x="1190624" y="114299"/>
                  </a:lnTo>
                  <a:lnTo>
                    <a:pt x="1190080" y="125559"/>
                  </a:lnTo>
                  <a:lnTo>
                    <a:pt x="1177111" y="168235"/>
                  </a:lnTo>
                  <a:lnTo>
                    <a:pt x="1148800" y="202699"/>
                  </a:lnTo>
                  <a:lnTo>
                    <a:pt x="1130259" y="215088"/>
                  </a:lnTo>
                  <a:lnTo>
                    <a:pt x="1121810" y="219074"/>
                  </a:lnTo>
                  <a:close/>
                </a:path>
              </a:pathLst>
            </a:custGeom>
            <a:solidFill>
              <a:srgbClr val="0567E1">
                <a:alpha val="3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" name="Google Shape;132;p5"/>
          <p:cNvSpPr txBox="1"/>
          <p:nvPr/>
        </p:nvSpPr>
        <p:spPr>
          <a:xfrm>
            <a:off x="9133830" y="523830"/>
            <a:ext cx="951865" cy="159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567E1"/>
                </a:solidFill>
                <a:latin typeface="Arial"/>
                <a:ea typeface="Arial"/>
                <a:cs typeface="Arial"/>
                <a:sym typeface="Arial"/>
              </a:rPr>
              <a:t>F OU N DATI ON S</a:t>
            </a:r>
            <a:endParaRPr sz="8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3" name="Google Shape;133;p5"/>
          <p:cNvGrpSpPr/>
          <p:nvPr/>
        </p:nvGrpSpPr>
        <p:grpSpPr>
          <a:xfrm>
            <a:off x="476237" y="2428873"/>
            <a:ext cx="4724412" cy="3409963"/>
            <a:chOff x="476237" y="2428873"/>
            <a:chExt cx="4724412" cy="3409963"/>
          </a:xfrm>
        </p:grpSpPr>
        <p:sp>
          <p:nvSpPr>
            <p:cNvPr id="134" name="Google Shape;134;p5"/>
            <p:cNvSpPr/>
            <p:nvPr/>
          </p:nvSpPr>
          <p:spPr>
            <a:xfrm>
              <a:off x="476249" y="2428873"/>
              <a:ext cx="4724400" cy="3409950"/>
            </a:xfrm>
            <a:custGeom>
              <a:rect b="b" l="l" r="r" t="t"/>
              <a:pathLst>
                <a:path extrusionOk="0" h="3409950" w="4724400">
                  <a:moveTo>
                    <a:pt x="4629149" y="3409949"/>
                  </a:moveTo>
                  <a:lnTo>
                    <a:pt x="95249" y="3409949"/>
                  </a:lnTo>
                  <a:lnTo>
                    <a:pt x="85866" y="3409496"/>
                  </a:lnTo>
                  <a:lnTo>
                    <a:pt x="42321" y="3393911"/>
                  </a:lnTo>
                  <a:lnTo>
                    <a:pt x="11259" y="3359644"/>
                  </a:lnTo>
                  <a:lnTo>
                    <a:pt x="0" y="331469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4629149" y="0"/>
                  </a:lnTo>
                  <a:lnTo>
                    <a:pt x="4674095" y="11259"/>
                  </a:lnTo>
                  <a:lnTo>
                    <a:pt x="4708361" y="42321"/>
                  </a:lnTo>
                  <a:lnTo>
                    <a:pt x="4723946" y="85866"/>
                  </a:lnTo>
                  <a:lnTo>
                    <a:pt x="4724399" y="95249"/>
                  </a:lnTo>
                  <a:lnTo>
                    <a:pt x="4724399" y="3314699"/>
                  </a:lnTo>
                  <a:lnTo>
                    <a:pt x="4713139" y="3359644"/>
                  </a:lnTo>
                  <a:lnTo>
                    <a:pt x="4682077" y="3393911"/>
                  </a:lnTo>
                  <a:lnTo>
                    <a:pt x="4638532" y="3409496"/>
                  </a:lnTo>
                  <a:lnTo>
                    <a:pt x="4629149" y="3409949"/>
                  </a:lnTo>
                  <a:close/>
                </a:path>
              </a:pathLst>
            </a:custGeom>
            <a:solidFill>
              <a:srgbClr val="05091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5"/>
            <p:cNvSpPr/>
            <p:nvPr/>
          </p:nvSpPr>
          <p:spPr>
            <a:xfrm>
              <a:off x="476237" y="2428886"/>
              <a:ext cx="4724400" cy="3409950"/>
            </a:xfrm>
            <a:custGeom>
              <a:rect b="b" l="l" r="r" t="t"/>
              <a:pathLst>
                <a:path extrusionOk="0" h="3409950" w="4724400">
                  <a:moveTo>
                    <a:pt x="9525" y="3255835"/>
                  </a:moveTo>
                  <a:lnTo>
                    <a:pt x="0" y="3255835"/>
                  </a:lnTo>
                  <a:lnTo>
                    <a:pt x="0" y="3284410"/>
                  </a:lnTo>
                  <a:lnTo>
                    <a:pt x="9525" y="3284410"/>
                  </a:lnTo>
                  <a:lnTo>
                    <a:pt x="9525" y="3255835"/>
                  </a:lnTo>
                  <a:close/>
                </a:path>
                <a:path extrusionOk="0" h="3409950" w="4724400">
                  <a:moveTo>
                    <a:pt x="9525" y="3208210"/>
                  </a:moveTo>
                  <a:lnTo>
                    <a:pt x="0" y="3208210"/>
                  </a:lnTo>
                  <a:lnTo>
                    <a:pt x="0" y="3236785"/>
                  </a:lnTo>
                  <a:lnTo>
                    <a:pt x="9525" y="3236785"/>
                  </a:lnTo>
                  <a:lnTo>
                    <a:pt x="9525" y="3208210"/>
                  </a:lnTo>
                  <a:close/>
                </a:path>
                <a:path extrusionOk="0" h="3409950" w="4724400">
                  <a:moveTo>
                    <a:pt x="9525" y="3160585"/>
                  </a:moveTo>
                  <a:lnTo>
                    <a:pt x="0" y="3160585"/>
                  </a:lnTo>
                  <a:lnTo>
                    <a:pt x="0" y="3189160"/>
                  </a:lnTo>
                  <a:lnTo>
                    <a:pt x="9525" y="3189160"/>
                  </a:lnTo>
                  <a:lnTo>
                    <a:pt x="9525" y="3160585"/>
                  </a:lnTo>
                  <a:close/>
                </a:path>
                <a:path extrusionOk="0" h="3409950" w="4724400">
                  <a:moveTo>
                    <a:pt x="9525" y="3112960"/>
                  </a:moveTo>
                  <a:lnTo>
                    <a:pt x="0" y="3112960"/>
                  </a:lnTo>
                  <a:lnTo>
                    <a:pt x="0" y="3141535"/>
                  </a:lnTo>
                  <a:lnTo>
                    <a:pt x="9525" y="3141535"/>
                  </a:lnTo>
                  <a:lnTo>
                    <a:pt x="9525" y="3112960"/>
                  </a:lnTo>
                  <a:close/>
                </a:path>
                <a:path extrusionOk="0" h="3409950" w="4724400">
                  <a:moveTo>
                    <a:pt x="9525" y="3065335"/>
                  </a:moveTo>
                  <a:lnTo>
                    <a:pt x="0" y="3065335"/>
                  </a:lnTo>
                  <a:lnTo>
                    <a:pt x="0" y="3093910"/>
                  </a:lnTo>
                  <a:lnTo>
                    <a:pt x="9525" y="3093910"/>
                  </a:lnTo>
                  <a:lnTo>
                    <a:pt x="9525" y="3065335"/>
                  </a:lnTo>
                  <a:close/>
                </a:path>
                <a:path extrusionOk="0" h="3409950" w="4724400">
                  <a:moveTo>
                    <a:pt x="9525" y="3017710"/>
                  </a:moveTo>
                  <a:lnTo>
                    <a:pt x="0" y="3017710"/>
                  </a:lnTo>
                  <a:lnTo>
                    <a:pt x="0" y="3046285"/>
                  </a:lnTo>
                  <a:lnTo>
                    <a:pt x="9525" y="3046285"/>
                  </a:lnTo>
                  <a:lnTo>
                    <a:pt x="9525" y="3017710"/>
                  </a:lnTo>
                  <a:close/>
                </a:path>
                <a:path extrusionOk="0" h="3409950" w="4724400">
                  <a:moveTo>
                    <a:pt x="9525" y="2970085"/>
                  </a:moveTo>
                  <a:lnTo>
                    <a:pt x="0" y="2970085"/>
                  </a:lnTo>
                  <a:lnTo>
                    <a:pt x="0" y="2998660"/>
                  </a:lnTo>
                  <a:lnTo>
                    <a:pt x="9525" y="2998660"/>
                  </a:lnTo>
                  <a:lnTo>
                    <a:pt x="9525" y="2970085"/>
                  </a:lnTo>
                  <a:close/>
                </a:path>
                <a:path extrusionOk="0" h="3409950" w="4724400">
                  <a:moveTo>
                    <a:pt x="9525" y="2922460"/>
                  </a:moveTo>
                  <a:lnTo>
                    <a:pt x="0" y="2922460"/>
                  </a:lnTo>
                  <a:lnTo>
                    <a:pt x="0" y="2951035"/>
                  </a:lnTo>
                  <a:lnTo>
                    <a:pt x="9525" y="2951035"/>
                  </a:lnTo>
                  <a:lnTo>
                    <a:pt x="9525" y="2922460"/>
                  </a:lnTo>
                  <a:close/>
                </a:path>
                <a:path extrusionOk="0" h="3409950" w="4724400">
                  <a:moveTo>
                    <a:pt x="9525" y="2874835"/>
                  </a:moveTo>
                  <a:lnTo>
                    <a:pt x="0" y="2874835"/>
                  </a:lnTo>
                  <a:lnTo>
                    <a:pt x="0" y="2903410"/>
                  </a:lnTo>
                  <a:lnTo>
                    <a:pt x="9525" y="2903410"/>
                  </a:lnTo>
                  <a:lnTo>
                    <a:pt x="9525" y="2874835"/>
                  </a:lnTo>
                  <a:close/>
                </a:path>
                <a:path extrusionOk="0" h="3409950" w="4724400">
                  <a:moveTo>
                    <a:pt x="9525" y="2827210"/>
                  </a:moveTo>
                  <a:lnTo>
                    <a:pt x="0" y="2827210"/>
                  </a:lnTo>
                  <a:lnTo>
                    <a:pt x="0" y="2855785"/>
                  </a:lnTo>
                  <a:lnTo>
                    <a:pt x="9525" y="2855785"/>
                  </a:lnTo>
                  <a:lnTo>
                    <a:pt x="9525" y="2827210"/>
                  </a:lnTo>
                  <a:close/>
                </a:path>
                <a:path extrusionOk="0" h="3409950" w="4724400">
                  <a:moveTo>
                    <a:pt x="9525" y="2779585"/>
                  </a:moveTo>
                  <a:lnTo>
                    <a:pt x="0" y="2779585"/>
                  </a:lnTo>
                  <a:lnTo>
                    <a:pt x="0" y="2808160"/>
                  </a:lnTo>
                  <a:lnTo>
                    <a:pt x="9525" y="2808160"/>
                  </a:lnTo>
                  <a:lnTo>
                    <a:pt x="9525" y="2779585"/>
                  </a:lnTo>
                  <a:close/>
                </a:path>
                <a:path extrusionOk="0" h="3409950" w="4724400">
                  <a:moveTo>
                    <a:pt x="9525" y="2731960"/>
                  </a:moveTo>
                  <a:lnTo>
                    <a:pt x="0" y="2731960"/>
                  </a:lnTo>
                  <a:lnTo>
                    <a:pt x="0" y="2760535"/>
                  </a:lnTo>
                  <a:lnTo>
                    <a:pt x="9525" y="2760535"/>
                  </a:lnTo>
                  <a:lnTo>
                    <a:pt x="9525" y="2731960"/>
                  </a:lnTo>
                  <a:close/>
                </a:path>
                <a:path extrusionOk="0" h="3409950" w="4724400">
                  <a:moveTo>
                    <a:pt x="9525" y="2684335"/>
                  </a:moveTo>
                  <a:lnTo>
                    <a:pt x="0" y="2684335"/>
                  </a:lnTo>
                  <a:lnTo>
                    <a:pt x="0" y="2712910"/>
                  </a:lnTo>
                  <a:lnTo>
                    <a:pt x="9525" y="2712910"/>
                  </a:lnTo>
                  <a:lnTo>
                    <a:pt x="9525" y="2684335"/>
                  </a:lnTo>
                  <a:close/>
                </a:path>
                <a:path extrusionOk="0" h="3409950" w="4724400">
                  <a:moveTo>
                    <a:pt x="9525" y="2636710"/>
                  </a:moveTo>
                  <a:lnTo>
                    <a:pt x="0" y="2636710"/>
                  </a:lnTo>
                  <a:lnTo>
                    <a:pt x="0" y="2665285"/>
                  </a:lnTo>
                  <a:lnTo>
                    <a:pt x="9525" y="2665285"/>
                  </a:lnTo>
                  <a:lnTo>
                    <a:pt x="9525" y="2636710"/>
                  </a:lnTo>
                  <a:close/>
                </a:path>
                <a:path extrusionOk="0" h="3409950" w="4724400">
                  <a:moveTo>
                    <a:pt x="9525" y="2589085"/>
                  </a:moveTo>
                  <a:lnTo>
                    <a:pt x="0" y="2589085"/>
                  </a:lnTo>
                  <a:lnTo>
                    <a:pt x="0" y="2617660"/>
                  </a:lnTo>
                  <a:lnTo>
                    <a:pt x="9525" y="2617660"/>
                  </a:lnTo>
                  <a:lnTo>
                    <a:pt x="9525" y="2589085"/>
                  </a:lnTo>
                  <a:close/>
                </a:path>
                <a:path extrusionOk="0" h="3409950" w="4724400">
                  <a:moveTo>
                    <a:pt x="9525" y="2541460"/>
                  </a:moveTo>
                  <a:lnTo>
                    <a:pt x="0" y="2541460"/>
                  </a:lnTo>
                  <a:lnTo>
                    <a:pt x="0" y="2570035"/>
                  </a:lnTo>
                  <a:lnTo>
                    <a:pt x="9525" y="2570035"/>
                  </a:lnTo>
                  <a:lnTo>
                    <a:pt x="9525" y="2541460"/>
                  </a:lnTo>
                  <a:close/>
                </a:path>
                <a:path extrusionOk="0" h="3409950" w="4724400">
                  <a:moveTo>
                    <a:pt x="9525" y="2493835"/>
                  </a:moveTo>
                  <a:lnTo>
                    <a:pt x="0" y="2493835"/>
                  </a:lnTo>
                  <a:lnTo>
                    <a:pt x="0" y="2522410"/>
                  </a:lnTo>
                  <a:lnTo>
                    <a:pt x="9525" y="2522410"/>
                  </a:lnTo>
                  <a:lnTo>
                    <a:pt x="9525" y="2493835"/>
                  </a:lnTo>
                  <a:close/>
                </a:path>
                <a:path extrusionOk="0" h="3409950" w="4724400">
                  <a:moveTo>
                    <a:pt x="9525" y="2446210"/>
                  </a:moveTo>
                  <a:lnTo>
                    <a:pt x="0" y="2446210"/>
                  </a:lnTo>
                  <a:lnTo>
                    <a:pt x="0" y="2474785"/>
                  </a:lnTo>
                  <a:lnTo>
                    <a:pt x="9525" y="2474785"/>
                  </a:lnTo>
                  <a:lnTo>
                    <a:pt x="9525" y="2446210"/>
                  </a:lnTo>
                  <a:close/>
                </a:path>
                <a:path extrusionOk="0" h="3409950" w="4724400">
                  <a:moveTo>
                    <a:pt x="9525" y="2398585"/>
                  </a:moveTo>
                  <a:lnTo>
                    <a:pt x="0" y="2398585"/>
                  </a:lnTo>
                  <a:lnTo>
                    <a:pt x="0" y="2427160"/>
                  </a:lnTo>
                  <a:lnTo>
                    <a:pt x="9525" y="2427160"/>
                  </a:lnTo>
                  <a:lnTo>
                    <a:pt x="9525" y="2398585"/>
                  </a:lnTo>
                  <a:close/>
                </a:path>
                <a:path extrusionOk="0" h="3409950" w="4724400">
                  <a:moveTo>
                    <a:pt x="9525" y="2350960"/>
                  </a:moveTo>
                  <a:lnTo>
                    <a:pt x="0" y="2350960"/>
                  </a:lnTo>
                  <a:lnTo>
                    <a:pt x="0" y="2379535"/>
                  </a:lnTo>
                  <a:lnTo>
                    <a:pt x="9525" y="2379535"/>
                  </a:lnTo>
                  <a:lnTo>
                    <a:pt x="9525" y="2350960"/>
                  </a:lnTo>
                  <a:close/>
                </a:path>
                <a:path extrusionOk="0" h="3409950" w="4724400">
                  <a:moveTo>
                    <a:pt x="9525" y="2303335"/>
                  </a:moveTo>
                  <a:lnTo>
                    <a:pt x="0" y="2303335"/>
                  </a:lnTo>
                  <a:lnTo>
                    <a:pt x="0" y="2331910"/>
                  </a:lnTo>
                  <a:lnTo>
                    <a:pt x="9525" y="2331910"/>
                  </a:lnTo>
                  <a:lnTo>
                    <a:pt x="9525" y="2303335"/>
                  </a:lnTo>
                  <a:close/>
                </a:path>
                <a:path extrusionOk="0" h="3409950" w="4724400">
                  <a:moveTo>
                    <a:pt x="9525" y="2255710"/>
                  </a:moveTo>
                  <a:lnTo>
                    <a:pt x="0" y="2255710"/>
                  </a:lnTo>
                  <a:lnTo>
                    <a:pt x="0" y="2284285"/>
                  </a:lnTo>
                  <a:lnTo>
                    <a:pt x="9525" y="2284285"/>
                  </a:lnTo>
                  <a:lnTo>
                    <a:pt x="9525" y="2255710"/>
                  </a:lnTo>
                  <a:close/>
                </a:path>
                <a:path extrusionOk="0" h="3409950" w="4724400">
                  <a:moveTo>
                    <a:pt x="9525" y="2208085"/>
                  </a:moveTo>
                  <a:lnTo>
                    <a:pt x="0" y="2208085"/>
                  </a:lnTo>
                  <a:lnTo>
                    <a:pt x="0" y="2236660"/>
                  </a:lnTo>
                  <a:lnTo>
                    <a:pt x="9525" y="2236660"/>
                  </a:lnTo>
                  <a:lnTo>
                    <a:pt x="9525" y="2208085"/>
                  </a:lnTo>
                  <a:close/>
                </a:path>
                <a:path extrusionOk="0" h="3409950" w="4724400">
                  <a:moveTo>
                    <a:pt x="9525" y="2160460"/>
                  </a:moveTo>
                  <a:lnTo>
                    <a:pt x="0" y="2160460"/>
                  </a:lnTo>
                  <a:lnTo>
                    <a:pt x="0" y="2189035"/>
                  </a:lnTo>
                  <a:lnTo>
                    <a:pt x="9525" y="2189035"/>
                  </a:lnTo>
                  <a:lnTo>
                    <a:pt x="9525" y="2160460"/>
                  </a:lnTo>
                  <a:close/>
                </a:path>
                <a:path extrusionOk="0" h="3409950" w="4724400">
                  <a:moveTo>
                    <a:pt x="9525" y="2112835"/>
                  </a:moveTo>
                  <a:lnTo>
                    <a:pt x="0" y="2112835"/>
                  </a:lnTo>
                  <a:lnTo>
                    <a:pt x="0" y="2141410"/>
                  </a:lnTo>
                  <a:lnTo>
                    <a:pt x="9525" y="2141410"/>
                  </a:lnTo>
                  <a:lnTo>
                    <a:pt x="9525" y="2112835"/>
                  </a:lnTo>
                  <a:close/>
                </a:path>
                <a:path extrusionOk="0" h="3409950" w="4724400">
                  <a:moveTo>
                    <a:pt x="9525" y="2065210"/>
                  </a:moveTo>
                  <a:lnTo>
                    <a:pt x="0" y="2065210"/>
                  </a:lnTo>
                  <a:lnTo>
                    <a:pt x="0" y="2093785"/>
                  </a:lnTo>
                  <a:lnTo>
                    <a:pt x="9525" y="2093785"/>
                  </a:lnTo>
                  <a:lnTo>
                    <a:pt x="9525" y="2065210"/>
                  </a:lnTo>
                  <a:close/>
                </a:path>
                <a:path extrusionOk="0" h="3409950" w="4724400">
                  <a:moveTo>
                    <a:pt x="9525" y="2017585"/>
                  </a:moveTo>
                  <a:lnTo>
                    <a:pt x="0" y="2017585"/>
                  </a:lnTo>
                  <a:lnTo>
                    <a:pt x="0" y="2046160"/>
                  </a:lnTo>
                  <a:lnTo>
                    <a:pt x="9525" y="2046160"/>
                  </a:lnTo>
                  <a:lnTo>
                    <a:pt x="9525" y="2017585"/>
                  </a:lnTo>
                  <a:close/>
                </a:path>
                <a:path extrusionOk="0" h="3409950" w="4724400">
                  <a:moveTo>
                    <a:pt x="9525" y="1969960"/>
                  </a:moveTo>
                  <a:lnTo>
                    <a:pt x="0" y="1969960"/>
                  </a:lnTo>
                  <a:lnTo>
                    <a:pt x="0" y="1998535"/>
                  </a:lnTo>
                  <a:lnTo>
                    <a:pt x="9525" y="1998535"/>
                  </a:lnTo>
                  <a:lnTo>
                    <a:pt x="9525" y="1969960"/>
                  </a:lnTo>
                  <a:close/>
                </a:path>
                <a:path extrusionOk="0" h="3409950" w="4724400">
                  <a:moveTo>
                    <a:pt x="9525" y="1922335"/>
                  </a:moveTo>
                  <a:lnTo>
                    <a:pt x="0" y="1922335"/>
                  </a:lnTo>
                  <a:lnTo>
                    <a:pt x="0" y="1950910"/>
                  </a:lnTo>
                  <a:lnTo>
                    <a:pt x="9525" y="1950910"/>
                  </a:lnTo>
                  <a:lnTo>
                    <a:pt x="9525" y="1922335"/>
                  </a:lnTo>
                  <a:close/>
                </a:path>
                <a:path extrusionOk="0" h="3409950" w="4724400">
                  <a:moveTo>
                    <a:pt x="9525" y="1874710"/>
                  </a:moveTo>
                  <a:lnTo>
                    <a:pt x="0" y="1874710"/>
                  </a:lnTo>
                  <a:lnTo>
                    <a:pt x="0" y="1903285"/>
                  </a:lnTo>
                  <a:lnTo>
                    <a:pt x="9525" y="1903285"/>
                  </a:lnTo>
                  <a:lnTo>
                    <a:pt x="9525" y="1874710"/>
                  </a:lnTo>
                  <a:close/>
                </a:path>
                <a:path extrusionOk="0" h="3409950" w="4724400">
                  <a:moveTo>
                    <a:pt x="9525" y="1827085"/>
                  </a:moveTo>
                  <a:lnTo>
                    <a:pt x="0" y="1827085"/>
                  </a:lnTo>
                  <a:lnTo>
                    <a:pt x="0" y="1855660"/>
                  </a:lnTo>
                  <a:lnTo>
                    <a:pt x="9525" y="1855660"/>
                  </a:lnTo>
                  <a:lnTo>
                    <a:pt x="9525" y="1827085"/>
                  </a:lnTo>
                  <a:close/>
                </a:path>
                <a:path extrusionOk="0" h="3409950" w="4724400">
                  <a:moveTo>
                    <a:pt x="9525" y="1779460"/>
                  </a:moveTo>
                  <a:lnTo>
                    <a:pt x="0" y="1779460"/>
                  </a:lnTo>
                  <a:lnTo>
                    <a:pt x="0" y="1808035"/>
                  </a:lnTo>
                  <a:lnTo>
                    <a:pt x="9525" y="1808035"/>
                  </a:lnTo>
                  <a:lnTo>
                    <a:pt x="9525" y="1779460"/>
                  </a:lnTo>
                  <a:close/>
                </a:path>
                <a:path extrusionOk="0" h="3409950" w="4724400">
                  <a:moveTo>
                    <a:pt x="9525" y="1731835"/>
                  </a:moveTo>
                  <a:lnTo>
                    <a:pt x="0" y="1731835"/>
                  </a:lnTo>
                  <a:lnTo>
                    <a:pt x="0" y="1760410"/>
                  </a:lnTo>
                  <a:lnTo>
                    <a:pt x="9525" y="1760410"/>
                  </a:lnTo>
                  <a:lnTo>
                    <a:pt x="9525" y="1731835"/>
                  </a:lnTo>
                  <a:close/>
                </a:path>
                <a:path extrusionOk="0" h="3409950" w="4724400">
                  <a:moveTo>
                    <a:pt x="9525" y="1684210"/>
                  </a:moveTo>
                  <a:lnTo>
                    <a:pt x="0" y="1684210"/>
                  </a:lnTo>
                  <a:lnTo>
                    <a:pt x="0" y="1712785"/>
                  </a:lnTo>
                  <a:lnTo>
                    <a:pt x="9525" y="1712785"/>
                  </a:lnTo>
                  <a:lnTo>
                    <a:pt x="9525" y="1684210"/>
                  </a:lnTo>
                  <a:close/>
                </a:path>
                <a:path extrusionOk="0" h="3409950" w="4724400">
                  <a:moveTo>
                    <a:pt x="9525" y="1636585"/>
                  </a:moveTo>
                  <a:lnTo>
                    <a:pt x="0" y="1636585"/>
                  </a:lnTo>
                  <a:lnTo>
                    <a:pt x="0" y="1665160"/>
                  </a:lnTo>
                  <a:lnTo>
                    <a:pt x="9525" y="1665160"/>
                  </a:lnTo>
                  <a:lnTo>
                    <a:pt x="9525" y="1636585"/>
                  </a:lnTo>
                  <a:close/>
                </a:path>
                <a:path extrusionOk="0" h="3409950" w="4724400">
                  <a:moveTo>
                    <a:pt x="9525" y="1588960"/>
                  </a:moveTo>
                  <a:lnTo>
                    <a:pt x="0" y="1588960"/>
                  </a:lnTo>
                  <a:lnTo>
                    <a:pt x="0" y="1617535"/>
                  </a:lnTo>
                  <a:lnTo>
                    <a:pt x="9525" y="1617535"/>
                  </a:lnTo>
                  <a:lnTo>
                    <a:pt x="9525" y="1588960"/>
                  </a:lnTo>
                  <a:close/>
                </a:path>
                <a:path extrusionOk="0" h="3409950" w="4724400">
                  <a:moveTo>
                    <a:pt x="9525" y="1541335"/>
                  </a:moveTo>
                  <a:lnTo>
                    <a:pt x="0" y="1541335"/>
                  </a:lnTo>
                  <a:lnTo>
                    <a:pt x="0" y="1569910"/>
                  </a:lnTo>
                  <a:lnTo>
                    <a:pt x="9525" y="1569910"/>
                  </a:lnTo>
                  <a:lnTo>
                    <a:pt x="9525" y="1541335"/>
                  </a:lnTo>
                  <a:close/>
                </a:path>
                <a:path extrusionOk="0" h="3409950" w="4724400">
                  <a:moveTo>
                    <a:pt x="9525" y="1493710"/>
                  </a:moveTo>
                  <a:lnTo>
                    <a:pt x="0" y="1493710"/>
                  </a:lnTo>
                  <a:lnTo>
                    <a:pt x="0" y="1522285"/>
                  </a:lnTo>
                  <a:lnTo>
                    <a:pt x="9525" y="1522285"/>
                  </a:lnTo>
                  <a:lnTo>
                    <a:pt x="9525" y="1493710"/>
                  </a:lnTo>
                  <a:close/>
                </a:path>
                <a:path extrusionOk="0" h="3409950" w="4724400">
                  <a:moveTo>
                    <a:pt x="9525" y="1446085"/>
                  </a:moveTo>
                  <a:lnTo>
                    <a:pt x="0" y="1446085"/>
                  </a:lnTo>
                  <a:lnTo>
                    <a:pt x="0" y="1474660"/>
                  </a:lnTo>
                  <a:lnTo>
                    <a:pt x="9525" y="1474660"/>
                  </a:lnTo>
                  <a:lnTo>
                    <a:pt x="9525" y="1446085"/>
                  </a:lnTo>
                  <a:close/>
                </a:path>
                <a:path extrusionOk="0" h="3409950" w="4724400">
                  <a:moveTo>
                    <a:pt x="9525" y="1398460"/>
                  </a:moveTo>
                  <a:lnTo>
                    <a:pt x="0" y="1398460"/>
                  </a:lnTo>
                  <a:lnTo>
                    <a:pt x="0" y="1427035"/>
                  </a:lnTo>
                  <a:lnTo>
                    <a:pt x="9525" y="1427035"/>
                  </a:lnTo>
                  <a:lnTo>
                    <a:pt x="9525" y="1398460"/>
                  </a:lnTo>
                  <a:close/>
                </a:path>
                <a:path extrusionOk="0" h="3409950" w="4724400">
                  <a:moveTo>
                    <a:pt x="9525" y="1350835"/>
                  </a:moveTo>
                  <a:lnTo>
                    <a:pt x="0" y="1350835"/>
                  </a:lnTo>
                  <a:lnTo>
                    <a:pt x="0" y="1379410"/>
                  </a:lnTo>
                  <a:lnTo>
                    <a:pt x="9525" y="1379410"/>
                  </a:lnTo>
                  <a:lnTo>
                    <a:pt x="9525" y="1350835"/>
                  </a:lnTo>
                  <a:close/>
                </a:path>
                <a:path extrusionOk="0" h="3409950" w="4724400">
                  <a:moveTo>
                    <a:pt x="9525" y="1303210"/>
                  </a:moveTo>
                  <a:lnTo>
                    <a:pt x="0" y="1303210"/>
                  </a:lnTo>
                  <a:lnTo>
                    <a:pt x="0" y="1331785"/>
                  </a:lnTo>
                  <a:lnTo>
                    <a:pt x="9525" y="1331785"/>
                  </a:lnTo>
                  <a:lnTo>
                    <a:pt x="9525" y="1303210"/>
                  </a:lnTo>
                  <a:close/>
                </a:path>
                <a:path extrusionOk="0" h="3409950" w="4724400">
                  <a:moveTo>
                    <a:pt x="9525" y="1255585"/>
                  </a:moveTo>
                  <a:lnTo>
                    <a:pt x="0" y="1255585"/>
                  </a:lnTo>
                  <a:lnTo>
                    <a:pt x="0" y="1284160"/>
                  </a:lnTo>
                  <a:lnTo>
                    <a:pt x="9525" y="1284160"/>
                  </a:lnTo>
                  <a:lnTo>
                    <a:pt x="9525" y="1255585"/>
                  </a:lnTo>
                  <a:close/>
                </a:path>
                <a:path extrusionOk="0" h="3409950" w="4724400">
                  <a:moveTo>
                    <a:pt x="9525" y="1207960"/>
                  </a:moveTo>
                  <a:lnTo>
                    <a:pt x="0" y="1207960"/>
                  </a:lnTo>
                  <a:lnTo>
                    <a:pt x="0" y="1236535"/>
                  </a:lnTo>
                  <a:lnTo>
                    <a:pt x="9525" y="1236535"/>
                  </a:lnTo>
                  <a:lnTo>
                    <a:pt x="9525" y="1207960"/>
                  </a:lnTo>
                  <a:close/>
                </a:path>
                <a:path extrusionOk="0" h="3409950" w="4724400">
                  <a:moveTo>
                    <a:pt x="9525" y="1160335"/>
                  </a:moveTo>
                  <a:lnTo>
                    <a:pt x="0" y="1160335"/>
                  </a:lnTo>
                  <a:lnTo>
                    <a:pt x="0" y="1188910"/>
                  </a:lnTo>
                  <a:lnTo>
                    <a:pt x="9525" y="1188910"/>
                  </a:lnTo>
                  <a:lnTo>
                    <a:pt x="9525" y="1160335"/>
                  </a:lnTo>
                  <a:close/>
                </a:path>
                <a:path extrusionOk="0" h="3409950" w="4724400">
                  <a:moveTo>
                    <a:pt x="9525" y="1112710"/>
                  </a:moveTo>
                  <a:lnTo>
                    <a:pt x="0" y="1112710"/>
                  </a:lnTo>
                  <a:lnTo>
                    <a:pt x="0" y="1141285"/>
                  </a:lnTo>
                  <a:lnTo>
                    <a:pt x="9525" y="1141285"/>
                  </a:lnTo>
                  <a:lnTo>
                    <a:pt x="9525" y="1112710"/>
                  </a:lnTo>
                  <a:close/>
                </a:path>
                <a:path extrusionOk="0" h="3409950" w="4724400">
                  <a:moveTo>
                    <a:pt x="9525" y="1065085"/>
                  </a:moveTo>
                  <a:lnTo>
                    <a:pt x="0" y="1065085"/>
                  </a:lnTo>
                  <a:lnTo>
                    <a:pt x="0" y="1093660"/>
                  </a:lnTo>
                  <a:lnTo>
                    <a:pt x="9525" y="1093660"/>
                  </a:lnTo>
                  <a:lnTo>
                    <a:pt x="9525" y="1065085"/>
                  </a:lnTo>
                  <a:close/>
                </a:path>
                <a:path extrusionOk="0" h="3409950" w="4724400">
                  <a:moveTo>
                    <a:pt x="9525" y="1017460"/>
                  </a:moveTo>
                  <a:lnTo>
                    <a:pt x="0" y="1017460"/>
                  </a:lnTo>
                  <a:lnTo>
                    <a:pt x="0" y="1046035"/>
                  </a:lnTo>
                  <a:lnTo>
                    <a:pt x="9525" y="1046035"/>
                  </a:lnTo>
                  <a:lnTo>
                    <a:pt x="9525" y="1017460"/>
                  </a:lnTo>
                  <a:close/>
                </a:path>
                <a:path extrusionOk="0" h="3409950" w="4724400">
                  <a:moveTo>
                    <a:pt x="9525" y="969835"/>
                  </a:moveTo>
                  <a:lnTo>
                    <a:pt x="0" y="969835"/>
                  </a:lnTo>
                  <a:lnTo>
                    <a:pt x="0" y="998410"/>
                  </a:lnTo>
                  <a:lnTo>
                    <a:pt x="9525" y="998410"/>
                  </a:lnTo>
                  <a:lnTo>
                    <a:pt x="9525" y="969835"/>
                  </a:lnTo>
                  <a:close/>
                </a:path>
                <a:path extrusionOk="0" h="3409950" w="4724400">
                  <a:moveTo>
                    <a:pt x="9525" y="922210"/>
                  </a:moveTo>
                  <a:lnTo>
                    <a:pt x="0" y="922210"/>
                  </a:lnTo>
                  <a:lnTo>
                    <a:pt x="0" y="950785"/>
                  </a:lnTo>
                  <a:lnTo>
                    <a:pt x="9525" y="950785"/>
                  </a:lnTo>
                  <a:lnTo>
                    <a:pt x="9525" y="922210"/>
                  </a:lnTo>
                  <a:close/>
                </a:path>
                <a:path extrusionOk="0" h="3409950" w="4724400">
                  <a:moveTo>
                    <a:pt x="9525" y="874585"/>
                  </a:moveTo>
                  <a:lnTo>
                    <a:pt x="0" y="874585"/>
                  </a:lnTo>
                  <a:lnTo>
                    <a:pt x="0" y="903160"/>
                  </a:lnTo>
                  <a:lnTo>
                    <a:pt x="9525" y="903160"/>
                  </a:lnTo>
                  <a:lnTo>
                    <a:pt x="9525" y="874585"/>
                  </a:lnTo>
                  <a:close/>
                </a:path>
                <a:path extrusionOk="0" h="3409950" w="4724400">
                  <a:moveTo>
                    <a:pt x="9525" y="826960"/>
                  </a:moveTo>
                  <a:lnTo>
                    <a:pt x="0" y="826960"/>
                  </a:lnTo>
                  <a:lnTo>
                    <a:pt x="0" y="855535"/>
                  </a:lnTo>
                  <a:lnTo>
                    <a:pt x="9525" y="855535"/>
                  </a:lnTo>
                  <a:lnTo>
                    <a:pt x="9525" y="826960"/>
                  </a:lnTo>
                  <a:close/>
                </a:path>
                <a:path extrusionOk="0" h="3409950" w="4724400">
                  <a:moveTo>
                    <a:pt x="9525" y="779335"/>
                  </a:moveTo>
                  <a:lnTo>
                    <a:pt x="0" y="779335"/>
                  </a:lnTo>
                  <a:lnTo>
                    <a:pt x="0" y="807910"/>
                  </a:lnTo>
                  <a:lnTo>
                    <a:pt x="9525" y="807910"/>
                  </a:lnTo>
                  <a:lnTo>
                    <a:pt x="9525" y="779335"/>
                  </a:lnTo>
                  <a:close/>
                </a:path>
                <a:path extrusionOk="0" h="3409950" w="4724400">
                  <a:moveTo>
                    <a:pt x="9525" y="731710"/>
                  </a:moveTo>
                  <a:lnTo>
                    <a:pt x="0" y="731710"/>
                  </a:lnTo>
                  <a:lnTo>
                    <a:pt x="0" y="760285"/>
                  </a:lnTo>
                  <a:lnTo>
                    <a:pt x="9525" y="760285"/>
                  </a:lnTo>
                  <a:lnTo>
                    <a:pt x="9525" y="731710"/>
                  </a:lnTo>
                  <a:close/>
                </a:path>
                <a:path extrusionOk="0" h="3409950" w="4724400">
                  <a:moveTo>
                    <a:pt x="9525" y="684085"/>
                  </a:moveTo>
                  <a:lnTo>
                    <a:pt x="0" y="684085"/>
                  </a:lnTo>
                  <a:lnTo>
                    <a:pt x="0" y="712660"/>
                  </a:lnTo>
                  <a:lnTo>
                    <a:pt x="9525" y="712660"/>
                  </a:lnTo>
                  <a:lnTo>
                    <a:pt x="9525" y="684085"/>
                  </a:lnTo>
                  <a:close/>
                </a:path>
                <a:path extrusionOk="0" h="3409950" w="4724400">
                  <a:moveTo>
                    <a:pt x="9525" y="636460"/>
                  </a:moveTo>
                  <a:lnTo>
                    <a:pt x="0" y="636460"/>
                  </a:lnTo>
                  <a:lnTo>
                    <a:pt x="0" y="665035"/>
                  </a:lnTo>
                  <a:lnTo>
                    <a:pt x="9525" y="665035"/>
                  </a:lnTo>
                  <a:lnTo>
                    <a:pt x="9525" y="636460"/>
                  </a:lnTo>
                  <a:close/>
                </a:path>
                <a:path extrusionOk="0" h="3409950" w="4724400">
                  <a:moveTo>
                    <a:pt x="9525" y="588835"/>
                  </a:moveTo>
                  <a:lnTo>
                    <a:pt x="0" y="588835"/>
                  </a:lnTo>
                  <a:lnTo>
                    <a:pt x="0" y="617410"/>
                  </a:lnTo>
                  <a:lnTo>
                    <a:pt x="9525" y="617410"/>
                  </a:lnTo>
                  <a:lnTo>
                    <a:pt x="9525" y="588835"/>
                  </a:lnTo>
                  <a:close/>
                </a:path>
                <a:path extrusionOk="0" h="3409950" w="4724400">
                  <a:moveTo>
                    <a:pt x="9525" y="541210"/>
                  </a:moveTo>
                  <a:lnTo>
                    <a:pt x="0" y="541210"/>
                  </a:lnTo>
                  <a:lnTo>
                    <a:pt x="0" y="569785"/>
                  </a:lnTo>
                  <a:lnTo>
                    <a:pt x="9525" y="569785"/>
                  </a:lnTo>
                  <a:lnTo>
                    <a:pt x="9525" y="541210"/>
                  </a:lnTo>
                  <a:close/>
                </a:path>
                <a:path extrusionOk="0" h="3409950" w="4724400">
                  <a:moveTo>
                    <a:pt x="9525" y="493585"/>
                  </a:moveTo>
                  <a:lnTo>
                    <a:pt x="0" y="493585"/>
                  </a:lnTo>
                  <a:lnTo>
                    <a:pt x="0" y="522160"/>
                  </a:lnTo>
                  <a:lnTo>
                    <a:pt x="9525" y="522160"/>
                  </a:lnTo>
                  <a:lnTo>
                    <a:pt x="9525" y="493585"/>
                  </a:lnTo>
                  <a:close/>
                </a:path>
                <a:path extrusionOk="0" h="3409950" w="4724400">
                  <a:moveTo>
                    <a:pt x="9525" y="445960"/>
                  </a:moveTo>
                  <a:lnTo>
                    <a:pt x="0" y="445960"/>
                  </a:lnTo>
                  <a:lnTo>
                    <a:pt x="0" y="474535"/>
                  </a:lnTo>
                  <a:lnTo>
                    <a:pt x="9525" y="474535"/>
                  </a:lnTo>
                  <a:lnTo>
                    <a:pt x="9525" y="445960"/>
                  </a:lnTo>
                  <a:close/>
                </a:path>
                <a:path extrusionOk="0" h="3409950" w="4724400">
                  <a:moveTo>
                    <a:pt x="9525" y="398335"/>
                  </a:moveTo>
                  <a:lnTo>
                    <a:pt x="0" y="398335"/>
                  </a:lnTo>
                  <a:lnTo>
                    <a:pt x="0" y="426910"/>
                  </a:lnTo>
                  <a:lnTo>
                    <a:pt x="9525" y="426910"/>
                  </a:lnTo>
                  <a:lnTo>
                    <a:pt x="9525" y="398335"/>
                  </a:lnTo>
                  <a:close/>
                </a:path>
                <a:path extrusionOk="0" h="3409950" w="4724400">
                  <a:moveTo>
                    <a:pt x="9525" y="350710"/>
                  </a:moveTo>
                  <a:lnTo>
                    <a:pt x="0" y="350710"/>
                  </a:lnTo>
                  <a:lnTo>
                    <a:pt x="0" y="379285"/>
                  </a:lnTo>
                  <a:lnTo>
                    <a:pt x="9525" y="379285"/>
                  </a:lnTo>
                  <a:lnTo>
                    <a:pt x="9525" y="350710"/>
                  </a:lnTo>
                  <a:close/>
                </a:path>
                <a:path extrusionOk="0" h="3409950" w="4724400">
                  <a:moveTo>
                    <a:pt x="9525" y="303085"/>
                  </a:moveTo>
                  <a:lnTo>
                    <a:pt x="0" y="303085"/>
                  </a:lnTo>
                  <a:lnTo>
                    <a:pt x="0" y="331660"/>
                  </a:lnTo>
                  <a:lnTo>
                    <a:pt x="9525" y="331660"/>
                  </a:lnTo>
                  <a:lnTo>
                    <a:pt x="9525" y="303085"/>
                  </a:lnTo>
                  <a:close/>
                </a:path>
                <a:path extrusionOk="0" h="3409950" w="4724400">
                  <a:moveTo>
                    <a:pt x="9525" y="255460"/>
                  </a:moveTo>
                  <a:lnTo>
                    <a:pt x="0" y="255460"/>
                  </a:lnTo>
                  <a:lnTo>
                    <a:pt x="0" y="284035"/>
                  </a:lnTo>
                  <a:lnTo>
                    <a:pt x="9525" y="284035"/>
                  </a:lnTo>
                  <a:lnTo>
                    <a:pt x="9525" y="255460"/>
                  </a:lnTo>
                  <a:close/>
                </a:path>
                <a:path extrusionOk="0" h="3409950" w="4724400">
                  <a:moveTo>
                    <a:pt x="9525" y="207835"/>
                  </a:moveTo>
                  <a:lnTo>
                    <a:pt x="0" y="207835"/>
                  </a:lnTo>
                  <a:lnTo>
                    <a:pt x="0" y="236410"/>
                  </a:lnTo>
                  <a:lnTo>
                    <a:pt x="9525" y="236410"/>
                  </a:lnTo>
                  <a:lnTo>
                    <a:pt x="9525" y="207835"/>
                  </a:lnTo>
                  <a:close/>
                </a:path>
                <a:path extrusionOk="0" h="3409950" w="4724400">
                  <a:moveTo>
                    <a:pt x="9525" y="160210"/>
                  </a:moveTo>
                  <a:lnTo>
                    <a:pt x="0" y="160210"/>
                  </a:lnTo>
                  <a:lnTo>
                    <a:pt x="0" y="188785"/>
                  </a:lnTo>
                  <a:lnTo>
                    <a:pt x="9525" y="188785"/>
                  </a:lnTo>
                  <a:lnTo>
                    <a:pt x="9525" y="160210"/>
                  </a:lnTo>
                  <a:close/>
                </a:path>
                <a:path extrusionOk="0" h="3409950" w="4724400">
                  <a:moveTo>
                    <a:pt x="9525" y="112585"/>
                  </a:moveTo>
                  <a:lnTo>
                    <a:pt x="0" y="112585"/>
                  </a:lnTo>
                  <a:lnTo>
                    <a:pt x="0" y="141160"/>
                  </a:lnTo>
                  <a:lnTo>
                    <a:pt x="9525" y="141160"/>
                  </a:lnTo>
                  <a:lnTo>
                    <a:pt x="9525" y="112585"/>
                  </a:lnTo>
                  <a:close/>
                </a:path>
                <a:path extrusionOk="0" h="3409950" w="4724400">
                  <a:moveTo>
                    <a:pt x="10922" y="3329825"/>
                  </a:moveTo>
                  <a:lnTo>
                    <a:pt x="9944" y="3323132"/>
                  </a:lnTo>
                  <a:lnTo>
                    <a:pt x="9525" y="3314687"/>
                  </a:lnTo>
                  <a:lnTo>
                    <a:pt x="9525" y="3303460"/>
                  </a:lnTo>
                  <a:lnTo>
                    <a:pt x="0" y="3303460"/>
                  </a:lnTo>
                  <a:lnTo>
                    <a:pt x="0" y="3314687"/>
                  </a:lnTo>
                  <a:lnTo>
                    <a:pt x="457" y="3324072"/>
                  </a:lnTo>
                  <a:lnTo>
                    <a:pt x="1562" y="3331514"/>
                  </a:lnTo>
                  <a:lnTo>
                    <a:pt x="10922" y="3329825"/>
                  </a:lnTo>
                  <a:close/>
                </a:path>
                <a:path extrusionOk="0" h="3409950" w="4724400">
                  <a:moveTo>
                    <a:pt x="13868" y="68529"/>
                  </a:moveTo>
                  <a:lnTo>
                    <a:pt x="4826" y="65557"/>
                  </a:lnTo>
                  <a:lnTo>
                    <a:pt x="4089" y="67640"/>
                  </a:lnTo>
                  <a:lnTo>
                    <a:pt x="1816" y="76657"/>
                  </a:lnTo>
                  <a:lnTo>
                    <a:pt x="457" y="85864"/>
                  </a:lnTo>
                  <a:lnTo>
                    <a:pt x="419" y="86804"/>
                  </a:lnTo>
                  <a:lnTo>
                    <a:pt x="88" y="93624"/>
                  </a:lnTo>
                  <a:lnTo>
                    <a:pt x="9601" y="93789"/>
                  </a:lnTo>
                  <a:lnTo>
                    <a:pt x="9613" y="93624"/>
                  </a:lnTo>
                  <a:lnTo>
                    <a:pt x="9944" y="86804"/>
                  </a:lnTo>
                  <a:lnTo>
                    <a:pt x="11163" y="78511"/>
                  </a:lnTo>
                  <a:lnTo>
                    <a:pt x="13208" y="70396"/>
                  </a:lnTo>
                  <a:lnTo>
                    <a:pt x="13868" y="68529"/>
                  </a:lnTo>
                  <a:close/>
                </a:path>
                <a:path extrusionOk="0" h="3409950" w="4724400">
                  <a:moveTo>
                    <a:pt x="28867" y="3368941"/>
                  </a:moveTo>
                  <a:lnTo>
                    <a:pt x="23964" y="3362325"/>
                  </a:lnTo>
                  <a:lnTo>
                    <a:pt x="19659" y="3355149"/>
                  </a:lnTo>
                  <a:lnTo>
                    <a:pt x="16052" y="3347504"/>
                  </a:lnTo>
                  <a:lnTo>
                    <a:pt x="15811" y="3346805"/>
                  </a:lnTo>
                  <a:lnTo>
                    <a:pt x="6985" y="3350374"/>
                  </a:lnTo>
                  <a:lnTo>
                    <a:pt x="7251" y="3351149"/>
                  </a:lnTo>
                  <a:lnTo>
                    <a:pt x="11264" y="3359632"/>
                  </a:lnTo>
                  <a:lnTo>
                    <a:pt x="16040" y="3367621"/>
                  </a:lnTo>
                  <a:lnTo>
                    <a:pt x="21488" y="3374974"/>
                  </a:lnTo>
                  <a:lnTo>
                    <a:pt x="28867" y="3368941"/>
                  </a:lnTo>
                  <a:close/>
                </a:path>
                <a:path extrusionOk="0" h="3409950" w="4724400">
                  <a:moveTo>
                    <a:pt x="37071" y="32410"/>
                  </a:moveTo>
                  <a:lnTo>
                    <a:pt x="30607" y="25438"/>
                  </a:lnTo>
                  <a:lnTo>
                    <a:pt x="27901" y="27889"/>
                  </a:lnTo>
                  <a:lnTo>
                    <a:pt x="21590" y="34848"/>
                  </a:lnTo>
                  <a:lnTo>
                    <a:pt x="16040" y="42316"/>
                  </a:lnTo>
                  <a:lnTo>
                    <a:pt x="12623" y="48031"/>
                  </a:lnTo>
                  <a:lnTo>
                    <a:pt x="20878" y="52755"/>
                  </a:lnTo>
                  <a:lnTo>
                    <a:pt x="23964" y="47612"/>
                  </a:lnTo>
                  <a:lnTo>
                    <a:pt x="28956" y="40881"/>
                  </a:lnTo>
                  <a:lnTo>
                    <a:pt x="34645" y="34632"/>
                  </a:lnTo>
                  <a:lnTo>
                    <a:pt x="37071" y="32410"/>
                  </a:lnTo>
                  <a:close/>
                </a:path>
                <a:path extrusionOk="0" h="3409950" w="4724400">
                  <a:moveTo>
                    <a:pt x="63411" y="3394240"/>
                  </a:moveTo>
                  <a:lnTo>
                    <a:pt x="62445" y="3393897"/>
                  </a:lnTo>
                  <a:lnTo>
                    <a:pt x="54800" y="3390290"/>
                  </a:lnTo>
                  <a:lnTo>
                    <a:pt x="47625" y="3385985"/>
                  </a:lnTo>
                  <a:lnTo>
                    <a:pt x="41249" y="3381248"/>
                  </a:lnTo>
                  <a:lnTo>
                    <a:pt x="35255" y="3388652"/>
                  </a:lnTo>
                  <a:lnTo>
                    <a:pt x="42316" y="3393897"/>
                  </a:lnTo>
                  <a:lnTo>
                    <a:pt x="50304" y="3398685"/>
                  </a:lnTo>
                  <a:lnTo>
                    <a:pt x="58801" y="3402698"/>
                  </a:lnTo>
                  <a:lnTo>
                    <a:pt x="59880" y="3403079"/>
                  </a:lnTo>
                  <a:lnTo>
                    <a:pt x="63411" y="3394240"/>
                  </a:lnTo>
                  <a:close/>
                </a:path>
                <a:path extrusionOk="0" h="3409950" w="4724400">
                  <a:moveTo>
                    <a:pt x="74955" y="12052"/>
                  </a:moveTo>
                  <a:lnTo>
                    <a:pt x="72707" y="2806"/>
                  </a:lnTo>
                  <a:lnTo>
                    <a:pt x="67652" y="4076"/>
                  </a:lnTo>
                  <a:lnTo>
                    <a:pt x="58801" y="7239"/>
                  </a:lnTo>
                  <a:lnTo>
                    <a:pt x="50304" y="11252"/>
                  </a:lnTo>
                  <a:lnTo>
                    <a:pt x="46012" y="13830"/>
                  </a:lnTo>
                  <a:lnTo>
                    <a:pt x="50939" y="21971"/>
                  </a:lnTo>
                  <a:lnTo>
                    <a:pt x="54800" y="19646"/>
                  </a:lnTo>
                  <a:lnTo>
                    <a:pt x="62445" y="16040"/>
                  </a:lnTo>
                  <a:lnTo>
                    <a:pt x="70408" y="13195"/>
                  </a:lnTo>
                  <a:lnTo>
                    <a:pt x="74955" y="12052"/>
                  </a:lnTo>
                  <a:close/>
                </a:path>
                <a:path extrusionOk="0" h="3409950" w="4724400">
                  <a:moveTo>
                    <a:pt x="106819" y="3400412"/>
                  </a:moveTo>
                  <a:lnTo>
                    <a:pt x="95250" y="3400412"/>
                  </a:lnTo>
                  <a:lnTo>
                    <a:pt x="86817" y="3400006"/>
                  </a:lnTo>
                  <a:lnTo>
                    <a:pt x="80403" y="3399066"/>
                  </a:lnTo>
                  <a:lnTo>
                    <a:pt x="78752" y="3408438"/>
                  </a:lnTo>
                  <a:lnTo>
                    <a:pt x="85877" y="3409492"/>
                  </a:lnTo>
                  <a:lnTo>
                    <a:pt x="95250" y="3409937"/>
                  </a:lnTo>
                  <a:lnTo>
                    <a:pt x="106819" y="3409937"/>
                  </a:lnTo>
                  <a:lnTo>
                    <a:pt x="106819" y="3400412"/>
                  </a:lnTo>
                  <a:close/>
                </a:path>
                <a:path extrusionOk="0" h="3409950" w="4724400">
                  <a:moveTo>
                    <a:pt x="123825" y="0"/>
                  </a:moveTo>
                  <a:lnTo>
                    <a:pt x="95250" y="0"/>
                  </a:lnTo>
                  <a:lnTo>
                    <a:pt x="91389" y="177"/>
                  </a:lnTo>
                  <a:lnTo>
                    <a:pt x="91782" y="9690"/>
                  </a:lnTo>
                  <a:lnTo>
                    <a:pt x="95250" y="9525"/>
                  </a:lnTo>
                  <a:lnTo>
                    <a:pt x="123825" y="9525"/>
                  </a:lnTo>
                  <a:lnTo>
                    <a:pt x="123825" y="0"/>
                  </a:lnTo>
                  <a:close/>
                </a:path>
                <a:path extrusionOk="0" h="3409950" w="4724400">
                  <a:moveTo>
                    <a:pt x="154444" y="3400412"/>
                  </a:moveTo>
                  <a:lnTo>
                    <a:pt x="125869" y="3400412"/>
                  </a:lnTo>
                  <a:lnTo>
                    <a:pt x="125869" y="3409937"/>
                  </a:lnTo>
                  <a:lnTo>
                    <a:pt x="154444" y="3409937"/>
                  </a:lnTo>
                  <a:lnTo>
                    <a:pt x="154444" y="3400412"/>
                  </a:lnTo>
                  <a:close/>
                </a:path>
                <a:path extrusionOk="0" h="3409950" w="4724400">
                  <a:moveTo>
                    <a:pt x="171450" y="0"/>
                  </a:moveTo>
                  <a:lnTo>
                    <a:pt x="142875" y="0"/>
                  </a:lnTo>
                  <a:lnTo>
                    <a:pt x="142875" y="9525"/>
                  </a:lnTo>
                  <a:lnTo>
                    <a:pt x="171450" y="9525"/>
                  </a:lnTo>
                  <a:lnTo>
                    <a:pt x="171450" y="0"/>
                  </a:lnTo>
                  <a:close/>
                </a:path>
                <a:path extrusionOk="0" h="3409950" w="4724400">
                  <a:moveTo>
                    <a:pt x="202069" y="3400412"/>
                  </a:moveTo>
                  <a:lnTo>
                    <a:pt x="173494" y="3400412"/>
                  </a:lnTo>
                  <a:lnTo>
                    <a:pt x="173494" y="3409937"/>
                  </a:lnTo>
                  <a:lnTo>
                    <a:pt x="202069" y="3409937"/>
                  </a:lnTo>
                  <a:lnTo>
                    <a:pt x="202069" y="3400412"/>
                  </a:lnTo>
                  <a:close/>
                </a:path>
                <a:path extrusionOk="0" h="3409950" w="4724400">
                  <a:moveTo>
                    <a:pt x="219075" y="0"/>
                  </a:moveTo>
                  <a:lnTo>
                    <a:pt x="190500" y="0"/>
                  </a:lnTo>
                  <a:lnTo>
                    <a:pt x="190500" y="9525"/>
                  </a:lnTo>
                  <a:lnTo>
                    <a:pt x="219075" y="9525"/>
                  </a:lnTo>
                  <a:lnTo>
                    <a:pt x="219075" y="0"/>
                  </a:lnTo>
                  <a:close/>
                </a:path>
                <a:path extrusionOk="0" h="3409950" w="4724400">
                  <a:moveTo>
                    <a:pt x="249694" y="3400412"/>
                  </a:moveTo>
                  <a:lnTo>
                    <a:pt x="221119" y="3400412"/>
                  </a:lnTo>
                  <a:lnTo>
                    <a:pt x="221119" y="3409937"/>
                  </a:lnTo>
                  <a:lnTo>
                    <a:pt x="249694" y="3409937"/>
                  </a:lnTo>
                  <a:lnTo>
                    <a:pt x="249694" y="3400412"/>
                  </a:lnTo>
                  <a:close/>
                </a:path>
                <a:path extrusionOk="0" h="3409950" w="4724400">
                  <a:moveTo>
                    <a:pt x="266700" y="0"/>
                  </a:moveTo>
                  <a:lnTo>
                    <a:pt x="238125" y="0"/>
                  </a:lnTo>
                  <a:lnTo>
                    <a:pt x="238125" y="9525"/>
                  </a:lnTo>
                  <a:lnTo>
                    <a:pt x="266700" y="9525"/>
                  </a:lnTo>
                  <a:lnTo>
                    <a:pt x="266700" y="0"/>
                  </a:lnTo>
                  <a:close/>
                </a:path>
                <a:path extrusionOk="0" h="3409950" w="4724400">
                  <a:moveTo>
                    <a:pt x="297319" y="3400412"/>
                  </a:moveTo>
                  <a:lnTo>
                    <a:pt x="268744" y="3400412"/>
                  </a:lnTo>
                  <a:lnTo>
                    <a:pt x="268744" y="3409937"/>
                  </a:lnTo>
                  <a:lnTo>
                    <a:pt x="297319" y="3409937"/>
                  </a:lnTo>
                  <a:lnTo>
                    <a:pt x="297319" y="3400412"/>
                  </a:lnTo>
                  <a:close/>
                </a:path>
                <a:path extrusionOk="0" h="3409950" w="4724400">
                  <a:moveTo>
                    <a:pt x="314325" y="0"/>
                  </a:moveTo>
                  <a:lnTo>
                    <a:pt x="285750" y="0"/>
                  </a:lnTo>
                  <a:lnTo>
                    <a:pt x="285750" y="9525"/>
                  </a:lnTo>
                  <a:lnTo>
                    <a:pt x="314325" y="9525"/>
                  </a:lnTo>
                  <a:lnTo>
                    <a:pt x="314325" y="0"/>
                  </a:lnTo>
                  <a:close/>
                </a:path>
                <a:path extrusionOk="0" h="3409950" w="4724400">
                  <a:moveTo>
                    <a:pt x="344944" y="3400412"/>
                  </a:moveTo>
                  <a:lnTo>
                    <a:pt x="316369" y="3400412"/>
                  </a:lnTo>
                  <a:lnTo>
                    <a:pt x="316369" y="3409937"/>
                  </a:lnTo>
                  <a:lnTo>
                    <a:pt x="344944" y="3409937"/>
                  </a:lnTo>
                  <a:lnTo>
                    <a:pt x="344944" y="3400412"/>
                  </a:lnTo>
                  <a:close/>
                </a:path>
                <a:path extrusionOk="0" h="3409950" w="4724400">
                  <a:moveTo>
                    <a:pt x="361950" y="0"/>
                  </a:moveTo>
                  <a:lnTo>
                    <a:pt x="333375" y="0"/>
                  </a:lnTo>
                  <a:lnTo>
                    <a:pt x="333375" y="9525"/>
                  </a:lnTo>
                  <a:lnTo>
                    <a:pt x="361950" y="9525"/>
                  </a:lnTo>
                  <a:lnTo>
                    <a:pt x="361950" y="0"/>
                  </a:lnTo>
                  <a:close/>
                </a:path>
                <a:path extrusionOk="0" h="3409950" w="4724400">
                  <a:moveTo>
                    <a:pt x="392569" y="3400412"/>
                  </a:moveTo>
                  <a:lnTo>
                    <a:pt x="363994" y="3400412"/>
                  </a:lnTo>
                  <a:lnTo>
                    <a:pt x="363994" y="3409937"/>
                  </a:lnTo>
                  <a:lnTo>
                    <a:pt x="392569" y="3409937"/>
                  </a:lnTo>
                  <a:lnTo>
                    <a:pt x="392569" y="3400412"/>
                  </a:lnTo>
                  <a:close/>
                </a:path>
                <a:path extrusionOk="0" h="3409950" w="4724400">
                  <a:moveTo>
                    <a:pt x="409575" y="0"/>
                  </a:moveTo>
                  <a:lnTo>
                    <a:pt x="381000" y="0"/>
                  </a:lnTo>
                  <a:lnTo>
                    <a:pt x="381000" y="9525"/>
                  </a:lnTo>
                  <a:lnTo>
                    <a:pt x="409575" y="9525"/>
                  </a:lnTo>
                  <a:lnTo>
                    <a:pt x="409575" y="0"/>
                  </a:lnTo>
                  <a:close/>
                </a:path>
                <a:path extrusionOk="0" h="3409950" w="4724400">
                  <a:moveTo>
                    <a:pt x="440194" y="3400412"/>
                  </a:moveTo>
                  <a:lnTo>
                    <a:pt x="411619" y="3400412"/>
                  </a:lnTo>
                  <a:lnTo>
                    <a:pt x="411619" y="3409937"/>
                  </a:lnTo>
                  <a:lnTo>
                    <a:pt x="440194" y="3409937"/>
                  </a:lnTo>
                  <a:lnTo>
                    <a:pt x="440194" y="3400412"/>
                  </a:lnTo>
                  <a:close/>
                </a:path>
                <a:path extrusionOk="0" h="3409950" w="4724400">
                  <a:moveTo>
                    <a:pt x="457200" y="0"/>
                  </a:moveTo>
                  <a:lnTo>
                    <a:pt x="428625" y="0"/>
                  </a:lnTo>
                  <a:lnTo>
                    <a:pt x="428625" y="9525"/>
                  </a:lnTo>
                  <a:lnTo>
                    <a:pt x="457200" y="9525"/>
                  </a:lnTo>
                  <a:lnTo>
                    <a:pt x="457200" y="0"/>
                  </a:lnTo>
                  <a:close/>
                </a:path>
                <a:path extrusionOk="0" h="3409950" w="4724400">
                  <a:moveTo>
                    <a:pt x="487819" y="3400412"/>
                  </a:moveTo>
                  <a:lnTo>
                    <a:pt x="459244" y="3400412"/>
                  </a:lnTo>
                  <a:lnTo>
                    <a:pt x="459244" y="3409937"/>
                  </a:lnTo>
                  <a:lnTo>
                    <a:pt x="487819" y="3409937"/>
                  </a:lnTo>
                  <a:lnTo>
                    <a:pt x="487819" y="3400412"/>
                  </a:lnTo>
                  <a:close/>
                </a:path>
                <a:path extrusionOk="0" h="3409950" w="4724400">
                  <a:moveTo>
                    <a:pt x="504825" y="0"/>
                  </a:moveTo>
                  <a:lnTo>
                    <a:pt x="476250" y="0"/>
                  </a:lnTo>
                  <a:lnTo>
                    <a:pt x="476250" y="9525"/>
                  </a:lnTo>
                  <a:lnTo>
                    <a:pt x="504825" y="9525"/>
                  </a:lnTo>
                  <a:lnTo>
                    <a:pt x="504825" y="0"/>
                  </a:lnTo>
                  <a:close/>
                </a:path>
                <a:path extrusionOk="0" h="3409950" w="4724400">
                  <a:moveTo>
                    <a:pt x="535444" y="3400412"/>
                  </a:moveTo>
                  <a:lnTo>
                    <a:pt x="506869" y="3400412"/>
                  </a:lnTo>
                  <a:lnTo>
                    <a:pt x="506869" y="3409937"/>
                  </a:lnTo>
                  <a:lnTo>
                    <a:pt x="535444" y="3409937"/>
                  </a:lnTo>
                  <a:lnTo>
                    <a:pt x="535444" y="3400412"/>
                  </a:lnTo>
                  <a:close/>
                </a:path>
                <a:path extrusionOk="0" h="3409950" w="4724400">
                  <a:moveTo>
                    <a:pt x="552450" y="0"/>
                  </a:moveTo>
                  <a:lnTo>
                    <a:pt x="523875" y="0"/>
                  </a:lnTo>
                  <a:lnTo>
                    <a:pt x="523875" y="9525"/>
                  </a:lnTo>
                  <a:lnTo>
                    <a:pt x="552450" y="9525"/>
                  </a:lnTo>
                  <a:lnTo>
                    <a:pt x="552450" y="0"/>
                  </a:lnTo>
                  <a:close/>
                </a:path>
                <a:path extrusionOk="0" h="3409950" w="4724400">
                  <a:moveTo>
                    <a:pt x="583069" y="3400412"/>
                  </a:moveTo>
                  <a:lnTo>
                    <a:pt x="554494" y="3400412"/>
                  </a:lnTo>
                  <a:lnTo>
                    <a:pt x="554494" y="3409937"/>
                  </a:lnTo>
                  <a:lnTo>
                    <a:pt x="583069" y="3409937"/>
                  </a:lnTo>
                  <a:lnTo>
                    <a:pt x="583069" y="3400412"/>
                  </a:lnTo>
                  <a:close/>
                </a:path>
                <a:path extrusionOk="0" h="3409950" w="4724400">
                  <a:moveTo>
                    <a:pt x="600075" y="0"/>
                  </a:moveTo>
                  <a:lnTo>
                    <a:pt x="571500" y="0"/>
                  </a:lnTo>
                  <a:lnTo>
                    <a:pt x="571500" y="9525"/>
                  </a:lnTo>
                  <a:lnTo>
                    <a:pt x="600075" y="9525"/>
                  </a:lnTo>
                  <a:lnTo>
                    <a:pt x="600075" y="0"/>
                  </a:lnTo>
                  <a:close/>
                </a:path>
                <a:path extrusionOk="0" h="3409950" w="4724400">
                  <a:moveTo>
                    <a:pt x="630694" y="3400412"/>
                  </a:moveTo>
                  <a:lnTo>
                    <a:pt x="602119" y="3400412"/>
                  </a:lnTo>
                  <a:lnTo>
                    <a:pt x="602119" y="3409937"/>
                  </a:lnTo>
                  <a:lnTo>
                    <a:pt x="630694" y="3409937"/>
                  </a:lnTo>
                  <a:lnTo>
                    <a:pt x="630694" y="3400412"/>
                  </a:lnTo>
                  <a:close/>
                </a:path>
                <a:path extrusionOk="0" h="3409950" w="4724400">
                  <a:moveTo>
                    <a:pt x="647700" y="0"/>
                  </a:moveTo>
                  <a:lnTo>
                    <a:pt x="619125" y="0"/>
                  </a:lnTo>
                  <a:lnTo>
                    <a:pt x="619125" y="9525"/>
                  </a:lnTo>
                  <a:lnTo>
                    <a:pt x="647700" y="9525"/>
                  </a:lnTo>
                  <a:lnTo>
                    <a:pt x="647700" y="0"/>
                  </a:lnTo>
                  <a:close/>
                </a:path>
                <a:path extrusionOk="0" h="3409950" w="4724400">
                  <a:moveTo>
                    <a:pt x="678319" y="3400412"/>
                  </a:moveTo>
                  <a:lnTo>
                    <a:pt x="649744" y="3400412"/>
                  </a:lnTo>
                  <a:lnTo>
                    <a:pt x="649744" y="3409937"/>
                  </a:lnTo>
                  <a:lnTo>
                    <a:pt x="678319" y="3409937"/>
                  </a:lnTo>
                  <a:lnTo>
                    <a:pt x="678319" y="3400412"/>
                  </a:lnTo>
                  <a:close/>
                </a:path>
                <a:path extrusionOk="0" h="3409950" w="4724400">
                  <a:moveTo>
                    <a:pt x="695325" y="0"/>
                  </a:moveTo>
                  <a:lnTo>
                    <a:pt x="666750" y="0"/>
                  </a:lnTo>
                  <a:lnTo>
                    <a:pt x="666750" y="9525"/>
                  </a:lnTo>
                  <a:lnTo>
                    <a:pt x="695325" y="9525"/>
                  </a:lnTo>
                  <a:lnTo>
                    <a:pt x="695325" y="0"/>
                  </a:lnTo>
                  <a:close/>
                </a:path>
                <a:path extrusionOk="0" h="3409950" w="4724400">
                  <a:moveTo>
                    <a:pt x="725944" y="3400412"/>
                  </a:moveTo>
                  <a:lnTo>
                    <a:pt x="697369" y="3400412"/>
                  </a:lnTo>
                  <a:lnTo>
                    <a:pt x="697369" y="3409937"/>
                  </a:lnTo>
                  <a:lnTo>
                    <a:pt x="725944" y="3409937"/>
                  </a:lnTo>
                  <a:lnTo>
                    <a:pt x="725944" y="3400412"/>
                  </a:lnTo>
                  <a:close/>
                </a:path>
                <a:path extrusionOk="0" h="3409950" w="4724400">
                  <a:moveTo>
                    <a:pt x="742950" y="0"/>
                  </a:moveTo>
                  <a:lnTo>
                    <a:pt x="714375" y="0"/>
                  </a:lnTo>
                  <a:lnTo>
                    <a:pt x="714375" y="9525"/>
                  </a:lnTo>
                  <a:lnTo>
                    <a:pt x="742950" y="9525"/>
                  </a:lnTo>
                  <a:lnTo>
                    <a:pt x="742950" y="0"/>
                  </a:lnTo>
                  <a:close/>
                </a:path>
                <a:path extrusionOk="0" h="3409950" w="4724400">
                  <a:moveTo>
                    <a:pt x="773569" y="3400412"/>
                  </a:moveTo>
                  <a:lnTo>
                    <a:pt x="744994" y="3400412"/>
                  </a:lnTo>
                  <a:lnTo>
                    <a:pt x="744994" y="3409937"/>
                  </a:lnTo>
                  <a:lnTo>
                    <a:pt x="773569" y="3409937"/>
                  </a:lnTo>
                  <a:lnTo>
                    <a:pt x="773569" y="3400412"/>
                  </a:lnTo>
                  <a:close/>
                </a:path>
                <a:path extrusionOk="0" h="3409950" w="4724400">
                  <a:moveTo>
                    <a:pt x="790575" y="0"/>
                  </a:moveTo>
                  <a:lnTo>
                    <a:pt x="762000" y="0"/>
                  </a:lnTo>
                  <a:lnTo>
                    <a:pt x="762000" y="9525"/>
                  </a:lnTo>
                  <a:lnTo>
                    <a:pt x="790575" y="9525"/>
                  </a:lnTo>
                  <a:lnTo>
                    <a:pt x="790575" y="0"/>
                  </a:lnTo>
                  <a:close/>
                </a:path>
                <a:path extrusionOk="0" h="3409950" w="4724400">
                  <a:moveTo>
                    <a:pt x="821194" y="3400412"/>
                  </a:moveTo>
                  <a:lnTo>
                    <a:pt x="792619" y="3400412"/>
                  </a:lnTo>
                  <a:lnTo>
                    <a:pt x="792619" y="3409937"/>
                  </a:lnTo>
                  <a:lnTo>
                    <a:pt x="821194" y="3409937"/>
                  </a:lnTo>
                  <a:lnTo>
                    <a:pt x="821194" y="3400412"/>
                  </a:lnTo>
                  <a:close/>
                </a:path>
                <a:path extrusionOk="0" h="3409950" w="4724400">
                  <a:moveTo>
                    <a:pt x="838200" y="0"/>
                  </a:moveTo>
                  <a:lnTo>
                    <a:pt x="809625" y="0"/>
                  </a:lnTo>
                  <a:lnTo>
                    <a:pt x="809625" y="9525"/>
                  </a:lnTo>
                  <a:lnTo>
                    <a:pt x="838200" y="9525"/>
                  </a:lnTo>
                  <a:lnTo>
                    <a:pt x="838200" y="0"/>
                  </a:lnTo>
                  <a:close/>
                </a:path>
                <a:path extrusionOk="0" h="3409950" w="4724400">
                  <a:moveTo>
                    <a:pt x="868819" y="3400412"/>
                  </a:moveTo>
                  <a:lnTo>
                    <a:pt x="840244" y="3400412"/>
                  </a:lnTo>
                  <a:lnTo>
                    <a:pt x="840244" y="3409937"/>
                  </a:lnTo>
                  <a:lnTo>
                    <a:pt x="868819" y="3409937"/>
                  </a:lnTo>
                  <a:lnTo>
                    <a:pt x="868819" y="3400412"/>
                  </a:lnTo>
                  <a:close/>
                </a:path>
                <a:path extrusionOk="0" h="3409950" w="4724400">
                  <a:moveTo>
                    <a:pt x="885825" y="0"/>
                  </a:moveTo>
                  <a:lnTo>
                    <a:pt x="857250" y="0"/>
                  </a:lnTo>
                  <a:lnTo>
                    <a:pt x="857250" y="9525"/>
                  </a:lnTo>
                  <a:lnTo>
                    <a:pt x="885825" y="9525"/>
                  </a:lnTo>
                  <a:lnTo>
                    <a:pt x="885825" y="0"/>
                  </a:lnTo>
                  <a:close/>
                </a:path>
                <a:path extrusionOk="0" h="3409950" w="4724400">
                  <a:moveTo>
                    <a:pt x="916444" y="3400412"/>
                  </a:moveTo>
                  <a:lnTo>
                    <a:pt x="887869" y="3400412"/>
                  </a:lnTo>
                  <a:lnTo>
                    <a:pt x="887869" y="3409937"/>
                  </a:lnTo>
                  <a:lnTo>
                    <a:pt x="916444" y="3409937"/>
                  </a:lnTo>
                  <a:lnTo>
                    <a:pt x="916444" y="3400412"/>
                  </a:lnTo>
                  <a:close/>
                </a:path>
                <a:path extrusionOk="0" h="3409950" w="4724400">
                  <a:moveTo>
                    <a:pt x="933450" y="0"/>
                  </a:moveTo>
                  <a:lnTo>
                    <a:pt x="904875" y="0"/>
                  </a:lnTo>
                  <a:lnTo>
                    <a:pt x="904875" y="9525"/>
                  </a:lnTo>
                  <a:lnTo>
                    <a:pt x="933450" y="9525"/>
                  </a:lnTo>
                  <a:lnTo>
                    <a:pt x="933450" y="0"/>
                  </a:lnTo>
                  <a:close/>
                </a:path>
                <a:path extrusionOk="0" h="3409950" w="4724400">
                  <a:moveTo>
                    <a:pt x="964069" y="3400412"/>
                  </a:moveTo>
                  <a:lnTo>
                    <a:pt x="935494" y="3400412"/>
                  </a:lnTo>
                  <a:lnTo>
                    <a:pt x="935494" y="3409937"/>
                  </a:lnTo>
                  <a:lnTo>
                    <a:pt x="964069" y="3409937"/>
                  </a:lnTo>
                  <a:lnTo>
                    <a:pt x="964069" y="3400412"/>
                  </a:lnTo>
                  <a:close/>
                </a:path>
                <a:path extrusionOk="0" h="3409950" w="4724400">
                  <a:moveTo>
                    <a:pt x="981075" y="0"/>
                  </a:moveTo>
                  <a:lnTo>
                    <a:pt x="952500" y="0"/>
                  </a:lnTo>
                  <a:lnTo>
                    <a:pt x="952500" y="9525"/>
                  </a:lnTo>
                  <a:lnTo>
                    <a:pt x="981075" y="9525"/>
                  </a:lnTo>
                  <a:lnTo>
                    <a:pt x="981075" y="0"/>
                  </a:lnTo>
                  <a:close/>
                </a:path>
                <a:path extrusionOk="0" h="3409950" w="4724400">
                  <a:moveTo>
                    <a:pt x="1011694" y="3400412"/>
                  </a:moveTo>
                  <a:lnTo>
                    <a:pt x="983119" y="3400412"/>
                  </a:lnTo>
                  <a:lnTo>
                    <a:pt x="983119" y="3409937"/>
                  </a:lnTo>
                  <a:lnTo>
                    <a:pt x="1011694" y="3409937"/>
                  </a:lnTo>
                  <a:lnTo>
                    <a:pt x="1011694" y="3400412"/>
                  </a:lnTo>
                  <a:close/>
                </a:path>
                <a:path extrusionOk="0" h="3409950" w="4724400">
                  <a:moveTo>
                    <a:pt x="1028700" y="0"/>
                  </a:moveTo>
                  <a:lnTo>
                    <a:pt x="1000125" y="0"/>
                  </a:lnTo>
                  <a:lnTo>
                    <a:pt x="1000125" y="9525"/>
                  </a:lnTo>
                  <a:lnTo>
                    <a:pt x="1028700" y="9525"/>
                  </a:lnTo>
                  <a:lnTo>
                    <a:pt x="1028700" y="0"/>
                  </a:lnTo>
                  <a:close/>
                </a:path>
                <a:path extrusionOk="0" h="3409950" w="4724400">
                  <a:moveTo>
                    <a:pt x="1059319" y="3400412"/>
                  </a:moveTo>
                  <a:lnTo>
                    <a:pt x="1030744" y="3400412"/>
                  </a:lnTo>
                  <a:lnTo>
                    <a:pt x="1030744" y="3409937"/>
                  </a:lnTo>
                  <a:lnTo>
                    <a:pt x="1059319" y="3409937"/>
                  </a:lnTo>
                  <a:lnTo>
                    <a:pt x="1059319" y="3400412"/>
                  </a:lnTo>
                  <a:close/>
                </a:path>
                <a:path extrusionOk="0" h="3409950" w="4724400">
                  <a:moveTo>
                    <a:pt x="1076325" y="0"/>
                  </a:moveTo>
                  <a:lnTo>
                    <a:pt x="1047750" y="0"/>
                  </a:lnTo>
                  <a:lnTo>
                    <a:pt x="1047750" y="9525"/>
                  </a:lnTo>
                  <a:lnTo>
                    <a:pt x="1076325" y="9525"/>
                  </a:lnTo>
                  <a:lnTo>
                    <a:pt x="1076325" y="0"/>
                  </a:lnTo>
                  <a:close/>
                </a:path>
                <a:path extrusionOk="0" h="3409950" w="4724400">
                  <a:moveTo>
                    <a:pt x="1106944" y="3400412"/>
                  </a:moveTo>
                  <a:lnTo>
                    <a:pt x="1078369" y="3400412"/>
                  </a:lnTo>
                  <a:lnTo>
                    <a:pt x="1078369" y="3409937"/>
                  </a:lnTo>
                  <a:lnTo>
                    <a:pt x="1106944" y="3409937"/>
                  </a:lnTo>
                  <a:lnTo>
                    <a:pt x="1106944" y="3400412"/>
                  </a:lnTo>
                  <a:close/>
                </a:path>
                <a:path extrusionOk="0" h="3409950" w="4724400">
                  <a:moveTo>
                    <a:pt x="1123950" y="0"/>
                  </a:moveTo>
                  <a:lnTo>
                    <a:pt x="1095375" y="0"/>
                  </a:lnTo>
                  <a:lnTo>
                    <a:pt x="1095375" y="9525"/>
                  </a:lnTo>
                  <a:lnTo>
                    <a:pt x="1123950" y="9525"/>
                  </a:lnTo>
                  <a:lnTo>
                    <a:pt x="1123950" y="0"/>
                  </a:lnTo>
                  <a:close/>
                </a:path>
                <a:path extrusionOk="0" h="3409950" w="4724400">
                  <a:moveTo>
                    <a:pt x="1154569" y="3400412"/>
                  </a:moveTo>
                  <a:lnTo>
                    <a:pt x="1125994" y="3400412"/>
                  </a:lnTo>
                  <a:lnTo>
                    <a:pt x="1125994" y="3409937"/>
                  </a:lnTo>
                  <a:lnTo>
                    <a:pt x="1154569" y="3409937"/>
                  </a:lnTo>
                  <a:lnTo>
                    <a:pt x="1154569" y="3400412"/>
                  </a:lnTo>
                  <a:close/>
                </a:path>
                <a:path extrusionOk="0" h="3409950" w="4724400">
                  <a:moveTo>
                    <a:pt x="1171575" y="0"/>
                  </a:moveTo>
                  <a:lnTo>
                    <a:pt x="1143000" y="0"/>
                  </a:lnTo>
                  <a:lnTo>
                    <a:pt x="1143000" y="9525"/>
                  </a:lnTo>
                  <a:lnTo>
                    <a:pt x="1171575" y="9525"/>
                  </a:lnTo>
                  <a:lnTo>
                    <a:pt x="1171575" y="0"/>
                  </a:lnTo>
                  <a:close/>
                </a:path>
                <a:path extrusionOk="0" h="3409950" w="4724400">
                  <a:moveTo>
                    <a:pt x="1202194" y="3400412"/>
                  </a:moveTo>
                  <a:lnTo>
                    <a:pt x="1173619" y="3400412"/>
                  </a:lnTo>
                  <a:lnTo>
                    <a:pt x="1173619" y="3409937"/>
                  </a:lnTo>
                  <a:lnTo>
                    <a:pt x="1202194" y="3409937"/>
                  </a:lnTo>
                  <a:lnTo>
                    <a:pt x="1202194" y="3400412"/>
                  </a:lnTo>
                  <a:close/>
                </a:path>
                <a:path extrusionOk="0" h="3409950" w="4724400">
                  <a:moveTo>
                    <a:pt x="1219200" y="0"/>
                  </a:moveTo>
                  <a:lnTo>
                    <a:pt x="1190625" y="0"/>
                  </a:lnTo>
                  <a:lnTo>
                    <a:pt x="1190625" y="9525"/>
                  </a:lnTo>
                  <a:lnTo>
                    <a:pt x="1219200" y="9525"/>
                  </a:lnTo>
                  <a:lnTo>
                    <a:pt x="1219200" y="0"/>
                  </a:lnTo>
                  <a:close/>
                </a:path>
                <a:path extrusionOk="0" h="3409950" w="4724400">
                  <a:moveTo>
                    <a:pt x="1249819" y="3400412"/>
                  </a:moveTo>
                  <a:lnTo>
                    <a:pt x="1221244" y="3400412"/>
                  </a:lnTo>
                  <a:lnTo>
                    <a:pt x="1221244" y="3409937"/>
                  </a:lnTo>
                  <a:lnTo>
                    <a:pt x="1249819" y="3409937"/>
                  </a:lnTo>
                  <a:lnTo>
                    <a:pt x="1249819" y="3400412"/>
                  </a:lnTo>
                  <a:close/>
                </a:path>
                <a:path extrusionOk="0" h="3409950" w="4724400">
                  <a:moveTo>
                    <a:pt x="1266825" y="0"/>
                  </a:moveTo>
                  <a:lnTo>
                    <a:pt x="1238250" y="0"/>
                  </a:lnTo>
                  <a:lnTo>
                    <a:pt x="1238250" y="9525"/>
                  </a:lnTo>
                  <a:lnTo>
                    <a:pt x="1266825" y="9525"/>
                  </a:lnTo>
                  <a:lnTo>
                    <a:pt x="1266825" y="0"/>
                  </a:lnTo>
                  <a:close/>
                </a:path>
                <a:path extrusionOk="0" h="3409950" w="4724400">
                  <a:moveTo>
                    <a:pt x="1297444" y="3400412"/>
                  </a:moveTo>
                  <a:lnTo>
                    <a:pt x="1268869" y="3400412"/>
                  </a:lnTo>
                  <a:lnTo>
                    <a:pt x="1268869" y="3409937"/>
                  </a:lnTo>
                  <a:lnTo>
                    <a:pt x="1297444" y="3409937"/>
                  </a:lnTo>
                  <a:lnTo>
                    <a:pt x="1297444" y="3400412"/>
                  </a:lnTo>
                  <a:close/>
                </a:path>
                <a:path extrusionOk="0" h="3409950" w="4724400">
                  <a:moveTo>
                    <a:pt x="1314450" y="0"/>
                  </a:moveTo>
                  <a:lnTo>
                    <a:pt x="1285875" y="0"/>
                  </a:lnTo>
                  <a:lnTo>
                    <a:pt x="1285875" y="9525"/>
                  </a:lnTo>
                  <a:lnTo>
                    <a:pt x="1314450" y="9525"/>
                  </a:lnTo>
                  <a:lnTo>
                    <a:pt x="1314450" y="0"/>
                  </a:lnTo>
                  <a:close/>
                </a:path>
                <a:path extrusionOk="0" h="3409950" w="4724400">
                  <a:moveTo>
                    <a:pt x="1345069" y="3400412"/>
                  </a:moveTo>
                  <a:lnTo>
                    <a:pt x="1316494" y="3400412"/>
                  </a:lnTo>
                  <a:lnTo>
                    <a:pt x="1316494" y="3409937"/>
                  </a:lnTo>
                  <a:lnTo>
                    <a:pt x="1345069" y="3409937"/>
                  </a:lnTo>
                  <a:lnTo>
                    <a:pt x="1345069" y="3400412"/>
                  </a:lnTo>
                  <a:close/>
                </a:path>
                <a:path extrusionOk="0" h="3409950" w="4724400">
                  <a:moveTo>
                    <a:pt x="1362075" y="0"/>
                  </a:moveTo>
                  <a:lnTo>
                    <a:pt x="1333500" y="0"/>
                  </a:lnTo>
                  <a:lnTo>
                    <a:pt x="1333500" y="9525"/>
                  </a:lnTo>
                  <a:lnTo>
                    <a:pt x="1362075" y="9525"/>
                  </a:lnTo>
                  <a:lnTo>
                    <a:pt x="1362075" y="0"/>
                  </a:lnTo>
                  <a:close/>
                </a:path>
                <a:path extrusionOk="0" h="3409950" w="4724400">
                  <a:moveTo>
                    <a:pt x="1392694" y="3400412"/>
                  </a:moveTo>
                  <a:lnTo>
                    <a:pt x="1364119" y="3400412"/>
                  </a:lnTo>
                  <a:lnTo>
                    <a:pt x="1364119" y="3409937"/>
                  </a:lnTo>
                  <a:lnTo>
                    <a:pt x="1392694" y="3409937"/>
                  </a:lnTo>
                  <a:lnTo>
                    <a:pt x="1392694" y="3400412"/>
                  </a:lnTo>
                  <a:close/>
                </a:path>
                <a:path extrusionOk="0" h="3409950" w="4724400">
                  <a:moveTo>
                    <a:pt x="1409700" y="0"/>
                  </a:moveTo>
                  <a:lnTo>
                    <a:pt x="1381125" y="0"/>
                  </a:lnTo>
                  <a:lnTo>
                    <a:pt x="1381125" y="9525"/>
                  </a:lnTo>
                  <a:lnTo>
                    <a:pt x="1409700" y="9525"/>
                  </a:lnTo>
                  <a:lnTo>
                    <a:pt x="1409700" y="0"/>
                  </a:lnTo>
                  <a:close/>
                </a:path>
                <a:path extrusionOk="0" h="3409950" w="4724400">
                  <a:moveTo>
                    <a:pt x="1440319" y="3400412"/>
                  </a:moveTo>
                  <a:lnTo>
                    <a:pt x="1411744" y="3400412"/>
                  </a:lnTo>
                  <a:lnTo>
                    <a:pt x="1411744" y="3409937"/>
                  </a:lnTo>
                  <a:lnTo>
                    <a:pt x="1440319" y="3409937"/>
                  </a:lnTo>
                  <a:lnTo>
                    <a:pt x="1440319" y="3400412"/>
                  </a:lnTo>
                  <a:close/>
                </a:path>
                <a:path extrusionOk="0" h="3409950" w="4724400">
                  <a:moveTo>
                    <a:pt x="1457325" y="0"/>
                  </a:moveTo>
                  <a:lnTo>
                    <a:pt x="1428750" y="0"/>
                  </a:lnTo>
                  <a:lnTo>
                    <a:pt x="1428750" y="9525"/>
                  </a:lnTo>
                  <a:lnTo>
                    <a:pt x="1457325" y="9525"/>
                  </a:lnTo>
                  <a:lnTo>
                    <a:pt x="1457325" y="0"/>
                  </a:lnTo>
                  <a:close/>
                </a:path>
                <a:path extrusionOk="0" h="3409950" w="4724400">
                  <a:moveTo>
                    <a:pt x="1487944" y="3400412"/>
                  </a:moveTo>
                  <a:lnTo>
                    <a:pt x="1459369" y="3400412"/>
                  </a:lnTo>
                  <a:lnTo>
                    <a:pt x="1459369" y="3409937"/>
                  </a:lnTo>
                  <a:lnTo>
                    <a:pt x="1487944" y="3409937"/>
                  </a:lnTo>
                  <a:lnTo>
                    <a:pt x="1487944" y="3400412"/>
                  </a:lnTo>
                  <a:close/>
                </a:path>
                <a:path extrusionOk="0" h="3409950" w="4724400">
                  <a:moveTo>
                    <a:pt x="1504950" y="0"/>
                  </a:moveTo>
                  <a:lnTo>
                    <a:pt x="1476375" y="0"/>
                  </a:lnTo>
                  <a:lnTo>
                    <a:pt x="1476375" y="9525"/>
                  </a:lnTo>
                  <a:lnTo>
                    <a:pt x="1504950" y="9525"/>
                  </a:lnTo>
                  <a:lnTo>
                    <a:pt x="1504950" y="0"/>
                  </a:lnTo>
                  <a:close/>
                </a:path>
                <a:path extrusionOk="0" h="3409950" w="4724400">
                  <a:moveTo>
                    <a:pt x="1535569" y="3400412"/>
                  </a:moveTo>
                  <a:lnTo>
                    <a:pt x="1506994" y="3400412"/>
                  </a:lnTo>
                  <a:lnTo>
                    <a:pt x="1506994" y="3409937"/>
                  </a:lnTo>
                  <a:lnTo>
                    <a:pt x="1535569" y="3409937"/>
                  </a:lnTo>
                  <a:lnTo>
                    <a:pt x="1535569" y="3400412"/>
                  </a:lnTo>
                  <a:close/>
                </a:path>
                <a:path extrusionOk="0" h="3409950" w="4724400">
                  <a:moveTo>
                    <a:pt x="1552575" y="0"/>
                  </a:moveTo>
                  <a:lnTo>
                    <a:pt x="1524000" y="0"/>
                  </a:lnTo>
                  <a:lnTo>
                    <a:pt x="1524000" y="9525"/>
                  </a:lnTo>
                  <a:lnTo>
                    <a:pt x="1552575" y="9525"/>
                  </a:lnTo>
                  <a:lnTo>
                    <a:pt x="1552575" y="0"/>
                  </a:lnTo>
                  <a:close/>
                </a:path>
                <a:path extrusionOk="0" h="3409950" w="4724400">
                  <a:moveTo>
                    <a:pt x="1583194" y="3400412"/>
                  </a:moveTo>
                  <a:lnTo>
                    <a:pt x="1554619" y="3400412"/>
                  </a:lnTo>
                  <a:lnTo>
                    <a:pt x="1554619" y="3409937"/>
                  </a:lnTo>
                  <a:lnTo>
                    <a:pt x="1583194" y="3409937"/>
                  </a:lnTo>
                  <a:lnTo>
                    <a:pt x="1583194" y="3400412"/>
                  </a:lnTo>
                  <a:close/>
                </a:path>
                <a:path extrusionOk="0" h="3409950" w="4724400">
                  <a:moveTo>
                    <a:pt x="1600200" y="0"/>
                  </a:moveTo>
                  <a:lnTo>
                    <a:pt x="1571625" y="0"/>
                  </a:lnTo>
                  <a:lnTo>
                    <a:pt x="1571625" y="9525"/>
                  </a:lnTo>
                  <a:lnTo>
                    <a:pt x="1600200" y="9525"/>
                  </a:lnTo>
                  <a:lnTo>
                    <a:pt x="1600200" y="0"/>
                  </a:lnTo>
                  <a:close/>
                </a:path>
                <a:path extrusionOk="0" h="3409950" w="4724400">
                  <a:moveTo>
                    <a:pt x="1630819" y="3400412"/>
                  </a:moveTo>
                  <a:lnTo>
                    <a:pt x="1602244" y="3400412"/>
                  </a:lnTo>
                  <a:lnTo>
                    <a:pt x="1602244" y="3409937"/>
                  </a:lnTo>
                  <a:lnTo>
                    <a:pt x="1630819" y="3409937"/>
                  </a:lnTo>
                  <a:lnTo>
                    <a:pt x="1630819" y="3400412"/>
                  </a:lnTo>
                  <a:close/>
                </a:path>
                <a:path extrusionOk="0" h="3409950" w="4724400">
                  <a:moveTo>
                    <a:pt x="1647825" y="0"/>
                  </a:moveTo>
                  <a:lnTo>
                    <a:pt x="1619250" y="0"/>
                  </a:lnTo>
                  <a:lnTo>
                    <a:pt x="1619250" y="9525"/>
                  </a:lnTo>
                  <a:lnTo>
                    <a:pt x="1647825" y="9525"/>
                  </a:lnTo>
                  <a:lnTo>
                    <a:pt x="1647825" y="0"/>
                  </a:lnTo>
                  <a:close/>
                </a:path>
                <a:path extrusionOk="0" h="3409950" w="4724400">
                  <a:moveTo>
                    <a:pt x="1678444" y="3400412"/>
                  </a:moveTo>
                  <a:lnTo>
                    <a:pt x="1649869" y="3400412"/>
                  </a:lnTo>
                  <a:lnTo>
                    <a:pt x="1649869" y="3409937"/>
                  </a:lnTo>
                  <a:lnTo>
                    <a:pt x="1678444" y="3409937"/>
                  </a:lnTo>
                  <a:lnTo>
                    <a:pt x="1678444" y="3400412"/>
                  </a:lnTo>
                  <a:close/>
                </a:path>
                <a:path extrusionOk="0" h="3409950" w="4724400">
                  <a:moveTo>
                    <a:pt x="1695450" y="0"/>
                  </a:moveTo>
                  <a:lnTo>
                    <a:pt x="1666875" y="0"/>
                  </a:lnTo>
                  <a:lnTo>
                    <a:pt x="1666875" y="9525"/>
                  </a:lnTo>
                  <a:lnTo>
                    <a:pt x="1695450" y="9525"/>
                  </a:lnTo>
                  <a:lnTo>
                    <a:pt x="1695450" y="0"/>
                  </a:lnTo>
                  <a:close/>
                </a:path>
                <a:path extrusionOk="0" h="3409950" w="4724400">
                  <a:moveTo>
                    <a:pt x="1726069" y="3400412"/>
                  </a:moveTo>
                  <a:lnTo>
                    <a:pt x="1697494" y="3400412"/>
                  </a:lnTo>
                  <a:lnTo>
                    <a:pt x="1697494" y="3409937"/>
                  </a:lnTo>
                  <a:lnTo>
                    <a:pt x="1726069" y="3409937"/>
                  </a:lnTo>
                  <a:lnTo>
                    <a:pt x="1726069" y="3400412"/>
                  </a:lnTo>
                  <a:close/>
                </a:path>
                <a:path extrusionOk="0" h="3409950" w="4724400">
                  <a:moveTo>
                    <a:pt x="1743075" y="0"/>
                  </a:moveTo>
                  <a:lnTo>
                    <a:pt x="1714500" y="0"/>
                  </a:lnTo>
                  <a:lnTo>
                    <a:pt x="1714500" y="9525"/>
                  </a:lnTo>
                  <a:lnTo>
                    <a:pt x="1743075" y="9525"/>
                  </a:lnTo>
                  <a:lnTo>
                    <a:pt x="1743075" y="0"/>
                  </a:lnTo>
                  <a:close/>
                </a:path>
                <a:path extrusionOk="0" h="3409950" w="4724400">
                  <a:moveTo>
                    <a:pt x="1773694" y="3400412"/>
                  </a:moveTo>
                  <a:lnTo>
                    <a:pt x="1745119" y="3400412"/>
                  </a:lnTo>
                  <a:lnTo>
                    <a:pt x="1745119" y="3409937"/>
                  </a:lnTo>
                  <a:lnTo>
                    <a:pt x="1773694" y="3409937"/>
                  </a:lnTo>
                  <a:lnTo>
                    <a:pt x="1773694" y="3400412"/>
                  </a:lnTo>
                  <a:close/>
                </a:path>
                <a:path extrusionOk="0" h="3409950" w="4724400">
                  <a:moveTo>
                    <a:pt x="1790700" y="0"/>
                  </a:moveTo>
                  <a:lnTo>
                    <a:pt x="1762125" y="0"/>
                  </a:lnTo>
                  <a:lnTo>
                    <a:pt x="1762125" y="9525"/>
                  </a:lnTo>
                  <a:lnTo>
                    <a:pt x="1790700" y="9525"/>
                  </a:lnTo>
                  <a:lnTo>
                    <a:pt x="1790700" y="0"/>
                  </a:lnTo>
                  <a:close/>
                </a:path>
                <a:path extrusionOk="0" h="3409950" w="4724400">
                  <a:moveTo>
                    <a:pt x="1821319" y="3400412"/>
                  </a:moveTo>
                  <a:lnTo>
                    <a:pt x="1792744" y="3400412"/>
                  </a:lnTo>
                  <a:lnTo>
                    <a:pt x="1792744" y="3409937"/>
                  </a:lnTo>
                  <a:lnTo>
                    <a:pt x="1821319" y="3409937"/>
                  </a:lnTo>
                  <a:lnTo>
                    <a:pt x="1821319" y="3400412"/>
                  </a:lnTo>
                  <a:close/>
                </a:path>
                <a:path extrusionOk="0" h="3409950" w="4724400">
                  <a:moveTo>
                    <a:pt x="1838325" y="0"/>
                  </a:moveTo>
                  <a:lnTo>
                    <a:pt x="1809750" y="0"/>
                  </a:lnTo>
                  <a:lnTo>
                    <a:pt x="1809750" y="9525"/>
                  </a:lnTo>
                  <a:lnTo>
                    <a:pt x="1838325" y="9525"/>
                  </a:lnTo>
                  <a:lnTo>
                    <a:pt x="1838325" y="0"/>
                  </a:lnTo>
                  <a:close/>
                </a:path>
                <a:path extrusionOk="0" h="3409950" w="4724400">
                  <a:moveTo>
                    <a:pt x="1868944" y="3400412"/>
                  </a:moveTo>
                  <a:lnTo>
                    <a:pt x="1840369" y="3400412"/>
                  </a:lnTo>
                  <a:lnTo>
                    <a:pt x="1840369" y="3409937"/>
                  </a:lnTo>
                  <a:lnTo>
                    <a:pt x="1868944" y="3409937"/>
                  </a:lnTo>
                  <a:lnTo>
                    <a:pt x="1868944" y="3400412"/>
                  </a:lnTo>
                  <a:close/>
                </a:path>
                <a:path extrusionOk="0" h="3409950" w="4724400">
                  <a:moveTo>
                    <a:pt x="1885950" y="0"/>
                  </a:moveTo>
                  <a:lnTo>
                    <a:pt x="1857375" y="0"/>
                  </a:lnTo>
                  <a:lnTo>
                    <a:pt x="1857375" y="9525"/>
                  </a:lnTo>
                  <a:lnTo>
                    <a:pt x="1885950" y="9525"/>
                  </a:lnTo>
                  <a:lnTo>
                    <a:pt x="1885950" y="0"/>
                  </a:lnTo>
                  <a:close/>
                </a:path>
                <a:path extrusionOk="0" h="3409950" w="4724400">
                  <a:moveTo>
                    <a:pt x="1916569" y="3400412"/>
                  </a:moveTo>
                  <a:lnTo>
                    <a:pt x="1887994" y="3400412"/>
                  </a:lnTo>
                  <a:lnTo>
                    <a:pt x="1887994" y="3409937"/>
                  </a:lnTo>
                  <a:lnTo>
                    <a:pt x="1916569" y="3409937"/>
                  </a:lnTo>
                  <a:lnTo>
                    <a:pt x="1916569" y="3400412"/>
                  </a:lnTo>
                  <a:close/>
                </a:path>
                <a:path extrusionOk="0" h="3409950" w="4724400">
                  <a:moveTo>
                    <a:pt x="1933575" y="0"/>
                  </a:moveTo>
                  <a:lnTo>
                    <a:pt x="1905000" y="0"/>
                  </a:lnTo>
                  <a:lnTo>
                    <a:pt x="1905000" y="9525"/>
                  </a:lnTo>
                  <a:lnTo>
                    <a:pt x="1933575" y="9525"/>
                  </a:lnTo>
                  <a:lnTo>
                    <a:pt x="1933575" y="0"/>
                  </a:lnTo>
                  <a:close/>
                </a:path>
                <a:path extrusionOk="0" h="3409950" w="4724400">
                  <a:moveTo>
                    <a:pt x="1964194" y="3400412"/>
                  </a:moveTo>
                  <a:lnTo>
                    <a:pt x="1935619" y="3400412"/>
                  </a:lnTo>
                  <a:lnTo>
                    <a:pt x="1935619" y="3409937"/>
                  </a:lnTo>
                  <a:lnTo>
                    <a:pt x="1964194" y="3409937"/>
                  </a:lnTo>
                  <a:lnTo>
                    <a:pt x="1964194" y="3400412"/>
                  </a:lnTo>
                  <a:close/>
                </a:path>
                <a:path extrusionOk="0" h="3409950" w="4724400">
                  <a:moveTo>
                    <a:pt x="1981200" y="0"/>
                  </a:moveTo>
                  <a:lnTo>
                    <a:pt x="1952625" y="0"/>
                  </a:lnTo>
                  <a:lnTo>
                    <a:pt x="1952625" y="9525"/>
                  </a:lnTo>
                  <a:lnTo>
                    <a:pt x="1981200" y="9525"/>
                  </a:lnTo>
                  <a:lnTo>
                    <a:pt x="1981200" y="0"/>
                  </a:lnTo>
                  <a:close/>
                </a:path>
                <a:path extrusionOk="0" h="3409950" w="4724400">
                  <a:moveTo>
                    <a:pt x="2011819" y="3400412"/>
                  </a:moveTo>
                  <a:lnTo>
                    <a:pt x="1983244" y="3400412"/>
                  </a:lnTo>
                  <a:lnTo>
                    <a:pt x="1983244" y="3409937"/>
                  </a:lnTo>
                  <a:lnTo>
                    <a:pt x="2011819" y="3409937"/>
                  </a:lnTo>
                  <a:lnTo>
                    <a:pt x="2011819" y="3400412"/>
                  </a:lnTo>
                  <a:close/>
                </a:path>
                <a:path extrusionOk="0" h="3409950" w="4724400">
                  <a:moveTo>
                    <a:pt x="2028825" y="0"/>
                  </a:moveTo>
                  <a:lnTo>
                    <a:pt x="2000250" y="0"/>
                  </a:lnTo>
                  <a:lnTo>
                    <a:pt x="2000250" y="9525"/>
                  </a:lnTo>
                  <a:lnTo>
                    <a:pt x="2028825" y="9525"/>
                  </a:lnTo>
                  <a:lnTo>
                    <a:pt x="2028825" y="0"/>
                  </a:lnTo>
                  <a:close/>
                </a:path>
                <a:path extrusionOk="0" h="3409950" w="4724400">
                  <a:moveTo>
                    <a:pt x="2059444" y="3400412"/>
                  </a:moveTo>
                  <a:lnTo>
                    <a:pt x="2030869" y="3400412"/>
                  </a:lnTo>
                  <a:lnTo>
                    <a:pt x="2030869" y="3409937"/>
                  </a:lnTo>
                  <a:lnTo>
                    <a:pt x="2059444" y="3409937"/>
                  </a:lnTo>
                  <a:lnTo>
                    <a:pt x="2059444" y="3400412"/>
                  </a:lnTo>
                  <a:close/>
                </a:path>
                <a:path extrusionOk="0" h="3409950" w="4724400">
                  <a:moveTo>
                    <a:pt x="2076450" y="0"/>
                  </a:moveTo>
                  <a:lnTo>
                    <a:pt x="2047875" y="0"/>
                  </a:lnTo>
                  <a:lnTo>
                    <a:pt x="2047875" y="9525"/>
                  </a:lnTo>
                  <a:lnTo>
                    <a:pt x="2076450" y="9525"/>
                  </a:lnTo>
                  <a:lnTo>
                    <a:pt x="2076450" y="0"/>
                  </a:lnTo>
                  <a:close/>
                </a:path>
                <a:path extrusionOk="0" h="3409950" w="4724400">
                  <a:moveTo>
                    <a:pt x="2107069" y="3400412"/>
                  </a:moveTo>
                  <a:lnTo>
                    <a:pt x="2078494" y="3400412"/>
                  </a:lnTo>
                  <a:lnTo>
                    <a:pt x="2078494" y="3409937"/>
                  </a:lnTo>
                  <a:lnTo>
                    <a:pt x="2107069" y="3409937"/>
                  </a:lnTo>
                  <a:lnTo>
                    <a:pt x="2107069" y="3400412"/>
                  </a:lnTo>
                  <a:close/>
                </a:path>
                <a:path extrusionOk="0" h="3409950" w="4724400">
                  <a:moveTo>
                    <a:pt x="2124075" y="0"/>
                  </a:moveTo>
                  <a:lnTo>
                    <a:pt x="2095500" y="0"/>
                  </a:lnTo>
                  <a:lnTo>
                    <a:pt x="2095500" y="9525"/>
                  </a:lnTo>
                  <a:lnTo>
                    <a:pt x="2124075" y="9525"/>
                  </a:lnTo>
                  <a:lnTo>
                    <a:pt x="2124075" y="0"/>
                  </a:lnTo>
                  <a:close/>
                </a:path>
                <a:path extrusionOk="0" h="3409950" w="4724400">
                  <a:moveTo>
                    <a:pt x="2154694" y="3400412"/>
                  </a:moveTo>
                  <a:lnTo>
                    <a:pt x="2126119" y="3400412"/>
                  </a:lnTo>
                  <a:lnTo>
                    <a:pt x="2126119" y="3409937"/>
                  </a:lnTo>
                  <a:lnTo>
                    <a:pt x="2154694" y="3409937"/>
                  </a:lnTo>
                  <a:lnTo>
                    <a:pt x="2154694" y="3400412"/>
                  </a:lnTo>
                  <a:close/>
                </a:path>
                <a:path extrusionOk="0" h="3409950" w="4724400">
                  <a:moveTo>
                    <a:pt x="2171700" y="0"/>
                  </a:moveTo>
                  <a:lnTo>
                    <a:pt x="2143125" y="0"/>
                  </a:lnTo>
                  <a:lnTo>
                    <a:pt x="2143125" y="9525"/>
                  </a:lnTo>
                  <a:lnTo>
                    <a:pt x="2171700" y="9525"/>
                  </a:lnTo>
                  <a:lnTo>
                    <a:pt x="2171700" y="0"/>
                  </a:lnTo>
                  <a:close/>
                </a:path>
                <a:path extrusionOk="0" h="3409950" w="4724400">
                  <a:moveTo>
                    <a:pt x="2202319" y="3400412"/>
                  </a:moveTo>
                  <a:lnTo>
                    <a:pt x="2173744" y="3400412"/>
                  </a:lnTo>
                  <a:lnTo>
                    <a:pt x="2173744" y="3409937"/>
                  </a:lnTo>
                  <a:lnTo>
                    <a:pt x="2202319" y="3409937"/>
                  </a:lnTo>
                  <a:lnTo>
                    <a:pt x="2202319" y="3400412"/>
                  </a:lnTo>
                  <a:close/>
                </a:path>
                <a:path extrusionOk="0" h="3409950" w="4724400">
                  <a:moveTo>
                    <a:pt x="2219325" y="0"/>
                  </a:moveTo>
                  <a:lnTo>
                    <a:pt x="2190750" y="0"/>
                  </a:lnTo>
                  <a:lnTo>
                    <a:pt x="2190750" y="9525"/>
                  </a:lnTo>
                  <a:lnTo>
                    <a:pt x="2219325" y="9525"/>
                  </a:lnTo>
                  <a:lnTo>
                    <a:pt x="2219325" y="0"/>
                  </a:lnTo>
                  <a:close/>
                </a:path>
                <a:path extrusionOk="0" h="3409950" w="4724400">
                  <a:moveTo>
                    <a:pt x="2249944" y="3400412"/>
                  </a:moveTo>
                  <a:lnTo>
                    <a:pt x="2221369" y="3400412"/>
                  </a:lnTo>
                  <a:lnTo>
                    <a:pt x="2221369" y="3409937"/>
                  </a:lnTo>
                  <a:lnTo>
                    <a:pt x="2249944" y="3409937"/>
                  </a:lnTo>
                  <a:lnTo>
                    <a:pt x="2249944" y="3400412"/>
                  </a:lnTo>
                  <a:close/>
                </a:path>
                <a:path extrusionOk="0" h="3409950" w="4724400">
                  <a:moveTo>
                    <a:pt x="2266950" y="0"/>
                  </a:moveTo>
                  <a:lnTo>
                    <a:pt x="2238375" y="0"/>
                  </a:lnTo>
                  <a:lnTo>
                    <a:pt x="2238375" y="9525"/>
                  </a:lnTo>
                  <a:lnTo>
                    <a:pt x="2266950" y="9525"/>
                  </a:lnTo>
                  <a:lnTo>
                    <a:pt x="2266950" y="0"/>
                  </a:lnTo>
                  <a:close/>
                </a:path>
                <a:path extrusionOk="0" h="3409950" w="4724400">
                  <a:moveTo>
                    <a:pt x="2297569" y="3400412"/>
                  </a:moveTo>
                  <a:lnTo>
                    <a:pt x="2268994" y="3400412"/>
                  </a:lnTo>
                  <a:lnTo>
                    <a:pt x="2268994" y="3409937"/>
                  </a:lnTo>
                  <a:lnTo>
                    <a:pt x="2297569" y="3409937"/>
                  </a:lnTo>
                  <a:lnTo>
                    <a:pt x="2297569" y="3400412"/>
                  </a:lnTo>
                  <a:close/>
                </a:path>
                <a:path extrusionOk="0" h="3409950" w="4724400">
                  <a:moveTo>
                    <a:pt x="2314575" y="0"/>
                  </a:moveTo>
                  <a:lnTo>
                    <a:pt x="2286000" y="0"/>
                  </a:lnTo>
                  <a:lnTo>
                    <a:pt x="2286000" y="9525"/>
                  </a:lnTo>
                  <a:lnTo>
                    <a:pt x="2314575" y="9525"/>
                  </a:lnTo>
                  <a:lnTo>
                    <a:pt x="2314575" y="0"/>
                  </a:lnTo>
                  <a:close/>
                </a:path>
                <a:path extrusionOk="0" h="3409950" w="4724400">
                  <a:moveTo>
                    <a:pt x="2345194" y="3400412"/>
                  </a:moveTo>
                  <a:lnTo>
                    <a:pt x="2316619" y="3400412"/>
                  </a:lnTo>
                  <a:lnTo>
                    <a:pt x="2316619" y="3409937"/>
                  </a:lnTo>
                  <a:lnTo>
                    <a:pt x="2345194" y="3409937"/>
                  </a:lnTo>
                  <a:lnTo>
                    <a:pt x="2345194" y="3400412"/>
                  </a:lnTo>
                  <a:close/>
                </a:path>
                <a:path extrusionOk="0" h="3409950" w="4724400">
                  <a:moveTo>
                    <a:pt x="2362200" y="0"/>
                  </a:moveTo>
                  <a:lnTo>
                    <a:pt x="2333625" y="0"/>
                  </a:lnTo>
                  <a:lnTo>
                    <a:pt x="2333625" y="9525"/>
                  </a:lnTo>
                  <a:lnTo>
                    <a:pt x="2362200" y="9525"/>
                  </a:lnTo>
                  <a:lnTo>
                    <a:pt x="2362200" y="0"/>
                  </a:lnTo>
                  <a:close/>
                </a:path>
                <a:path extrusionOk="0" h="3409950" w="4724400">
                  <a:moveTo>
                    <a:pt x="2392819" y="3400412"/>
                  </a:moveTo>
                  <a:lnTo>
                    <a:pt x="2364244" y="3400412"/>
                  </a:lnTo>
                  <a:lnTo>
                    <a:pt x="2364244" y="3409937"/>
                  </a:lnTo>
                  <a:lnTo>
                    <a:pt x="2392819" y="3409937"/>
                  </a:lnTo>
                  <a:lnTo>
                    <a:pt x="2392819" y="3400412"/>
                  </a:lnTo>
                  <a:close/>
                </a:path>
                <a:path extrusionOk="0" h="3409950" w="4724400">
                  <a:moveTo>
                    <a:pt x="2409825" y="0"/>
                  </a:moveTo>
                  <a:lnTo>
                    <a:pt x="2381250" y="0"/>
                  </a:lnTo>
                  <a:lnTo>
                    <a:pt x="2381250" y="9525"/>
                  </a:lnTo>
                  <a:lnTo>
                    <a:pt x="2409825" y="9525"/>
                  </a:lnTo>
                  <a:lnTo>
                    <a:pt x="2409825" y="0"/>
                  </a:lnTo>
                  <a:close/>
                </a:path>
                <a:path extrusionOk="0" h="3409950" w="4724400">
                  <a:moveTo>
                    <a:pt x="2440444" y="3400412"/>
                  </a:moveTo>
                  <a:lnTo>
                    <a:pt x="2411869" y="3400412"/>
                  </a:lnTo>
                  <a:lnTo>
                    <a:pt x="2411869" y="3409937"/>
                  </a:lnTo>
                  <a:lnTo>
                    <a:pt x="2440444" y="3409937"/>
                  </a:lnTo>
                  <a:lnTo>
                    <a:pt x="2440444" y="3400412"/>
                  </a:lnTo>
                  <a:close/>
                </a:path>
                <a:path extrusionOk="0" h="3409950" w="4724400">
                  <a:moveTo>
                    <a:pt x="2457450" y="0"/>
                  </a:moveTo>
                  <a:lnTo>
                    <a:pt x="2428875" y="0"/>
                  </a:lnTo>
                  <a:lnTo>
                    <a:pt x="2428875" y="9525"/>
                  </a:lnTo>
                  <a:lnTo>
                    <a:pt x="2457450" y="9525"/>
                  </a:lnTo>
                  <a:lnTo>
                    <a:pt x="2457450" y="0"/>
                  </a:lnTo>
                  <a:close/>
                </a:path>
                <a:path extrusionOk="0" h="3409950" w="4724400">
                  <a:moveTo>
                    <a:pt x="2488069" y="3400412"/>
                  </a:moveTo>
                  <a:lnTo>
                    <a:pt x="2459494" y="3400412"/>
                  </a:lnTo>
                  <a:lnTo>
                    <a:pt x="2459494" y="3409937"/>
                  </a:lnTo>
                  <a:lnTo>
                    <a:pt x="2488069" y="3409937"/>
                  </a:lnTo>
                  <a:lnTo>
                    <a:pt x="2488069" y="3400412"/>
                  </a:lnTo>
                  <a:close/>
                </a:path>
                <a:path extrusionOk="0" h="3409950" w="4724400">
                  <a:moveTo>
                    <a:pt x="2505075" y="0"/>
                  </a:moveTo>
                  <a:lnTo>
                    <a:pt x="2476500" y="0"/>
                  </a:lnTo>
                  <a:lnTo>
                    <a:pt x="2476500" y="9525"/>
                  </a:lnTo>
                  <a:lnTo>
                    <a:pt x="2505075" y="9525"/>
                  </a:lnTo>
                  <a:lnTo>
                    <a:pt x="2505075" y="0"/>
                  </a:lnTo>
                  <a:close/>
                </a:path>
                <a:path extrusionOk="0" h="3409950" w="4724400">
                  <a:moveTo>
                    <a:pt x="2535694" y="3400412"/>
                  </a:moveTo>
                  <a:lnTo>
                    <a:pt x="2507119" y="3400412"/>
                  </a:lnTo>
                  <a:lnTo>
                    <a:pt x="2507119" y="3409937"/>
                  </a:lnTo>
                  <a:lnTo>
                    <a:pt x="2535694" y="3409937"/>
                  </a:lnTo>
                  <a:lnTo>
                    <a:pt x="2535694" y="3400412"/>
                  </a:lnTo>
                  <a:close/>
                </a:path>
                <a:path extrusionOk="0" h="3409950" w="4724400">
                  <a:moveTo>
                    <a:pt x="2552700" y="0"/>
                  </a:moveTo>
                  <a:lnTo>
                    <a:pt x="2524125" y="0"/>
                  </a:lnTo>
                  <a:lnTo>
                    <a:pt x="2524125" y="9525"/>
                  </a:lnTo>
                  <a:lnTo>
                    <a:pt x="2552700" y="9525"/>
                  </a:lnTo>
                  <a:lnTo>
                    <a:pt x="2552700" y="0"/>
                  </a:lnTo>
                  <a:close/>
                </a:path>
                <a:path extrusionOk="0" h="3409950" w="4724400">
                  <a:moveTo>
                    <a:pt x="2583319" y="3400412"/>
                  </a:moveTo>
                  <a:lnTo>
                    <a:pt x="2554744" y="3400412"/>
                  </a:lnTo>
                  <a:lnTo>
                    <a:pt x="2554744" y="3409937"/>
                  </a:lnTo>
                  <a:lnTo>
                    <a:pt x="2583319" y="3409937"/>
                  </a:lnTo>
                  <a:lnTo>
                    <a:pt x="2583319" y="3400412"/>
                  </a:lnTo>
                  <a:close/>
                </a:path>
                <a:path extrusionOk="0" h="3409950" w="4724400">
                  <a:moveTo>
                    <a:pt x="2600325" y="0"/>
                  </a:moveTo>
                  <a:lnTo>
                    <a:pt x="2571750" y="0"/>
                  </a:lnTo>
                  <a:lnTo>
                    <a:pt x="2571750" y="9525"/>
                  </a:lnTo>
                  <a:lnTo>
                    <a:pt x="2600325" y="9525"/>
                  </a:lnTo>
                  <a:lnTo>
                    <a:pt x="2600325" y="0"/>
                  </a:lnTo>
                  <a:close/>
                </a:path>
                <a:path extrusionOk="0" h="3409950" w="4724400">
                  <a:moveTo>
                    <a:pt x="2630944" y="3400412"/>
                  </a:moveTo>
                  <a:lnTo>
                    <a:pt x="2602369" y="3400412"/>
                  </a:lnTo>
                  <a:lnTo>
                    <a:pt x="2602369" y="3409937"/>
                  </a:lnTo>
                  <a:lnTo>
                    <a:pt x="2630944" y="3409937"/>
                  </a:lnTo>
                  <a:lnTo>
                    <a:pt x="2630944" y="3400412"/>
                  </a:lnTo>
                  <a:close/>
                </a:path>
                <a:path extrusionOk="0" h="3409950" w="4724400">
                  <a:moveTo>
                    <a:pt x="2647950" y="0"/>
                  </a:moveTo>
                  <a:lnTo>
                    <a:pt x="2619375" y="0"/>
                  </a:lnTo>
                  <a:lnTo>
                    <a:pt x="2619375" y="9525"/>
                  </a:lnTo>
                  <a:lnTo>
                    <a:pt x="2647950" y="9525"/>
                  </a:lnTo>
                  <a:lnTo>
                    <a:pt x="2647950" y="0"/>
                  </a:lnTo>
                  <a:close/>
                </a:path>
                <a:path extrusionOk="0" h="3409950" w="4724400">
                  <a:moveTo>
                    <a:pt x="2678569" y="3400412"/>
                  </a:moveTo>
                  <a:lnTo>
                    <a:pt x="2649994" y="3400412"/>
                  </a:lnTo>
                  <a:lnTo>
                    <a:pt x="2649994" y="3409937"/>
                  </a:lnTo>
                  <a:lnTo>
                    <a:pt x="2678569" y="3409937"/>
                  </a:lnTo>
                  <a:lnTo>
                    <a:pt x="2678569" y="3400412"/>
                  </a:lnTo>
                  <a:close/>
                </a:path>
                <a:path extrusionOk="0" h="3409950" w="4724400">
                  <a:moveTo>
                    <a:pt x="2695575" y="0"/>
                  </a:moveTo>
                  <a:lnTo>
                    <a:pt x="2667000" y="0"/>
                  </a:lnTo>
                  <a:lnTo>
                    <a:pt x="2667000" y="9525"/>
                  </a:lnTo>
                  <a:lnTo>
                    <a:pt x="2695575" y="9525"/>
                  </a:lnTo>
                  <a:lnTo>
                    <a:pt x="2695575" y="0"/>
                  </a:lnTo>
                  <a:close/>
                </a:path>
                <a:path extrusionOk="0" h="3409950" w="4724400">
                  <a:moveTo>
                    <a:pt x="2726194" y="3400412"/>
                  </a:moveTo>
                  <a:lnTo>
                    <a:pt x="2697619" y="3400412"/>
                  </a:lnTo>
                  <a:lnTo>
                    <a:pt x="2697619" y="3409937"/>
                  </a:lnTo>
                  <a:lnTo>
                    <a:pt x="2726194" y="3409937"/>
                  </a:lnTo>
                  <a:lnTo>
                    <a:pt x="2726194" y="3400412"/>
                  </a:lnTo>
                  <a:close/>
                </a:path>
                <a:path extrusionOk="0" h="3409950" w="4724400">
                  <a:moveTo>
                    <a:pt x="2743200" y="0"/>
                  </a:moveTo>
                  <a:lnTo>
                    <a:pt x="2714625" y="0"/>
                  </a:lnTo>
                  <a:lnTo>
                    <a:pt x="2714625" y="9525"/>
                  </a:lnTo>
                  <a:lnTo>
                    <a:pt x="2743200" y="9525"/>
                  </a:lnTo>
                  <a:lnTo>
                    <a:pt x="2743200" y="0"/>
                  </a:lnTo>
                  <a:close/>
                </a:path>
                <a:path extrusionOk="0" h="3409950" w="4724400">
                  <a:moveTo>
                    <a:pt x="2773819" y="3400412"/>
                  </a:moveTo>
                  <a:lnTo>
                    <a:pt x="2745244" y="3400412"/>
                  </a:lnTo>
                  <a:lnTo>
                    <a:pt x="2745244" y="3409937"/>
                  </a:lnTo>
                  <a:lnTo>
                    <a:pt x="2773819" y="3409937"/>
                  </a:lnTo>
                  <a:lnTo>
                    <a:pt x="2773819" y="3400412"/>
                  </a:lnTo>
                  <a:close/>
                </a:path>
                <a:path extrusionOk="0" h="3409950" w="4724400">
                  <a:moveTo>
                    <a:pt x="2790825" y="0"/>
                  </a:moveTo>
                  <a:lnTo>
                    <a:pt x="2762250" y="0"/>
                  </a:lnTo>
                  <a:lnTo>
                    <a:pt x="2762250" y="9525"/>
                  </a:lnTo>
                  <a:lnTo>
                    <a:pt x="2790825" y="9525"/>
                  </a:lnTo>
                  <a:lnTo>
                    <a:pt x="2790825" y="0"/>
                  </a:lnTo>
                  <a:close/>
                </a:path>
                <a:path extrusionOk="0" h="3409950" w="4724400">
                  <a:moveTo>
                    <a:pt x="2821444" y="3400412"/>
                  </a:moveTo>
                  <a:lnTo>
                    <a:pt x="2792869" y="3400412"/>
                  </a:lnTo>
                  <a:lnTo>
                    <a:pt x="2792869" y="3409937"/>
                  </a:lnTo>
                  <a:lnTo>
                    <a:pt x="2821444" y="3409937"/>
                  </a:lnTo>
                  <a:lnTo>
                    <a:pt x="2821444" y="3400412"/>
                  </a:lnTo>
                  <a:close/>
                </a:path>
                <a:path extrusionOk="0" h="3409950" w="4724400">
                  <a:moveTo>
                    <a:pt x="2838450" y="0"/>
                  </a:moveTo>
                  <a:lnTo>
                    <a:pt x="2809875" y="0"/>
                  </a:lnTo>
                  <a:lnTo>
                    <a:pt x="2809875" y="9525"/>
                  </a:lnTo>
                  <a:lnTo>
                    <a:pt x="2838450" y="9525"/>
                  </a:lnTo>
                  <a:lnTo>
                    <a:pt x="2838450" y="0"/>
                  </a:lnTo>
                  <a:close/>
                </a:path>
                <a:path extrusionOk="0" h="3409950" w="4724400">
                  <a:moveTo>
                    <a:pt x="2869069" y="3400412"/>
                  </a:moveTo>
                  <a:lnTo>
                    <a:pt x="2840494" y="3400412"/>
                  </a:lnTo>
                  <a:lnTo>
                    <a:pt x="2840494" y="3409937"/>
                  </a:lnTo>
                  <a:lnTo>
                    <a:pt x="2869069" y="3409937"/>
                  </a:lnTo>
                  <a:lnTo>
                    <a:pt x="2869069" y="3400412"/>
                  </a:lnTo>
                  <a:close/>
                </a:path>
                <a:path extrusionOk="0" h="3409950" w="4724400">
                  <a:moveTo>
                    <a:pt x="2886075" y="0"/>
                  </a:moveTo>
                  <a:lnTo>
                    <a:pt x="2857500" y="0"/>
                  </a:lnTo>
                  <a:lnTo>
                    <a:pt x="2857500" y="9525"/>
                  </a:lnTo>
                  <a:lnTo>
                    <a:pt x="2886075" y="9525"/>
                  </a:lnTo>
                  <a:lnTo>
                    <a:pt x="2886075" y="0"/>
                  </a:lnTo>
                  <a:close/>
                </a:path>
                <a:path extrusionOk="0" h="3409950" w="4724400">
                  <a:moveTo>
                    <a:pt x="2916694" y="3400412"/>
                  </a:moveTo>
                  <a:lnTo>
                    <a:pt x="2888119" y="3400412"/>
                  </a:lnTo>
                  <a:lnTo>
                    <a:pt x="2888119" y="3409937"/>
                  </a:lnTo>
                  <a:lnTo>
                    <a:pt x="2916694" y="3409937"/>
                  </a:lnTo>
                  <a:lnTo>
                    <a:pt x="2916694" y="3400412"/>
                  </a:lnTo>
                  <a:close/>
                </a:path>
                <a:path extrusionOk="0" h="3409950" w="4724400">
                  <a:moveTo>
                    <a:pt x="2933700" y="0"/>
                  </a:moveTo>
                  <a:lnTo>
                    <a:pt x="2905125" y="0"/>
                  </a:lnTo>
                  <a:lnTo>
                    <a:pt x="2905125" y="9525"/>
                  </a:lnTo>
                  <a:lnTo>
                    <a:pt x="2933700" y="9525"/>
                  </a:lnTo>
                  <a:lnTo>
                    <a:pt x="2933700" y="0"/>
                  </a:lnTo>
                  <a:close/>
                </a:path>
                <a:path extrusionOk="0" h="3409950" w="4724400">
                  <a:moveTo>
                    <a:pt x="2964319" y="3400412"/>
                  </a:moveTo>
                  <a:lnTo>
                    <a:pt x="2935744" y="3400412"/>
                  </a:lnTo>
                  <a:lnTo>
                    <a:pt x="2935744" y="3409937"/>
                  </a:lnTo>
                  <a:lnTo>
                    <a:pt x="2964319" y="3409937"/>
                  </a:lnTo>
                  <a:lnTo>
                    <a:pt x="2964319" y="3400412"/>
                  </a:lnTo>
                  <a:close/>
                </a:path>
                <a:path extrusionOk="0" h="3409950" w="4724400">
                  <a:moveTo>
                    <a:pt x="2981325" y="0"/>
                  </a:moveTo>
                  <a:lnTo>
                    <a:pt x="2952750" y="0"/>
                  </a:lnTo>
                  <a:lnTo>
                    <a:pt x="2952750" y="9525"/>
                  </a:lnTo>
                  <a:lnTo>
                    <a:pt x="2981325" y="9525"/>
                  </a:lnTo>
                  <a:lnTo>
                    <a:pt x="2981325" y="0"/>
                  </a:lnTo>
                  <a:close/>
                </a:path>
                <a:path extrusionOk="0" h="3409950" w="4724400">
                  <a:moveTo>
                    <a:pt x="3011944" y="3400412"/>
                  </a:moveTo>
                  <a:lnTo>
                    <a:pt x="2983369" y="3400412"/>
                  </a:lnTo>
                  <a:lnTo>
                    <a:pt x="2983369" y="3409937"/>
                  </a:lnTo>
                  <a:lnTo>
                    <a:pt x="3011944" y="3409937"/>
                  </a:lnTo>
                  <a:lnTo>
                    <a:pt x="3011944" y="3400412"/>
                  </a:lnTo>
                  <a:close/>
                </a:path>
                <a:path extrusionOk="0" h="3409950" w="4724400">
                  <a:moveTo>
                    <a:pt x="3028950" y="0"/>
                  </a:moveTo>
                  <a:lnTo>
                    <a:pt x="3000375" y="0"/>
                  </a:lnTo>
                  <a:lnTo>
                    <a:pt x="3000375" y="9525"/>
                  </a:lnTo>
                  <a:lnTo>
                    <a:pt x="3028950" y="9525"/>
                  </a:lnTo>
                  <a:lnTo>
                    <a:pt x="3028950" y="0"/>
                  </a:lnTo>
                  <a:close/>
                </a:path>
                <a:path extrusionOk="0" h="3409950" w="4724400">
                  <a:moveTo>
                    <a:pt x="3059569" y="3400412"/>
                  </a:moveTo>
                  <a:lnTo>
                    <a:pt x="3030994" y="3400412"/>
                  </a:lnTo>
                  <a:lnTo>
                    <a:pt x="3030994" y="3409937"/>
                  </a:lnTo>
                  <a:lnTo>
                    <a:pt x="3059569" y="3409937"/>
                  </a:lnTo>
                  <a:lnTo>
                    <a:pt x="3059569" y="3400412"/>
                  </a:lnTo>
                  <a:close/>
                </a:path>
                <a:path extrusionOk="0" h="3409950" w="4724400">
                  <a:moveTo>
                    <a:pt x="3076575" y="0"/>
                  </a:moveTo>
                  <a:lnTo>
                    <a:pt x="3048000" y="0"/>
                  </a:lnTo>
                  <a:lnTo>
                    <a:pt x="3048000" y="9525"/>
                  </a:lnTo>
                  <a:lnTo>
                    <a:pt x="3076575" y="9525"/>
                  </a:lnTo>
                  <a:lnTo>
                    <a:pt x="3076575" y="0"/>
                  </a:lnTo>
                  <a:close/>
                </a:path>
                <a:path extrusionOk="0" h="3409950" w="4724400">
                  <a:moveTo>
                    <a:pt x="3107194" y="3400412"/>
                  </a:moveTo>
                  <a:lnTo>
                    <a:pt x="3078619" y="3400412"/>
                  </a:lnTo>
                  <a:lnTo>
                    <a:pt x="3078619" y="3409937"/>
                  </a:lnTo>
                  <a:lnTo>
                    <a:pt x="3107194" y="3409937"/>
                  </a:lnTo>
                  <a:lnTo>
                    <a:pt x="3107194" y="3400412"/>
                  </a:lnTo>
                  <a:close/>
                </a:path>
                <a:path extrusionOk="0" h="3409950" w="4724400">
                  <a:moveTo>
                    <a:pt x="3124200" y="0"/>
                  </a:moveTo>
                  <a:lnTo>
                    <a:pt x="3095625" y="0"/>
                  </a:lnTo>
                  <a:lnTo>
                    <a:pt x="3095625" y="9525"/>
                  </a:lnTo>
                  <a:lnTo>
                    <a:pt x="3124200" y="9525"/>
                  </a:lnTo>
                  <a:lnTo>
                    <a:pt x="3124200" y="0"/>
                  </a:lnTo>
                  <a:close/>
                </a:path>
                <a:path extrusionOk="0" h="3409950" w="4724400">
                  <a:moveTo>
                    <a:pt x="3154819" y="3400412"/>
                  </a:moveTo>
                  <a:lnTo>
                    <a:pt x="3126244" y="3400412"/>
                  </a:lnTo>
                  <a:lnTo>
                    <a:pt x="3126244" y="3409937"/>
                  </a:lnTo>
                  <a:lnTo>
                    <a:pt x="3154819" y="3409937"/>
                  </a:lnTo>
                  <a:lnTo>
                    <a:pt x="3154819" y="3400412"/>
                  </a:lnTo>
                  <a:close/>
                </a:path>
                <a:path extrusionOk="0" h="3409950" w="4724400">
                  <a:moveTo>
                    <a:pt x="3171825" y="0"/>
                  </a:moveTo>
                  <a:lnTo>
                    <a:pt x="3143250" y="0"/>
                  </a:lnTo>
                  <a:lnTo>
                    <a:pt x="3143250" y="9525"/>
                  </a:lnTo>
                  <a:lnTo>
                    <a:pt x="3171825" y="9525"/>
                  </a:lnTo>
                  <a:lnTo>
                    <a:pt x="3171825" y="0"/>
                  </a:lnTo>
                  <a:close/>
                </a:path>
                <a:path extrusionOk="0" h="3409950" w="4724400">
                  <a:moveTo>
                    <a:pt x="3202444" y="3400412"/>
                  </a:moveTo>
                  <a:lnTo>
                    <a:pt x="3173869" y="3400412"/>
                  </a:lnTo>
                  <a:lnTo>
                    <a:pt x="3173869" y="3409937"/>
                  </a:lnTo>
                  <a:lnTo>
                    <a:pt x="3202444" y="3409937"/>
                  </a:lnTo>
                  <a:lnTo>
                    <a:pt x="3202444" y="3400412"/>
                  </a:lnTo>
                  <a:close/>
                </a:path>
                <a:path extrusionOk="0" h="3409950" w="4724400">
                  <a:moveTo>
                    <a:pt x="3219450" y="0"/>
                  </a:moveTo>
                  <a:lnTo>
                    <a:pt x="3190875" y="0"/>
                  </a:lnTo>
                  <a:lnTo>
                    <a:pt x="3190875" y="9525"/>
                  </a:lnTo>
                  <a:lnTo>
                    <a:pt x="3219450" y="9525"/>
                  </a:lnTo>
                  <a:lnTo>
                    <a:pt x="3219450" y="0"/>
                  </a:lnTo>
                  <a:close/>
                </a:path>
                <a:path extrusionOk="0" h="3409950" w="4724400">
                  <a:moveTo>
                    <a:pt x="3250069" y="3400412"/>
                  </a:moveTo>
                  <a:lnTo>
                    <a:pt x="3221494" y="3400412"/>
                  </a:lnTo>
                  <a:lnTo>
                    <a:pt x="3221494" y="3409937"/>
                  </a:lnTo>
                  <a:lnTo>
                    <a:pt x="3250069" y="3409937"/>
                  </a:lnTo>
                  <a:lnTo>
                    <a:pt x="3250069" y="3400412"/>
                  </a:lnTo>
                  <a:close/>
                </a:path>
                <a:path extrusionOk="0" h="3409950" w="4724400">
                  <a:moveTo>
                    <a:pt x="3267075" y="0"/>
                  </a:moveTo>
                  <a:lnTo>
                    <a:pt x="3238500" y="0"/>
                  </a:lnTo>
                  <a:lnTo>
                    <a:pt x="3238500" y="9525"/>
                  </a:lnTo>
                  <a:lnTo>
                    <a:pt x="3267075" y="9525"/>
                  </a:lnTo>
                  <a:lnTo>
                    <a:pt x="3267075" y="0"/>
                  </a:lnTo>
                  <a:close/>
                </a:path>
                <a:path extrusionOk="0" h="3409950" w="4724400">
                  <a:moveTo>
                    <a:pt x="3297694" y="3400412"/>
                  </a:moveTo>
                  <a:lnTo>
                    <a:pt x="3269119" y="3400412"/>
                  </a:lnTo>
                  <a:lnTo>
                    <a:pt x="3269119" y="3409937"/>
                  </a:lnTo>
                  <a:lnTo>
                    <a:pt x="3297694" y="3409937"/>
                  </a:lnTo>
                  <a:lnTo>
                    <a:pt x="3297694" y="3400412"/>
                  </a:lnTo>
                  <a:close/>
                </a:path>
                <a:path extrusionOk="0" h="3409950" w="4724400">
                  <a:moveTo>
                    <a:pt x="3314700" y="0"/>
                  </a:moveTo>
                  <a:lnTo>
                    <a:pt x="3286125" y="0"/>
                  </a:lnTo>
                  <a:lnTo>
                    <a:pt x="3286125" y="9525"/>
                  </a:lnTo>
                  <a:lnTo>
                    <a:pt x="3314700" y="9525"/>
                  </a:lnTo>
                  <a:lnTo>
                    <a:pt x="3314700" y="0"/>
                  </a:lnTo>
                  <a:close/>
                </a:path>
                <a:path extrusionOk="0" h="3409950" w="4724400">
                  <a:moveTo>
                    <a:pt x="3345319" y="3400412"/>
                  </a:moveTo>
                  <a:lnTo>
                    <a:pt x="3316744" y="3400412"/>
                  </a:lnTo>
                  <a:lnTo>
                    <a:pt x="3316744" y="3409937"/>
                  </a:lnTo>
                  <a:lnTo>
                    <a:pt x="3345319" y="3409937"/>
                  </a:lnTo>
                  <a:lnTo>
                    <a:pt x="3345319" y="3400412"/>
                  </a:lnTo>
                  <a:close/>
                </a:path>
                <a:path extrusionOk="0" h="3409950" w="4724400">
                  <a:moveTo>
                    <a:pt x="3362325" y="0"/>
                  </a:moveTo>
                  <a:lnTo>
                    <a:pt x="3333750" y="0"/>
                  </a:lnTo>
                  <a:lnTo>
                    <a:pt x="3333750" y="9525"/>
                  </a:lnTo>
                  <a:lnTo>
                    <a:pt x="3362325" y="9525"/>
                  </a:lnTo>
                  <a:lnTo>
                    <a:pt x="3362325" y="0"/>
                  </a:lnTo>
                  <a:close/>
                </a:path>
                <a:path extrusionOk="0" h="3409950" w="4724400">
                  <a:moveTo>
                    <a:pt x="3392944" y="3400412"/>
                  </a:moveTo>
                  <a:lnTo>
                    <a:pt x="3364369" y="3400412"/>
                  </a:lnTo>
                  <a:lnTo>
                    <a:pt x="3364369" y="3409937"/>
                  </a:lnTo>
                  <a:lnTo>
                    <a:pt x="3392944" y="3409937"/>
                  </a:lnTo>
                  <a:lnTo>
                    <a:pt x="3392944" y="3400412"/>
                  </a:lnTo>
                  <a:close/>
                </a:path>
                <a:path extrusionOk="0" h="3409950" w="4724400">
                  <a:moveTo>
                    <a:pt x="3409950" y="0"/>
                  </a:moveTo>
                  <a:lnTo>
                    <a:pt x="3381375" y="0"/>
                  </a:lnTo>
                  <a:lnTo>
                    <a:pt x="3381375" y="9525"/>
                  </a:lnTo>
                  <a:lnTo>
                    <a:pt x="3409950" y="9525"/>
                  </a:lnTo>
                  <a:lnTo>
                    <a:pt x="3409950" y="0"/>
                  </a:lnTo>
                  <a:close/>
                </a:path>
                <a:path extrusionOk="0" h="3409950" w="4724400">
                  <a:moveTo>
                    <a:pt x="3440569" y="3400412"/>
                  </a:moveTo>
                  <a:lnTo>
                    <a:pt x="3411994" y="3400412"/>
                  </a:lnTo>
                  <a:lnTo>
                    <a:pt x="3411994" y="3409937"/>
                  </a:lnTo>
                  <a:lnTo>
                    <a:pt x="3440569" y="3409937"/>
                  </a:lnTo>
                  <a:lnTo>
                    <a:pt x="3440569" y="3400412"/>
                  </a:lnTo>
                  <a:close/>
                </a:path>
                <a:path extrusionOk="0" h="3409950" w="4724400">
                  <a:moveTo>
                    <a:pt x="3457575" y="0"/>
                  </a:moveTo>
                  <a:lnTo>
                    <a:pt x="3429000" y="0"/>
                  </a:lnTo>
                  <a:lnTo>
                    <a:pt x="3429000" y="9525"/>
                  </a:lnTo>
                  <a:lnTo>
                    <a:pt x="3457575" y="9525"/>
                  </a:lnTo>
                  <a:lnTo>
                    <a:pt x="3457575" y="0"/>
                  </a:lnTo>
                  <a:close/>
                </a:path>
                <a:path extrusionOk="0" h="3409950" w="4724400">
                  <a:moveTo>
                    <a:pt x="3488194" y="3400412"/>
                  </a:moveTo>
                  <a:lnTo>
                    <a:pt x="3459619" y="3400412"/>
                  </a:lnTo>
                  <a:lnTo>
                    <a:pt x="3459619" y="3409937"/>
                  </a:lnTo>
                  <a:lnTo>
                    <a:pt x="3488194" y="3409937"/>
                  </a:lnTo>
                  <a:lnTo>
                    <a:pt x="3488194" y="3400412"/>
                  </a:lnTo>
                  <a:close/>
                </a:path>
                <a:path extrusionOk="0" h="3409950" w="4724400">
                  <a:moveTo>
                    <a:pt x="3505200" y="0"/>
                  </a:moveTo>
                  <a:lnTo>
                    <a:pt x="3476625" y="0"/>
                  </a:lnTo>
                  <a:lnTo>
                    <a:pt x="3476625" y="9525"/>
                  </a:lnTo>
                  <a:lnTo>
                    <a:pt x="3505200" y="9525"/>
                  </a:lnTo>
                  <a:lnTo>
                    <a:pt x="3505200" y="0"/>
                  </a:lnTo>
                  <a:close/>
                </a:path>
                <a:path extrusionOk="0" h="3409950" w="4724400">
                  <a:moveTo>
                    <a:pt x="3535819" y="3400412"/>
                  </a:moveTo>
                  <a:lnTo>
                    <a:pt x="3507244" y="3400412"/>
                  </a:lnTo>
                  <a:lnTo>
                    <a:pt x="3507244" y="3409937"/>
                  </a:lnTo>
                  <a:lnTo>
                    <a:pt x="3535819" y="3409937"/>
                  </a:lnTo>
                  <a:lnTo>
                    <a:pt x="3535819" y="3400412"/>
                  </a:lnTo>
                  <a:close/>
                </a:path>
                <a:path extrusionOk="0" h="3409950" w="4724400">
                  <a:moveTo>
                    <a:pt x="3552825" y="0"/>
                  </a:moveTo>
                  <a:lnTo>
                    <a:pt x="3524250" y="0"/>
                  </a:lnTo>
                  <a:lnTo>
                    <a:pt x="3524250" y="9525"/>
                  </a:lnTo>
                  <a:lnTo>
                    <a:pt x="3552825" y="9525"/>
                  </a:lnTo>
                  <a:lnTo>
                    <a:pt x="3552825" y="0"/>
                  </a:lnTo>
                  <a:close/>
                </a:path>
                <a:path extrusionOk="0" h="3409950" w="4724400">
                  <a:moveTo>
                    <a:pt x="3583444" y="3400412"/>
                  </a:moveTo>
                  <a:lnTo>
                    <a:pt x="3554869" y="3400412"/>
                  </a:lnTo>
                  <a:lnTo>
                    <a:pt x="3554869" y="3409937"/>
                  </a:lnTo>
                  <a:lnTo>
                    <a:pt x="3583444" y="3409937"/>
                  </a:lnTo>
                  <a:lnTo>
                    <a:pt x="3583444" y="3400412"/>
                  </a:lnTo>
                  <a:close/>
                </a:path>
                <a:path extrusionOk="0" h="3409950" w="4724400">
                  <a:moveTo>
                    <a:pt x="3600450" y="0"/>
                  </a:moveTo>
                  <a:lnTo>
                    <a:pt x="3571875" y="0"/>
                  </a:lnTo>
                  <a:lnTo>
                    <a:pt x="3571875" y="9525"/>
                  </a:lnTo>
                  <a:lnTo>
                    <a:pt x="3600450" y="9525"/>
                  </a:lnTo>
                  <a:lnTo>
                    <a:pt x="3600450" y="0"/>
                  </a:lnTo>
                  <a:close/>
                </a:path>
                <a:path extrusionOk="0" h="3409950" w="4724400">
                  <a:moveTo>
                    <a:pt x="3631069" y="3400412"/>
                  </a:moveTo>
                  <a:lnTo>
                    <a:pt x="3602494" y="3400412"/>
                  </a:lnTo>
                  <a:lnTo>
                    <a:pt x="3602494" y="3409937"/>
                  </a:lnTo>
                  <a:lnTo>
                    <a:pt x="3631069" y="3409937"/>
                  </a:lnTo>
                  <a:lnTo>
                    <a:pt x="3631069" y="3400412"/>
                  </a:lnTo>
                  <a:close/>
                </a:path>
                <a:path extrusionOk="0" h="3409950" w="4724400">
                  <a:moveTo>
                    <a:pt x="3648075" y="0"/>
                  </a:moveTo>
                  <a:lnTo>
                    <a:pt x="3619500" y="0"/>
                  </a:lnTo>
                  <a:lnTo>
                    <a:pt x="3619500" y="9525"/>
                  </a:lnTo>
                  <a:lnTo>
                    <a:pt x="3648075" y="9525"/>
                  </a:lnTo>
                  <a:lnTo>
                    <a:pt x="3648075" y="0"/>
                  </a:lnTo>
                  <a:close/>
                </a:path>
                <a:path extrusionOk="0" h="3409950" w="4724400">
                  <a:moveTo>
                    <a:pt x="3678694" y="3400412"/>
                  </a:moveTo>
                  <a:lnTo>
                    <a:pt x="3650119" y="3400412"/>
                  </a:lnTo>
                  <a:lnTo>
                    <a:pt x="3650119" y="3409937"/>
                  </a:lnTo>
                  <a:lnTo>
                    <a:pt x="3678694" y="3409937"/>
                  </a:lnTo>
                  <a:lnTo>
                    <a:pt x="3678694" y="3400412"/>
                  </a:lnTo>
                  <a:close/>
                </a:path>
                <a:path extrusionOk="0" h="3409950" w="4724400">
                  <a:moveTo>
                    <a:pt x="3695700" y="0"/>
                  </a:moveTo>
                  <a:lnTo>
                    <a:pt x="3667125" y="0"/>
                  </a:lnTo>
                  <a:lnTo>
                    <a:pt x="3667125" y="9525"/>
                  </a:lnTo>
                  <a:lnTo>
                    <a:pt x="3695700" y="9525"/>
                  </a:lnTo>
                  <a:lnTo>
                    <a:pt x="3695700" y="0"/>
                  </a:lnTo>
                  <a:close/>
                </a:path>
                <a:path extrusionOk="0" h="3409950" w="4724400">
                  <a:moveTo>
                    <a:pt x="3726319" y="3400412"/>
                  </a:moveTo>
                  <a:lnTo>
                    <a:pt x="3697744" y="3400412"/>
                  </a:lnTo>
                  <a:lnTo>
                    <a:pt x="3697744" y="3409937"/>
                  </a:lnTo>
                  <a:lnTo>
                    <a:pt x="3726319" y="3409937"/>
                  </a:lnTo>
                  <a:lnTo>
                    <a:pt x="3726319" y="3400412"/>
                  </a:lnTo>
                  <a:close/>
                </a:path>
                <a:path extrusionOk="0" h="3409950" w="4724400">
                  <a:moveTo>
                    <a:pt x="3743325" y="0"/>
                  </a:moveTo>
                  <a:lnTo>
                    <a:pt x="3714750" y="0"/>
                  </a:lnTo>
                  <a:lnTo>
                    <a:pt x="3714750" y="9525"/>
                  </a:lnTo>
                  <a:lnTo>
                    <a:pt x="3743325" y="9525"/>
                  </a:lnTo>
                  <a:lnTo>
                    <a:pt x="3743325" y="0"/>
                  </a:lnTo>
                  <a:close/>
                </a:path>
                <a:path extrusionOk="0" h="3409950" w="4724400">
                  <a:moveTo>
                    <a:pt x="3773944" y="3400412"/>
                  </a:moveTo>
                  <a:lnTo>
                    <a:pt x="3745369" y="3400412"/>
                  </a:lnTo>
                  <a:lnTo>
                    <a:pt x="3745369" y="3409937"/>
                  </a:lnTo>
                  <a:lnTo>
                    <a:pt x="3773944" y="3409937"/>
                  </a:lnTo>
                  <a:lnTo>
                    <a:pt x="3773944" y="3400412"/>
                  </a:lnTo>
                  <a:close/>
                </a:path>
                <a:path extrusionOk="0" h="3409950" w="4724400">
                  <a:moveTo>
                    <a:pt x="3790950" y="0"/>
                  </a:moveTo>
                  <a:lnTo>
                    <a:pt x="3762375" y="0"/>
                  </a:lnTo>
                  <a:lnTo>
                    <a:pt x="3762375" y="9525"/>
                  </a:lnTo>
                  <a:lnTo>
                    <a:pt x="3790950" y="9525"/>
                  </a:lnTo>
                  <a:lnTo>
                    <a:pt x="3790950" y="0"/>
                  </a:lnTo>
                  <a:close/>
                </a:path>
                <a:path extrusionOk="0" h="3409950" w="4724400">
                  <a:moveTo>
                    <a:pt x="3821569" y="3400412"/>
                  </a:moveTo>
                  <a:lnTo>
                    <a:pt x="3792994" y="3400412"/>
                  </a:lnTo>
                  <a:lnTo>
                    <a:pt x="3792994" y="3409937"/>
                  </a:lnTo>
                  <a:lnTo>
                    <a:pt x="3821569" y="3409937"/>
                  </a:lnTo>
                  <a:lnTo>
                    <a:pt x="3821569" y="3400412"/>
                  </a:lnTo>
                  <a:close/>
                </a:path>
                <a:path extrusionOk="0" h="3409950" w="4724400">
                  <a:moveTo>
                    <a:pt x="3838575" y="0"/>
                  </a:moveTo>
                  <a:lnTo>
                    <a:pt x="3810000" y="0"/>
                  </a:lnTo>
                  <a:lnTo>
                    <a:pt x="3810000" y="9525"/>
                  </a:lnTo>
                  <a:lnTo>
                    <a:pt x="3838575" y="9525"/>
                  </a:lnTo>
                  <a:lnTo>
                    <a:pt x="3838575" y="0"/>
                  </a:lnTo>
                  <a:close/>
                </a:path>
                <a:path extrusionOk="0" h="3409950" w="4724400">
                  <a:moveTo>
                    <a:pt x="3869194" y="3400412"/>
                  </a:moveTo>
                  <a:lnTo>
                    <a:pt x="3840619" y="3400412"/>
                  </a:lnTo>
                  <a:lnTo>
                    <a:pt x="3840619" y="3409937"/>
                  </a:lnTo>
                  <a:lnTo>
                    <a:pt x="3869194" y="3409937"/>
                  </a:lnTo>
                  <a:lnTo>
                    <a:pt x="3869194" y="3400412"/>
                  </a:lnTo>
                  <a:close/>
                </a:path>
                <a:path extrusionOk="0" h="3409950" w="4724400">
                  <a:moveTo>
                    <a:pt x="3886200" y="0"/>
                  </a:moveTo>
                  <a:lnTo>
                    <a:pt x="3857625" y="0"/>
                  </a:lnTo>
                  <a:lnTo>
                    <a:pt x="3857625" y="9525"/>
                  </a:lnTo>
                  <a:lnTo>
                    <a:pt x="3886200" y="9525"/>
                  </a:lnTo>
                  <a:lnTo>
                    <a:pt x="3886200" y="0"/>
                  </a:lnTo>
                  <a:close/>
                </a:path>
                <a:path extrusionOk="0" h="3409950" w="4724400">
                  <a:moveTo>
                    <a:pt x="3916819" y="3400412"/>
                  </a:moveTo>
                  <a:lnTo>
                    <a:pt x="3888244" y="3400412"/>
                  </a:lnTo>
                  <a:lnTo>
                    <a:pt x="3888244" y="3409937"/>
                  </a:lnTo>
                  <a:lnTo>
                    <a:pt x="3916819" y="3409937"/>
                  </a:lnTo>
                  <a:lnTo>
                    <a:pt x="3916819" y="3400412"/>
                  </a:lnTo>
                  <a:close/>
                </a:path>
                <a:path extrusionOk="0" h="3409950" w="4724400">
                  <a:moveTo>
                    <a:pt x="3933825" y="0"/>
                  </a:moveTo>
                  <a:lnTo>
                    <a:pt x="3905250" y="0"/>
                  </a:lnTo>
                  <a:lnTo>
                    <a:pt x="3905250" y="9525"/>
                  </a:lnTo>
                  <a:lnTo>
                    <a:pt x="3933825" y="9525"/>
                  </a:lnTo>
                  <a:lnTo>
                    <a:pt x="3933825" y="0"/>
                  </a:lnTo>
                  <a:close/>
                </a:path>
                <a:path extrusionOk="0" h="3409950" w="4724400">
                  <a:moveTo>
                    <a:pt x="3964444" y="3400412"/>
                  </a:moveTo>
                  <a:lnTo>
                    <a:pt x="3935869" y="3400412"/>
                  </a:lnTo>
                  <a:lnTo>
                    <a:pt x="3935869" y="3409937"/>
                  </a:lnTo>
                  <a:lnTo>
                    <a:pt x="3964444" y="3409937"/>
                  </a:lnTo>
                  <a:lnTo>
                    <a:pt x="3964444" y="3400412"/>
                  </a:lnTo>
                  <a:close/>
                </a:path>
                <a:path extrusionOk="0" h="3409950" w="4724400">
                  <a:moveTo>
                    <a:pt x="3981450" y="0"/>
                  </a:moveTo>
                  <a:lnTo>
                    <a:pt x="3952875" y="0"/>
                  </a:lnTo>
                  <a:lnTo>
                    <a:pt x="3952875" y="9525"/>
                  </a:lnTo>
                  <a:lnTo>
                    <a:pt x="3981450" y="9525"/>
                  </a:lnTo>
                  <a:lnTo>
                    <a:pt x="3981450" y="0"/>
                  </a:lnTo>
                  <a:close/>
                </a:path>
                <a:path extrusionOk="0" h="3409950" w="4724400">
                  <a:moveTo>
                    <a:pt x="4012069" y="3400412"/>
                  </a:moveTo>
                  <a:lnTo>
                    <a:pt x="3983494" y="3400412"/>
                  </a:lnTo>
                  <a:lnTo>
                    <a:pt x="3983494" y="3409937"/>
                  </a:lnTo>
                  <a:lnTo>
                    <a:pt x="4012069" y="3409937"/>
                  </a:lnTo>
                  <a:lnTo>
                    <a:pt x="4012069" y="3400412"/>
                  </a:lnTo>
                  <a:close/>
                </a:path>
                <a:path extrusionOk="0" h="3409950" w="4724400">
                  <a:moveTo>
                    <a:pt x="4029075" y="0"/>
                  </a:moveTo>
                  <a:lnTo>
                    <a:pt x="4000500" y="0"/>
                  </a:lnTo>
                  <a:lnTo>
                    <a:pt x="4000500" y="9525"/>
                  </a:lnTo>
                  <a:lnTo>
                    <a:pt x="4029075" y="9525"/>
                  </a:lnTo>
                  <a:lnTo>
                    <a:pt x="4029075" y="0"/>
                  </a:lnTo>
                  <a:close/>
                </a:path>
                <a:path extrusionOk="0" h="3409950" w="4724400">
                  <a:moveTo>
                    <a:pt x="4059694" y="3400412"/>
                  </a:moveTo>
                  <a:lnTo>
                    <a:pt x="4031119" y="3400412"/>
                  </a:lnTo>
                  <a:lnTo>
                    <a:pt x="4031119" y="3409937"/>
                  </a:lnTo>
                  <a:lnTo>
                    <a:pt x="4059694" y="3409937"/>
                  </a:lnTo>
                  <a:lnTo>
                    <a:pt x="4059694" y="3400412"/>
                  </a:lnTo>
                  <a:close/>
                </a:path>
                <a:path extrusionOk="0" h="3409950" w="4724400">
                  <a:moveTo>
                    <a:pt x="4076700" y="0"/>
                  </a:moveTo>
                  <a:lnTo>
                    <a:pt x="4048125" y="0"/>
                  </a:lnTo>
                  <a:lnTo>
                    <a:pt x="4048125" y="9525"/>
                  </a:lnTo>
                  <a:lnTo>
                    <a:pt x="4076700" y="9525"/>
                  </a:lnTo>
                  <a:lnTo>
                    <a:pt x="4076700" y="0"/>
                  </a:lnTo>
                  <a:close/>
                </a:path>
                <a:path extrusionOk="0" h="3409950" w="4724400">
                  <a:moveTo>
                    <a:pt x="4107319" y="3400412"/>
                  </a:moveTo>
                  <a:lnTo>
                    <a:pt x="4078744" y="3400412"/>
                  </a:lnTo>
                  <a:lnTo>
                    <a:pt x="4078744" y="3409937"/>
                  </a:lnTo>
                  <a:lnTo>
                    <a:pt x="4107319" y="3409937"/>
                  </a:lnTo>
                  <a:lnTo>
                    <a:pt x="4107319" y="3400412"/>
                  </a:lnTo>
                  <a:close/>
                </a:path>
                <a:path extrusionOk="0" h="3409950" w="4724400">
                  <a:moveTo>
                    <a:pt x="4124325" y="0"/>
                  </a:moveTo>
                  <a:lnTo>
                    <a:pt x="4095750" y="0"/>
                  </a:lnTo>
                  <a:lnTo>
                    <a:pt x="4095750" y="9525"/>
                  </a:lnTo>
                  <a:lnTo>
                    <a:pt x="4124325" y="9525"/>
                  </a:lnTo>
                  <a:lnTo>
                    <a:pt x="4124325" y="0"/>
                  </a:lnTo>
                  <a:close/>
                </a:path>
                <a:path extrusionOk="0" h="3409950" w="4724400">
                  <a:moveTo>
                    <a:pt x="4154944" y="3400412"/>
                  </a:moveTo>
                  <a:lnTo>
                    <a:pt x="4126369" y="3400412"/>
                  </a:lnTo>
                  <a:lnTo>
                    <a:pt x="4126369" y="3409937"/>
                  </a:lnTo>
                  <a:lnTo>
                    <a:pt x="4154944" y="3409937"/>
                  </a:lnTo>
                  <a:lnTo>
                    <a:pt x="4154944" y="3400412"/>
                  </a:lnTo>
                  <a:close/>
                </a:path>
                <a:path extrusionOk="0" h="3409950" w="4724400">
                  <a:moveTo>
                    <a:pt x="4171950" y="0"/>
                  </a:moveTo>
                  <a:lnTo>
                    <a:pt x="4143375" y="0"/>
                  </a:lnTo>
                  <a:lnTo>
                    <a:pt x="4143375" y="9525"/>
                  </a:lnTo>
                  <a:lnTo>
                    <a:pt x="4171950" y="9525"/>
                  </a:lnTo>
                  <a:lnTo>
                    <a:pt x="4171950" y="0"/>
                  </a:lnTo>
                  <a:close/>
                </a:path>
                <a:path extrusionOk="0" h="3409950" w="4724400">
                  <a:moveTo>
                    <a:pt x="4202569" y="3400412"/>
                  </a:moveTo>
                  <a:lnTo>
                    <a:pt x="4173994" y="3400412"/>
                  </a:lnTo>
                  <a:lnTo>
                    <a:pt x="4173994" y="3409937"/>
                  </a:lnTo>
                  <a:lnTo>
                    <a:pt x="4202569" y="3409937"/>
                  </a:lnTo>
                  <a:lnTo>
                    <a:pt x="4202569" y="3400412"/>
                  </a:lnTo>
                  <a:close/>
                </a:path>
                <a:path extrusionOk="0" h="3409950" w="4724400">
                  <a:moveTo>
                    <a:pt x="4219575" y="0"/>
                  </a:moveTo>
                  <a:lnTo>
                    <a:pt x="4191000" y="0"/>
                  </a:lnTo>
                  <a:lnTo>
                    <a:pt x="4191000" y="9525"/>
                  </a:lnTo>
                  <a:lnTo>
                    <a:pt x="4219575" y="9525"/>
                  </a:lnTo>
                  <a:lnTo>
                    <a:pt x="4219575" y="0"/>
                  </a:lnTo>
                  <a:close/>
                </a:path>
                <a:path extrusionOk="0" h="3409950" w="4724400">
                  <a:moveTo>
                    <a:pt x="4250194" y="3400412"/>
                  </a:moveTo>
                  <a:lnTo>
                    <a:pt x="4221619" y="3400412"/>
                  </a:lnTo>
                  <a:lnTo>
                    <a:pt x="4221619" y="3409937"/>
                  </a:lnTo>
                  <a:lnTo>
                    <a:pt x="4250194" y="3409937"/>
                  </a:lnTo>
                  <a:lnTo>
                    <a:pt x="4250194" y="3400412"/>
                  </a:lnTo>
                  <a:close/>
                </a:path>
                <a:path extrusionOk="0" h="3409950" w="4724400">
                  <a:moveTo>
                    <a:pt x="4267200" y="0"/>
                  </a:moveTo>
                  <a:lnTo>
                    <a:pt x="4238625" y="0"/>
                  </a:lnTo>
                  <a:lnTo>
                    <a:pt x="4238625" y="9525"/>
                  </a:lnTo>
                  <a:lnTo>
                    <a:pt x="4267200" y="9525"/>
                  </a:lnTo>
                  <a:lnTo>
                    <a:pt x="4267200" y="0"/>
                  </a:lnTo>
                  <a:close/>
                </a:path>
                <a:path extrusionOk="0" h="3409950" w="4724400">
                  <a:moveTo>
                    <a:pt x="4297819" y="3400412"/>
                  </a:moveTo>
                  <a:lnTo>
                    <a:pt x="4269244" y="3400412"/>
                  </a:lnTo>
                  <a:lnTo>
                    <a:pt x="4269244" y="3409937"/>
                  </a:lnTo>
                  <a:lnTo>
                    <a:pt x="4297819" y="3409937"/>
                  </a:lnTo>
                  <a:lnTo>
                    <a:pt x="4297819" y="3400412"/>
                  </a:lnTo>
                  <a:close/>
                </a:path>
                <a:path extrusionOk="0" h="3409950" w="4724400">
                  <a:moveTo>
                    <a:pt x="4314825" y="0"/>
                  </a:moveTo>
                  <a:lnTo>
                    <a:pt x="4286250" y="0"/>
                  </a:lnTo>
                  <a:lnTo>
                    <a:pt x="4286250" y="9525"/>
                  </a:lnTo>
                  <a:lnTo>
                    <a:pt x="4314825" y="9525"/>
                  </a:lnTo>
                  <a:lnTo>
                    <a:pt x="4314825" y="0"/>
                  </a:lnTo>
                  <a:close/>
                </a:path>
                <a:path extrusionOk="0" h="3409950" w="4724400">
                  <a:moveTo>
                    <a:pt x="4345444" y="3400412"/>
                  </a:moveTo>
                  <a:lnTo>
                    <a:pt x="4316869" y="3400412"/>
                  </a:lnTo>
                  <a:lnTo>
                    <a:pt x="4316869" y="3409937"/>
                  </a:lnTo>
                  <a:lnTo>
                    <a:pt x="4345444" y="3409937"/>
                  </a:lnTo>
                  <a:lnTo>
                    <a:pt x="4345444" y="3400412"/>
                  </a:lnTo>
                  <a:close/>
                </a:path>
                <a:path extrusionOk="0" h="3409950" w="4724400">
                  <a:moveTo>
                    <a:pt x="4362450" y="0"/>
                  </a:moveTo>
                  <a:lnTo>
                    <a:pt x="4333875" y="0"/>
                  </a:lnTo>
                  <a:lnTo>
                    <a:pt x="4333875" y="9525"/>
                  </a:lnTo>
                  <a:lnTo>
                    <a:pt x="4362450" y="9525"/>
                  </a:lnTo>
                  <a:lnTo>
                    <a:pt x="4362450" y="0"/>
                  </a:lnTo>
                  <a:close/>
                </a:path>
                <a:path extrusionOk="0" h="3409950" w="4724400">
                  <a:moveTo>
                    <a:pt x="4393069" y="3400412"/>
                  </a:moveTo>
                  <a:lnTo>
                    <a:pt x="4364494" y="3400412"/>
                  </a:lnTo>
                  <a:lnTo>
                    <a:pt x="4364494" y="3409937"/>
                  </a:lnTo>
                  <a:lnTo>
                    <a:pt x="4393069" y="3409937"/>
                  </a:lnTo>
                  <a:lnTo>
                    <a:pt x="4393069" y="3400412"/>
                  </a:lnTo>
                  <a:close/>
                </a:path>
                <a:path extrusionOk="0" h="3409950" w="4724400">
                  <a:moveTo>
                    <a:pt x="4410075" y="0"/>
                  </a:moveTo>
                  <a:lnTo>
                    <a:pt x="4381500" y="0"/>
                  </a:lnTo>
                  <a:lnTo>
                    <a:pt x="4381500" y="9525"/>
                  </a:lnTo>
                  <a:lnTo>
                    <a:pt x="4410075" y="9525"/>
                  </a:lnTo>
                  <a:lnTo>
                    <a:pt x="4410075" y="0"/>
                  </a:lnTo>
                  <a:close/>
                </a:path>
                <a:path extrusionOk="0" h="3409950" w="4724400">
                  <a:moveTo>
                    <a:pt x="4440694" y="3400412"/>
                  </a:moveTo>
                  <a:lnTo>
                    <a:pt x="4412119" y="3400412"/>
                  </a:lnTo>
                  <a:lnTo>
                    <a:pt x="4412119" y="3409937"/>
                  </a:lnTo>
                  <a:lnTo>
                    <a:pt x="4440694" y="3409937"/>
                  </a:lnTo>
                  <a:lnTo>
                    <a:pt x="4440694" y="3400412"/>
                  </a:lnTo>
                  <a:close/>
                </a:path>
                <a:path extrusionOk="0" h="3409950" w="4724400">
                  <a:moveTo>
                    <a:pt x="4457700" y="0"/>
                  </a:moveTo>
                  <a:lnTo>
                    <a:pt x="4429125" y="0"/>
                  </a:lnTo>
                  <a:lnTo>
                    <a:pt x="4429125" y="9525"/>
                  </a:lnTo>
                  <a:lnTo>
                    <a:pt x="4457700" y="9525"/>
                  </a:lnTo>
                  <a:lnTo>
                    <a:pt x="4457700" y="0"/>
                  </a:lnTo>
                  <a:close/>
                </a:path>
                <a:path extrusionOk="0" h="3409950" w="4724400">
                  <a:moveTo>
                    <a:pt x="4488319" y="3400412"/>
                  </a:moveTo>
                  <a:lnTo>
                    <a:pt x="4459744" y="3400412"/>
                  </a:lnTo>
                  <a:lnTo>
                    <a:pt x="4459744" y="3409937"/>
                  </a:lnTo>
                  <a:lnTo>
                    <a:pt x="4488319" y="3409937"/>
                  </a:lnTo>
                  <a:lnTo>
                    <a:pt x="4488319" y="3400412"/>
                  </a:lnTo>
                  <a:close/>
                </a:path>
                <a:path extrusionOk="0" h="3409950" w="4724400">
                  <a:moveTo>
                    <a:pt x="4505325" y="0"/>
                  </a:moveTo>
                  <a:lnTo>
                    <a:pt x="4476750" y="0"/>
                  </a:lnTo>
                  <a:lnTo>
                    <a:pt x="4476750" y="9525"/>
                  </a:lnTo>
                  <a:lnTo>
                    <a:pt x="4505325" y="9525"/>
                  </a:lnTo>
                  <a:lnTo>
                    <a:pt x="4505325" y="0"/>
                  </a:lnTo>
                  <a:close/>
                </a:path>
                <a:path extrusionOk="0" h="3409950" w="4724400">
                  <a:moveTo>
                    <a:pt x="4535944" y="3400412"/>
                  </a:moveTo>
                  <a:lnTo>
                    <a:pt x="4507369" y="3400412"/>
                  </a:lnTo>
                  <a:lnTo>
                    <a:pt x="4507369" y="3409937"/>
                  </a:lnTo>
                  <a:lnTo>
                    <a:pt x="4535944" y="3409937"/>
                  </a:lnTo>
                  <a:lnTo>
                    <a:pt x="4535944" y="3400412"/>
                  </a:lnTo>
                  <a:close/>
                </a:path>
                <a:path extrusionOk="0" h="3409950" w="4724400">
                  <a:moveTo>
                    <a:pt x="4552950" y="0"/>
                  </a:moveTo>
                  <a:lnTo>
                    <a:pt x="4524375" y="0"/>
                  </a:lnTo>
                  <a:lnTo>
                    <a:pt x="4524375" y="9525"/>
                  </a:lnTo>
                  <a:lnTo>
                    <a:pt x="4552950" y="9525"/>
                  </a:lnTo>
                  <a:lnTo>
                    <a:pt x="4552950" y="0"/>
                  </a:lnTo>
                  <a:close/>
                </a:path>
                <a:path extrusionOk="0" h="3409950" w="4724400">
                  <a:moveTo>
                    <a:pt x="4583569" y="3400412"/>
                  </a:moveTo>
                  <a:lnTo>
                    <a:pt x="4554994" y="3400412"/>
                  </a:lnTo>
                  <a:lnTo>
                    <a:pt x="4554994" y="3409937"/>
                  </a:lnTo>
                  <a:lnTo>
                    <a:pt x="4583569" y="3409937"/>
                  </a:lnTo>
                  <a:lnTo>
                    <a:pt x="4583569" y="3400412"/>
                  </a:lnTo>
                  <a:close/>
                </a:path>
                <a:path extrusionOk="0" h="3409950" w="4724400">
                  <a:moveTo>
                    <a:pt x="4600575" y="0"/>
                  </a:moveTo>
                  <a:lnTo>
                    <a:pt x="4572000" y="0"/>
                  </a:lnTo>
                  <a:lnTo>
                    <a:pt x="4572000" y="9525"/>
                  </a:lnTo>
                  <a:lnTo>
                    <a:pt x="4600575" y="9525"/>
                  </a:lnTo>
                  <a:lnTo>
                    <a:pt x="4600575" y="0"/>
                  </a:lnTo>
                  <a:close/>
                </a:path>
                <a:path extrusionOk="0" h="3409950" w="4724400">
                  <a:moveTo>
                    <a:pt x="4631080" y="3409848"/>
                  </a:moveTo>
                  <a:lnTo>
                    <a:pt x="4630852" y="3400412"/>
                  </a:lnTo>
                  <a:lnTo>
                    <a:pt x="4602619" y="3400412"/>
                  </a:lnTo>
                  <a:lnTo>
                    <a:pt x="4602619" y="3409848"/>
                  </a:lnTo>
                  <a:lnTo>
                    <a:pt x="4631080" y="3409848"/>
                  </a:lnTo>
                  <a:close/>
                </a:path>
                <a:path extrusionOk="0" h="3409950" w="4724400">
                  <a:moveTo>
                    <a:pt x="4647679" y="1790"/>
                  </a:moveTo>
                  <a:lnTo>
                    <a:pt x="4638535" y="444"/>
                  </a:lnTo>
                  <a:lnTo>
                    <a:pt x="4629150" y="0"/>
                  </a:lnTo>
                  <a:lnTo>
                    <a:pt x="4619625" y="0"/>
                  </a:lnTo>
                  <a:lnTo>
                    <a:pt x="4619625" y="9525"/>
                  </a:lnTo>
                  <a:lnTo>
                    <a:pt x="4629150" y="9525"/>
                  </a:lnTo>
                  <a:lnTo>
                    <a:pt x="4637595" y="9931"/>
                  </a:lnTo>
                  <a:lnTo>
                    <a:pt x="4645838" y="11137"/>
                  </a:lnTo>
                  <a:lnTo>
                    <a:pt x="4647679" y="1790"/>
                  </a:lnTo>
                  <a:close/>
                </a:path>
                <a:path extrusionOk="0" h="3409950" w="4724400">
                  <a:moveTo>
                    <a:pt x="4676648" y="3397161"/>
                  </a:moveTo>
                  <a:lnTo>
                    <a:pt x="4671898" y="3388918"/>
                  </a:lnTo>
                  <a:lnTo>
                    <a:pt x="4669612" y="3390290"/>
                  </a:lnTo>
                  <a:lnTo>
                    <a:pt x="4661967" y="3393897"/>
                  </a:lnTo>
                  <a:lnTo>
                    <a:pt x="4654004" y="3396742"/>
                  </a:lnTo>
                  <a:lnTo>
                    <a:pt x="4647641" y="3398342"/>
                  </a:lnTo>
                  <a:lnTo>
                    <a:pt x="4647717" y="3398685"/>
                  </a:lnTo>
                  <a:lnTo>
                    <a:pt x="4649686" y="3407638"/>
                  </a:lnTo>
                  <a:lnTo>
                    <a:pt x="4656760" y="3405860"/>
                  </a:lnTo>
                  <a:lnTo>
                    <a:pt x="4665611" y="3402698"/>
                  </a:lnTo>
                  <a:lnTo>
                    <a:pt x="4674095" y="3398685"/>
                  </a:lnTo>
                  <a:lnTo>
                    <a:pt x="4676648" y="3397161"/>
                  </a:lnTo>
                  <a:close/>
                </a:path>
                <a:path extrusionOk="0" h="3409950" w="4724400">
                  <a:moveTo>
                    <a:pt x="4690732" y="22644"/>
                  </a:moveTo>
                  <a:lnTo>
                    <a:pt x="4689551" y="21577"/>
                  </a:lnTo>
                  <a:lnTo>
                    <a:pt x="4682083" y="16027"/>
                  </a:lnTo>
                  <a:lnTo>
                    <a:pt x="4674095" y="11252"/>
                  </a:lnTo>
                  <a:lnTo>
                    <a:pt x="4666386" y="7607"/>
                  </a:lnTo>
                  <a:lnTo>
                    <a:pt x="4662665" y="16370"/>
                  </a:lnTo>
                  <a:lnTo>
                    <a:pt x="4669612" y="19646"/>
                  </a:lnTo>
                  <a:lnTo>
                    <a:pt x="4676787" y="23952"/>
                  </a:lnTo>
                  <a:lnTo>
                    <a:pt x="4683518" y="28943"/>
                  </a:lnTo>
                  <a:lnTo>
                    <a:pt x="4684573" y="29908"/>
                  </a:lnTo>
                  <a:lnTo>
                    <a:pt x="4690732" y="22644"/>
                  </a:lnTo>
                  <a:close/>
                </a:path>
                <a:path extrusionOk="0" h="3409950" w="4724400">
                  <a:moveTo>
                    <a:pt x="4710747" y="3363645"/>
                  </a:moveTo>
                  <a:lnTo>
                    <a:pt x="4702581" y="3358756"/>
                  </a:lnTo>
                  <a:lnTo>
                    <a:pt x="4700448" y="3362325"/>
                  </a:lnTo>
                  <a:lnTo>
                    <a:pt x="4695456" y="3369056"/>
                  </a:lnTo>
                  <a:lnTo>
                    <a:pt x="4689767" y="3375304"/>
                  </a:lnTo>
                  <a:lnTo>
                    <a:pt x="4685957" y="3378771"/>
                  </a:lnTo>
                  <a:lnTo>
                    <a:pt x="4692269" y="3385896"/>
                  </a:lnTo>
                  <a:lnTo>
                    <a:pt x="4696511" y="3382048"/>
                  </a:lnTo>
                  <a:lnTo>
                    <a:pt x="4702822" y="3375088"/>
                  </a:lnTo>
                  <a:lnTo>
                    <a:pt x="4708372" y="3367621"/>
                  </a:lnTo>
                  <a:lnTo>
                    <a:pt x="4710747" y="3363645"/>
                  </a:lnTo>
                  <a:close/>
                </a:path>
                <a:path extrusionOk="0" h="3409950" w="4724400">
                  <a:moveTo>
                    <a:pt x="4718139" y="61531"/>
                  </a:moveTo>
                  <a:lnTo>
                    <a:pt x="4717161" y="58788"/>
                  </a:lnTo>
                  <a:lnTo>
                    <a:pt x="4713148" y="50292"/>
                  </a:lnTo>
                  <a:lnTo>
                    <a:pt x="4708372" y="42316"/>
                  </a:lnTo>
                  <a:lnTo>
                    <a:pt x="4704156" y="36639"/>
                  </a:lnTo>
                  <a:lnTo>
                    <a:pt x="4696650" y="42494"/>
                  </a:lnTo>
                  <a:lnTo>
                    <a:pt x="4700448" y="47612"/>
                  </a:lnTo>
                  <a:lnTo>
                    <a:pt x="4704740" y="54787"/>
                  </a:lnTo>
                  <a:lnTo>
                    <a:pt x="4708360" y="62433"/>
                  </a:lnTo>
                  <a:lnTo>
                    <a:pt x="4709236" y="64909"/>
                  </a:lnTo>
                  <a:lnTo>
                    <a:pt x="4718139" y="61531"/>
                  </a:lnTo>
                  <a:close/>
                </a:path>
                <a:path extrusionOk="0" h="3409950" w="4724400">
                  <a:moveTo>
                    <a:pt x="4724235" y="3318243"/>
                  </a:moveTo>
                  <a:lnTo>
                    <a:pt x="4714722" y="3317887"/>
                  </a:lnTo>
                  <a:lnTo>
                    <a:pt x="4714710" y="3318243"/>
                  </a:lnTo>
                  <a:lnTo>
                    <a:pt x="4714468" y="3323132"/>
                  </a:lnTo>
                  <a:lnTo>
                    <a:pt x="4713249" y="3331426"/>
                  </a:lnTo>
                  <a:lnTo>
                    <a:pt x="4711204" y="3339541"/>
                  </a:lnTo>
                  <a:lnTo>
                    <a:pt x="4709896" y="3343211"/>
                  </a:lnTo>
                  <a:lnTo>
                    <a:pt x="4718863" y="3346386"/>
                  </a:lnTo>
                  <a:lnTo>
                    <a:pt x="4720323" y="3342297"/>
                  </a:lnTo>
                  <a:lnTo>
                    <a:pt x="4722596" y="3333280"/>
                  </a:lnTo>
                  <a:lnTo>
                    <a:pt x="4723955" y="3324072"/>
                  </a:lnTo>
                  <a:lnTo>
                    <a:pt x="4723993" y="3323132"/>
                  </a:lnTo>
                  <a:lnTo>
                    <a:pt x="4724235" y="3318243"/>
                  </a:lnTo>
                  <a:close/>
                </a:path>
                <a:path extrusionOk="0" h="3409950" w="4724400">
                  <a:moveTo>
                    <a:pt x="4724400" y="3270808"/>
                  </a:moveTo>
                  <a:lnTo>
                    <a:pt x="4714875" y="3270808"/>
                  </a:lnTo>
                  <a:lnTo>
                    <a:pt x="4714875" y="3299383"/>
                  </a:lnTo>
                  <a:lnTo>
                    <a:pt x="4724400" y="3299383"/>
                  </a:lnTo>
                  <a:lnTo>
                    <a:pt x="4724400" y="3270808"/>
                  </a:lnTo>
                  <a:close/>
                </a:path>
                <a:path extrusionOk="0" h="3409950" w="4724400">
                  <a:moveTo>
                    <a:pt x="4724400" y="3223183"/>
                  </a:moveTo>
                  <a:lnTo>
                    <a:pt x="4714875" y="3223183"/>
                  </a:lnTo>
                  <a:lnTo>
                    <a:pt x="4714875" y="3251758"/>
                  </a:lnTo>
                  <a:lnTo>
                    <a:pt x="4724400" y="3251758"/>
                  </a:lnTo>
                  <a:lnTo>
                    <a:pt x="4724400" y="3223183"/>
                  </a:lnTo>
                  <a:close/>
                </a:path>
                <a:path extrusionOk="0" h="3409950" w="4724400">
                  <a:moveTo>
                    <a:pt x="4724400" y="3175558"/>
                  </a:moveTo>
                  <a:lnTo>
                    <a:pt x="4714875" y="3175558"/>
                  </a:lnTo>
                  <a:lnTo>
                    <a:pt x="4714875" y="3204133"/>
                  </a:lnTo>
                  <a:lnTo>
                    <a:pt x="4724400" y="3204133"/>
                  </a:lnTo>
                  <a:lnTo>
                    <a:pt x="4724400" y="3175558"/>
                  </a:lnTo>
                  <a:close/>
                </a:path>
                <a:path extrusionOk="0" h="3409950" w="4724400">
                  <a:moveTo>
                    <a:pt x="4724400" y="3127933"/>
                  </a:moveTo>
                  <a:lnTo>
                    <a:pt x="4714875" y="3127933"/>
                  </a:lnTo>
                  <a:lnTo>
                    <a:pt x="4714875" y="3156508"/>
                  </a:lnTo>
                  <a:lnTo>
                    <a:pt x="4724400" y="3156508"/>
                  </a:lnTo>
                  <a:lnTo>
                    <a:pt x="4724400" y="3127933"/>
                  </a:lnTo>
                  <a:close/>
                </a:path>
                <a:path extrusionOk="0" h="3409950" w="4724400">
                  <a:moveTo>
                    <a:pt x="4724400" y="3080308"/>
                  </a:moveTo>
                  <a:lnTo>
                    <a:pt x="4714875" y="3080308"/>
                  </a:lnTo>
                  <a:lnTo>
                    <a:pt x="4714875" y="3108883"/>
                  </a:lnTo>
                  <a:lnTo>
                    <a:pt x="4724400" y="3108883"/>
                  </a:lnTo>
                  <a:lnTo>
                    <a:pt x="4724400" y="3080308"/>
                  </a:lnTo>
                  <a:close/>
                </a:path>
                <a:path extrusionOk="0" h="3409950" w="4724400">
                  <a:moveTo>
                    <a:pt x="4724400" y="3032683"/>
                  </a:moveTo>
                  <a:lnTo>
                    <a:pt x="4714875" y="3032683"/>
                  </a:lnTo>
                  <a:lnTo>
                    <a:pt x="4714875" y="3061258"/>
                  </a:lnTo>
                  <a:lnTo>
                    <a:pt x="4724400" y="3061258"/>
                  </a:lnTo>
                  <a:lnTo>
                    <a:pt x="4724400" y="3032683"/>
                  </a:lnTo>
                  <a:close/>
                </a:path>
                <a:path extrusionOk="0" h="3409950" w="4724400">
                  <a:moveTo>
                    <a:pt x="4724400" y="2985058"/>
                  </a:moveTo>
                  <a:lnTo>
                    <a:pt x="4714875" y="2985058"/>
                  </a:lnTo>
                  <a:lnTo>
                    <a:pt x="4714875" y="3013633"/>
                  </a:lnTo>
                  <a:lnTo>
                    <a:pt x="4724400" y="3013633"/>
                  </a:lnTo>
                  <a:lnTo>
                    <a:pt x="4724400" y="2985058"/>
                  </a:lnTo>
                  <a:close/>
                </a:path>
                <a:path extrusionOk="0" h="3409950" w="4724400">
                  <a:moveTo>
                    <a:pt x="4724400" y="2937433"/>
                  </a:moveTo>
                  <a:lnTo>
                    <a:pt x="4714875" y="2937433"/>
                  </a:lnTo>
                  <a:lnTo>
                    <a:pt x="4714875" y="2966008"/>
                  </a:lnTo>
                  <a:lnTo>
                    <a:pt x="4724400" y="2966008"/>
                  </a:lnTo>
                  <a:lnTo>
                    <a:pt x="4724400" y="2937433"/>
                  </a:lnTo>
                  <a:close/>
                </a:path>
                <a:path extrusionOk="0" h="3409950" w="4724400">
                  <a:moveTo>
                    <a:pt x="4724400" y="2889808"/>
                  </a:moveTo>
                  <a:lnTo>
                    <a:pt x="4714875" y="2889808"/>
                  </a:lnTo>
                  <a:lnTo>
                    <a:pt x="4714875" y="2918383"/>
                  </a:lnTo>
                  <a:lnTo>
                    <a:pt x="4724400" y="2918383"/>
                  </a:lnTo>
                  <a:lnTo>
                    <a:pt x="4724400" y="2889808"/>
                  </a:lnTo>
                  <a:close/>
                </a:path>
                <a:path extrusionOk="0" h="3409950" w="4724400">
                  <a:moveTo>
                    <a:pt x="4724400" y="2842183"/>
                  </a:moveTo>
                  <a:lnTo>
                    <a:pt x="4714875" y="2842183"/>
                  </a:lnTo>
                  <a:lnTo>
                    <a:pt x="4714875" y="2870758"/>
                  </a:lnTo>
                  <a:lnTo>
                    <a:pt x="4724400" y="2870758"/>
                  </a:lnTo>
                  <a:lnTo>
                    <a:pt x="4724400" y="2842183"/>
                  </a:lnTo>
                  <a:close/>
                </a:path>
                <a:path extrusionOk="0" h="3409950" w="4724400">
                  <a:moveTo>
                    <a:pt x="4724400" y="2794558"/>
                  </a:moveTo>
                  <a:lnTo>
                    <a:pt x="4714875" y="2794558"/>
                  </a:lnTo>
                  <a:lnTo>
                    <a:pt x="4714875" y="2823133"/>
                  </a:lnTo>
                  <a:lnTo>
                    <a:pt x="4724400" y="2823133"/>
                  </a:lnTo>
                  <a:lnTo>
                    <a:pt x="4724400" y="2794558"/>
                  </a:lnTo>
                  <a:close/>
                </a:path>
                <a:path extrusionOk="0" h="3409950" w="4724400">
                  <a:moveTo>
                    <a:pt x="4724400" y="2746933"/>
                  </a:moveTo>
                  <a:lnTo>
                    <a:pt x="4714875" y="2746933"/>
                  </a:lnTo>
                  <a:lnTo>
                    <a:pt x="4714875" y="2775508"/>
                  </a:lnTo>
                  <a:lnTo>
                    <a:pt x="4724400" y="2775508"/>
                  </a:lnTo>
                  <a:lnTo>
                    <a:pt x="4724400" y="2746933"/>
                  </a:lnTo>
                  <a:close/>
                </a:path>
                <a:path extrusionOk="0" h="3409950" w="4724400">
                  <a:moveTo>
                    <a:pt x="4724400" y="2699308"/>
                  </a:moveTo>
                  <a:lnTo>
                    <a:pt x="4714875" y="2699308"/>
                  </a:lnTo>
                  <a:lnTo>
                    <a:pt x="4714875" y="2727883"/>
                  </a:lnTo>
                  <a:lnTo>
                    <a:pt x="4724400" y="2727883"/>
                  </a:lnTo>
                  <a:lnTo>
                    <a:pt x="4724400" y="2699308"/>
                  </a:lnTo>
                  <a:close/>
                </a:path>
                <a:path extrusionOk="0" h="3409950" w="4724400">
                  <a:moveTo>
                    <a:pt x="4724400" y="2651683"/>
                  </a:moveTo>
                  <a:lnTo>
                    <a:pt x="4714875" y="2651683"/>
                  </a:lnTo>
                  <a:lnTo>
                    <a:pt x="4714875" y="2680258"/>
                  </a:lnTo>
                  <a:lnTo>
                    <a:pt x="4724400" y="2680258"/>
                  </a:lnTo>
                  <a:lnTo>
                    <a:pt x="4724400" y="2651683"/>
                  </a:lnTo>
                  <a:close/>
                </a:path>
                <a:path extrusionOk="0" h="3409950" w="4724400">
                  <a:moveTo>
                    <a:pt x="4724400" y="2604058"/>
                  </a:moveTo>
                  <a:lnTo>
                    <a:pt x="4714875" y="2604058"/>
                  </a:lnTo>
                  <a:lnTo>
                    <a:pt x="4714875" y="2632633"/>
                  </a:lnTo>
                  <a:lnTo>
                    <a:pt x="4724400" y="2632633"/>
                  </a:lnTo>
                  <a:lnTo>
                    <a:pt x="4724400" y="2604058"/>
                  </a:lnTo>
                  <a:close/>
                </a:path>
                <a:path extrusionOk="0" h="3409950" w="4724400">
                  <a:moveTo>
                    <a:pt x="4724400" y="2556433"/>
                  </a:moveTo>
                  <a:lnTo>
                    <a:pt x="4714875" y="2556433"/>
                  </a:lnTo>
                  <a:lnTo>
                    <a:pt x="4714875" y="2585008"/>
                  </a:lnTo>
                  <a:lnTo>
                    <a:pt x="4724400" y="2585008"/>
                  </a:lnTo>
                  <a:lnTo>
                    <a:pt x="4724400" y="2556433"/>
                  </a:lnTo>
                  <a:close/>
                </a:path>
                <a:path extrusionOk="0" h="3409950" w="4724400">
                  <a:moveTo>
                    <a:pt x="4724400" y="2508808"/>
                  </a:moveTo>
                  <a:lnTo>
                    <a:pt x="4714875" y="2508808"/>
                  </a:lnTo>
                  <a:lnTo>
                    <a:pt x="4714875" y="2537383"/>
                  </a:lnTo>
                  <a:lnTo>
                    <a:pt x="4724400" y="2537383"/>
                  </a:lnTo>
                  <a:lnTo>
                    <a:pt x="4724400" y="2508808"/>
                  </a:lnTo>
                  <a:close/>
                </a:path>
                <a:path extrusionOk="0" h="3409950" w="4724400">
                  <a:moveTo>
                    <a:pt x="4724400" y="2461183"/>
                  </a:moveTo>
                  <a:lnTo>
                    <a:pt x="4714875" y="2461183"/>
                  </a:lnTo>
                  <a:lnTo>
                    <a:pt x="4714875" y="2489758"/>
                  </a:lnTo>
                  <a:lnTo>
                    <a:pt x="4724400" y="2489758"/>
                  </a:lnTo>
                  <a:lnTo>
                    <a:pt x="4724400" y="2461183"/>
                  </a:lnTo>
                  <a:close/>
                </a:path>
                <a:path extrusionOk="0" h="3409950" w="4724400">
                  <a:moveTo>
                    <a:pt x="4724400" y="2413558"/>
                  </a:moveTo>
                  <a:lnTo>
                    <a:pt x="4714875" y="2413558"/>
                  </a:lnTo>
                  <a:lnTo>
                    <a:pt x="4714875" y="2442133"/>
                  </a:lnTo>
                  <a:lnTo>
                    <a:pt x="4724400" y="2442133"/>
                  </a:lnTo>
                  <a:lnTo>
                    <a:pt x="4724400" y="2413558"/>
                  </a:lnTo>
                  <a:close/>
                </a:path>
                <a:path extrusionOk="0" h="3409950" w="4724400">
                  <a:moveTo>
                    <a:pt x="4724400" y="2365933"/>
                  </a:moveTo>
                  <a:lnTo>
                    <a:pt x="4714875" y="2365933"/>
                  </a:lnTo>
                  <a:lnTo>
                    <a:pt x="4714875" y="2394508"/>
                  </a:lnTo>
                  <a:lnTo>
                    <a:pt x="4724400" y="2394508"/>
                  </a:lnTo>
                  <a:lnTo>
                    <a:pt x="4724400" y="2365933"/>
                  </a:lnTo>
                  <a:close/>
                </a:path>
                <a:path extrusionOk="0" h="3409950" w="4724400">
                  <a:moveTo>
                    <a:pt x="4724400" y="2318308"/>
                  </a:moveTo>
                  <a:lnTo>
                    <a:pt x="4714875" y="2318308"/>
                  </a:lnTo>
                  <a:lnTo>
                    <a:pt x="4714875" y="2346883"/>
                  </a:lnTo>
                  <a:lnTo>
                    <a:pt x="4724400" y="2346883"/>
                  </a:lnTo>
                  <a:lnTo>
                    <a:pt x="4724400" y="2318308"/>
                  </a:lnTo>
                  <a:close/>
                </a:path>
                <a:path extrusionOk="0" h="3409950" w="4724400">
                  <a:moveTo>
                    <a:pt x="4724400" y="2270683"/>
                  </a:moveTo>
                  <a:lnTo>
                    <a:pt x="4714875" y="2270683"/>
                  </a:lnTo>
                  <a:lnTo>
                    <a:pt x="4714875" y="2299258"/>
                  </a:lnTo>
                  <a:lnTo>
                    <a:pt x="4724400" y="2299258"/>
                  </a:lnTo>
                  <a:lnTo>
                    <a:pt x="4724400" y="2270683"/>
                  </a:lnTo>
                  <a:close/>
                </a:path>
                <a:path extrusionOk="0" h="3409950" w="4724400">
                  <a:moveTo>
                    <a:pt x="4724400" y="2223058"/>
                  </a:moveTo>
                  <a:lnTo>
                    <a:pt x="4714875" y="2223058"/>
                  </a:lnTo>
                  <a:lnTo>
                    <a:pt x="4714875" y="2251633"/>
                  </a:lnTo>
                  <a:lnTo>
                    <a:pt x="4724400" y="2251633"/>
                  </a:lnTo>
                  <a:lnTo>
                    <a:pt x="4724400" y="2223058"/>
                  </a:lnTo>
                  <a:close/>
                </a:path>
                <a:path extrusionOk="0" h="3409950" w="4724400">
                  <a:moveTo>
                    <a:pt x="4724400" y="2175433"/>
                  </a:moveTo>
                  <a:lnTo>
                    <a:pt x="4714875" y="2175433"/>
                  </a:lnTo>
                  <a:lnTo>
                    <a:pt x="4714875" y="2204008"/>
                  </a:lnTo>
                  <a:lnTo>
                    <a:pt x="4724400" y="2204008"/>
                  </a:lnTo>
                  <a:lnTo>
                    <a:pt x="4724400" y="2175433"/>
                  </a:lnTo>
                  <a:close/>
                </a:path>
                <a:path extrusionOk="0" h="3409950" w="4724400">
                  <a:moveTo>
                    <a:pt x="4724400" y="2127808"/>
                  </a:moveTo>
                  <a:lnTo>
                    <a:pt x="4714875" y="2127808"/>
                  </a:lnTo>
                  <a:lnTo>
                    <a:pt x="4714875" y="2156383"/>
                  </a:lnTo>
                  <a:lnTo>
                    <a:pt x="4724400" y="2156383"/>
                  </a:lnTo>
                  <a:lnTo>
                    <a:pt x="4724400" y="2127808"/>
                  </a:lnTo>
                  <a:close/>
                </a:path>
                <a:path extrusionOk="0" h="3409950" w="4724400">
                  <a:moveTo>
                    <a:pt x="4724400" y="2080183"/>
                  </a:moveTo>
                  <a:lnTo>
                    <a:pt x="4714875" y="2080183"/>
                  </a:lnTo>
                  <a:lnTo>
                    <a:pt x="4714875" y="2108758"/>
                  </a:lnTo>
                  <a:lnTo>
                    <a:pt x="4724400" y="2108758"/>
                  </a:lnTo>
                  <a:lnTo>
                    <a:pt x="4724400" y="2080183"/>
                  </a:lnTo>
                  <a:close/>
                </a:path>
                <a:path extrusionOk="0" h="3409950" w="4724400">
                  <a:moveTo>
                    <a:pt x="4724400" y="2032558"/>
                  </a:moveTo>
                  <a:lnTo>
                    <a:pt x="4714875" y="2032558"/>
                  </a:lnTo>
                  <a:lnTo>
                    <a:pt x="4714875" y="2061133"/>
                  </a:lnTo>
                  <a:lnTo>
                    <a:pt x="4724400" y="2061133"/>
                  </a:lnTo>
                  <a:lnTo>
                    <a:pt x="4724400" y="2032558"/>
                  </a:lnTo>
                  <a:close/>
                </a:path>
                <a:path extrusionOk="0" h="3409950" w="4724400">
                  <a:moveTo>
                    <a:pt x="4724400" y="1984933"/>
                  </a:moveTo>
                  <a:lnTo>
                    <a:pt x="4714875" y="1984933"/>
                  </a:lnTo>
                  <a:lnTo>
                    <a:pt x="4714875" y="2013508"/>
                  </a:lnTo>
                  <a:lnTo>
                    <a:pt x="4724400" y="2013508"/>
                  </a:lnTo>
                  <a:lnTo>
                    <a:pt x="4724400" y="1984933"/>
                  </a:lnTo>
                  <a:close/>
                </a:path>
                <a:path extrusionOk="0" h="3409950" w="4724400">
                  <a:moveTo>
                    <a:pt x="4724400" y="1937308"/>
                  </a:moveTo>
                  <a:lnTo>
                    <a:pt x="4714875" y="1937308"/>
                  </a:lnTo>
                  <a:lnTo>
                    <a:pt x="4714875" y="1965883"/>
                  </a:lnTo>
                  <a:lnTo>
                    <a:pt x="4724400" y="1965883"/>
                  </a:lnTo>
                  <a:lnTo>
                    <a:pt x="4724400" y="1937308"/>
                  </a:lnTo>
                  <a:close/>
                </a:path>
                <a:path extrusionOk="0" h="3409950" w="4724400">
                  <a:moveTo>
                    <a:pt x="4724400" y="1889683"/>
                  </a:moveTo>
                  <a:lnTo>
                    <a:pt x="4714875" y="1889683"/>
                  </a:lnTo>
                  <a:lnTo>
                    <a:pt x="4714875" y="1918258"/>
                  </a:lnTo>
                  <a:lnTo>
                    <a:pt x="4724400" y="1918258"/>
                  </a:lnTo>
                  <a:lnTo>
                    <a:pt x="4724400" y="1889683"/>
                  </a:lnTo>
                  <a:close/>
                </a:path>
                <a:path extrusionOk="0" h="3409950" w="4724400">
                  <a:moveTo>
                    <a:pt x="4724400" y="1842058"/>
                  </a:moveTo>
                  <a:lnTo>
                    <a:pt x="4714875" y="1842058"/>
                  </a:lnTo>
                  <a:lnTo>
                    <a:pt x="4714875" y="1870633"/>
                  </a:lnTo>
                  <a:lnTo>
                    <a:pt x="4724400" y="1870633"/>
                  </a:lnTo>
                  <a:lnTo>
                    <a:pt x="4724400" y="1842058"/>
                  </a:lnTo>
                  <a:close/>
                </a:path>
                <a:path extrusionOk="0" h="3409950" w="4724400">
                  <a:moveTo>
                    <a:pt x="4724400" y="1794433"/>
                  </a:moveTo>
                  <a:lnTo>
                    <a:pt x="4714875" y="1794433"/>
                  </a:lnTo>
                  <a:lnTo>
                    <a:pt x="4714875" y="1823008"/>
                  </a:lnTo>
                  <a:lnTo>
                    <a:pt x="4724400" y="1823008"/>
                  </a:lnTo>
                  <a:lnTo>
                    <a:pt x="4724400" y="1794433"/>
                  </a:lnTo>
                  <a:close/>
                </a:path>
                <a:path extrusionOk="0" h="3409950" w="4724400">
                  <a:moveTo>
                    <a:pt x="4724400" y="1746808"/>
                  </a:moveTo>
                  <a:lnTo>
                    <a:pt x="4714875" y="1746808"/>
                  </a:lnTo>
                  <a:lnTo>
                    <a:pt x="4714875" y="1775383"/>
                  </a:lnTo>
                  <a:lnTo>
                    <a:pt x="4724400" y="1775383"/>
                  </a:lnTo>
                  <a:lnTo>
                    <a:pt x="4724400" y="1746808"/>
                  </a:lnTo>
                  <a:close/>
                </a:path>
                <a:path extrusionOk="0" h="3409950" w="4724400">
                  <a:moveTo>
                    <a:pt x="4724400" y="1699183"/>
                  </a:moveTo>
                  <a:lnTo>
                    <a:pt x="4714875" y="1699183"/>
                  </a:lnTo>
                  <a:lnTo>
                    <a:pt x="4714875" y="1727758"/>
                  </a:lnTo>
                  <a:lnTo>
                    <a:pt x="4724400" y="1727758"/>
                  </a:lnTo>
                  <a:lnTo>
                    <a:pt x="4724400" y="1699183"/>
                  </a:lnTo>
                  <a:close/>
                </a:path>
                <a:path extrusionOk="0" h="3409950" w="4724400">
                  <a:moveTo>
                    <a:pt x="4724400" y="1651558"/>
                  </a:moveTo>
                  <a:lnTo>
                    <a:pt x="4714875" y="1651558"/>
                  </a:lnTo>
                  <a:lnTo>
                    <a:pt x="4714875" y="1680133"/>
                  </a:lnTo>
                  <a:lnTo>
                    <a:pt x="4724400" y="1680133"/>
                  </a:lnTo>
                  <a:lnTo>
                    <a:pt x="4724400" y="1651558"/>
                  </a:lnTo>
                  <a:close/>
                </a:path>
                <a:path extrusionOk="0" h="3409950" w="4724400">
                  <a:moveTo>
                    <a:pt x="4724400" y="1603933"/>
                  </a:moveTo>
                  <a:lnTo>
                    <a:pt x="4714875" y="1603933"/>
                  </a:lnTo>
                  <a:lnTo>
                    <a:pt x="4714875" y="1632508"/>
                  </a:lnTo>
                  <a:lnTo>
                    <a:pt x="4724400" y="1632508"/>
                  </a:lnTo>
                  <a:lnTo>
                    <a:pt x="4724400" y="1603933"/>
                  </a:lnTo>
                  <a:close/>
                </a:path>
                <a:path extrusionOk="0" h="3409950" w="4724400">
                  <a:moveTo>
                    <a:pt x="4724400" y="1556308"/>
                  </a:moveTo>
                  <a:lnTo>
                    <a:pt x="4714875" y="1556308"/>
                  </a:lnTo>
                  <a:lnTo>
                    <a:pt x="4714875" y="1584883"/>
                  </a:lnTo>
                  <a:lnTo>
                    <a:pt x="4724400" y="1584883"/>
                  </a:lnTo>
                  <a:lnTo>
                    <a:pt x="4724400" y="1556308"/>
                  </a:lnTo>
                  <a:close/>
                </a:path>
                <a:path extrusionOk="0" h="3409950" w="4724400">
                  <a:moveTo>
                    <a:pt x="4724400" y="1508683"/>
                  </a:moveTo>
                  <a:lnTo>
                    <a:pt x="4714875" y="1508683"/>
                  </a:lnTo>
                  <a:lnTo>
                    <a:pt x="4714875" y="1537258"/>
                  </a:lnTo>
                  <a:lnTo>
                    <a:pt x="4724400" y="1537258"/>
                  </a:lnTo>
                  <a:lnTo>
                    <a:pt x="4724400" y="1508683"/>
                  </a:lnTo>
                  <a:close/>
                </a:path>
                <a:path extrusionOk="0" h="3409950" w="4724400">
                  <a:moveTo>
                    <a:pt x="4724400" y="1461058"/>
                  </a:moveTo>
                  <a:lnTo>
                    <a:pt x="4714875" y="1461058"/>
                  </a:lnTo>
                  <a:lnTo>
                    <a:pt x="4714875" y="1489633"/>
                  </a:lnTo>
                  <a:lnTo>
                    <a:pt x="4724400" y="1489633"/>
                  </a:lnTo>
                  <a:lnTo>
                    <a:pt x="4724400" y="1461058"/>
                  </a:lnTo>
                  <a:close/>
                </a:path>
                <a:path extrusionOk="0" h="3409950" w="4724400">
                  <a:moveTo>
                    <a:pt x="4724400" y="1413433"/>
                  </a:moveTo>
                  <a:lnTo>
                    <a:pt x="4714875" y="1413433"/>
                  </a:lnTo>
                  <a:lnTo>
                    <a:pt x="4714875" y="1442008"/>
                  </a:lnTo>
                  <a:lnTo>
                    <a:pt x="4724400" y="1442008"/>
                  </a:lnTo>
                  <a:lnTo>
                    <a:pt x="4724400" y="1413433"/>
                  </a:lnTo>
                  <a:close/>
                </a:path>
                <a:path extrusionOk="0" h="3409950" w="4724400">
                  <a:moveTo>
                    <a:pt x="4724400" y="1365808"/>
                  </a:moveTo>
                  <a:lnTo>
                    <a:pt x="4714875" y="1365808"/>
                  </a:lnTo>
                  <a:lnTo>
                    <a:pt x="4714875" y="1394383"/>
                  </a:lnTo>
                  <a:lnTo>
                    <a:pt x="4724400" y="1394383"/>
                  </a:lnTo>
                  <a:lnTo>
                    <a:pt x="4724400" y="1365808"/>
                  </a:lnTo>
                  <a:close/>
                </a:path>
                <a:path extrusionOk="0" h="3409950" w="4724400">
                  <a:moveTo>
                    <a:pt x="4724400" y="1318183"/>
                  </a:moveTo>
                  <a:lnTo>
                    <a:pt x="4714875" y="1318183"/>
                  </a:lnTo>
                  <a:lnTo>
                    <a:pt x="4714875" y="1346758"/>
                  </a:lnTo>
                  <a:lnTo>
                    <a:pt x="4724400" y="1346758"/>
                  </a:lnTo>
                  <a:lnTo>
                    <a:pt x="4724400" y="1318183"/>
                  </a:lnTo>
                  <a:close/>
                </a:path>
                <a:path extrusionOk="0" h="3409950" w="4724400">
                  <a:moveTo>
                    <a:pt x="4724400" y="1270558"/>
                  </a:moveTo>
                  <a:lnTo>
                    <a:pt x="4714875" y="1270558"/>
                  </a:lnTo>
                  <a:lnTo>
                    <a:pt x="4714875" y="1299133"/>
                  </a:lnTo>
                  <a:lnTo>
                    <a:pt x="4724400" y="1299133"/>
                  </a:lnTo>
                  <a:lnTo>
                    <a:pt x="4724400" y="1270558"/>
                  </a:lnTo>
                  <a:close/>
                </a:path>
                <a:path extrusionOk="0" h="3409950" w="4724400">
                  <a:moveTo>
                    <a:pt x="4724400" y="1222933"/>
                  </a:moveTo>
                  <a:lnTo>
                    <a:pt x="4714875" y="1222933"/>
                  </a:lnTo>
                  <a:lnTo>
                    <a:pt x="4714875" y="1251508"/>
                  </a:lnTo>
                  <a:lnTo>
                    <a:pt x="4724400" y="1251508"/>
                  </a:lnTo>
                  <a:lnTo>
                    <a:pt x="4724400" y="1222933"/>
                  </a:lnTo>
                  <a:close/>
                </a:path>
                <a:path extrusionOk="0" h="3409950" w="4724400">
                  <a:moveTo>
                    <a:pt x="4724400" y="1175308"/>
                  </a:moveTo>
                  <a:lnTo>
                    <a:pt x="4714875" y="1175308"/>
                  </a:lnTo>
                  <a:lnTo>
                    <a:pt x="4714875" y="1203883"/>
                  </a:lnTo>
                  <a:lnTo>
                    <a:pt x="4724400" y="1203883"/>
                  </a:lnTo>
                  <a:lnTo>
                    <a:pt x="4724400" y="1175308"/>
                  </a:lnTo>
                  <a:close/>
                </a:path>
                <a:path extrusionOk="0" h="3409950" w="4724400">
                  <a:moveTo>
                    <a:pt x="4724400" y="1127683"/>
                  </a:moveTo>
                  <a:lnTo>
                    <a:pt x="4714875" y="1127683"/>
                  </a:lnTo>
                  <a:lnTo>
                    <a:pt x="4714875" y="1156258"/>
                  </a:lnTo>
                  <a:lnTo>
                    <a:pt x="4724400" y="1156258"/>
                  </a:lnTo>
                  <a:lnTo>
                    <a:pt x="4724400" y="1127683"/>
                  </a:lnTo>
                  <a:close/>
                </a:path>
                <a:path extrusionOk="0" h="3409950" w="4724400">
                  <a:moveTo>
                    <a:pt x="4724400" y="1080058"/>
                  </a:moveTo>
                  <a:lnTo>
                    <a:pt x="4714875" y="1080058"/>
                  </a:lnTo>
                  <a:lnTo>
                    <a:pt x="4714875" y="1108633"/>
                  </a:lnTo>
                  <a:lnTo>
                    <a:pt x="4724400" y="1108633"/>
                  </a:lnTo>
                  <a:lnTo>
                    <a:pt x="4724400" y="1080058"/>
                  </a:lnTo>
                  <a:close/>
                </a:path>
                <a:path extrusionOk="0" h="3409950" w="4724400">
                  <a:moveTo>
                    <a:pt x="4724400" y="1032433"/>
                  </a:moveTo>
                  <a:lnTo>
                    <a:pt x="4714875" y="1032433"/>
                  </a:lnTo>
                  <a:lnTo>
                    <a:pt x="4714875" y="1061008"/>
                  </a:lnTo>
                  <a:lnTo>
                    <a:pt x="4724400" y="1061008"/>
                  </a:lnTo>
                  <a:lnTo>
                    <a:pt x="4724400" y="1032433"/>
                  </a:lnTo>
                  <a:close/>
                </a:path>
                <a:path extrusionOk="0" h="3409950" w="4724400">
                  <a:moveTo>
                    <a:pt x="4724400" y="984808"/>
                  </a:moveTo>
                  <a:lnTo>
                    <a:pt x="4714875" y="984808"/>
                  </a:lnTo>
                  <a:lnTo>
                    <a:pt x="4714875" y="1013383"/>
                  </a:lnTo>
                  <a:lnTo>
                    <a:pt x="4724400" y="1013383"/>
                  </a:lnTo>
                  <a:lnTo>
                    <a:pt x="4724400" y="984808"/>
                  </a:lnTo>
                  <a:close/>
                </a:path>
                <a:path extrusionOk="0" h="3409950" w="4724400">
                  <a:moveTo>
                    <a:pt x="4724400" y="937183"/>
                  </a:moveTo>
                  <a:lnTo>
                    <a:pt x="4714875" y="937183"/>
                  </a:lnTo>
                  <a:lnTo>
                    <a:pt x="4714875" y="965758"/>
                  </a:lnTo>
                  <a:lnTo>
                    <a:pt x="4724400" y="965758"/>
                  </a:lnTo>
                  <a:lnTo>
                    <a:pt x="4724400" y="937183"/>
                  </a:lnTo>
                  <a:close/>
                </a:path>
                <a:path extrusionOk="0" h="3409950" w="4724400">
                  <a:moveTo>
                    <a:pt x="4724400" y="889558"/>
                  </a:moveTo>
                  <a:lnTo>
                    <a:pt x="4714875" y="889558"/>
                  </a:lnTo>
                  <a:lnTo>
                    <a:pt x="4714875" y="918133"/>
                  </a:lnTo>
                  <a:lnTo>
                    <a:pt x="4724400" y="918133"/>
                  </a:lnTo>
                  <a:lnTo>
                    <a:pt x="4724400" y="889558"/>
                  </a:lnTo>
                  <a:close/>
                </a:path>
                <a:path extrusionOk="0" h="3409950" w="4724400">
                  <a:moveTo>
                    <a:pt x="4724400" y="841933"/>
                  </a:moveTo>
                  <a:lnTo>
                    <a:pt x="4714875" y="841933"/>
                  </a:lnTo>
                  <a:lnTo>
                    <a:pt x="4714875" y="870508"/>
                  </a:lnTo>
                  <a:lnTo>
                    <a:pt x="4724400" y="870508"/>
                  </a:lnTo>
                  <a:lnTo>
                    <a:pt x="4724400" y="841933"/>
                  </a:lnTo>
                  <a:close/>
                </a:path>
                <a:path extrusionOk="0" h="3409950" w="4724400">
                  <a:moveTo>
                    <a:pt x="4724400" y="794308"/>
                  </a:moveTo>
                  <a:lnTo>
                    <a:pt x="4714875" y="794308"/>
                  </a:lnTo>
                  <a:lnTo>
                    <a:pt x="4714875" y="822883"/>
                  </a:lnTo>
                  <a:lnTo>
                    <a:pt x="4724400" y="822883"/>
                  </a:lnTo>
                  <a:lnTo>
                    <a:pt x="4724400" y="794308"/>
                  </a:lnTo>
                  <a:close/>
                </a:path>
                <a:path extrusionOk="0" h="3409950" w="4724400">
                  <a:moveTo>
                    <a:pt x="4724400" y="746683"/>
                  </a:moveTo>
                  <a:lnTo>
                    <a:pt x="4714875" y="746683"/>
                  </a:lnTo>
                  <a:lnTo>
                    <a:pt x="4714875" y="775258"/>
                  </a:lnTo>
                  <a:lnTo>
                    <a:pt x="4724400" y="775258"/>
                  </a:lnTo>
                  <a:lnTo>
                    <a:pt x="4724400" y="746683"/>
                  </a:lnTo>
                  <a:close/>
                </a:path>
                <a:path extrusionOk="0" h="3409950" w="4724400">
                  <a:moveTo>
                    <a:pt x="4724400" y="699058"/>
                  </a:moveTo>
                  <a:lnTo>
                    <a:pt x="4714875" y="699058"/>
                  </a:lnTo>
                  <a:lnTo>
                    <a:pt x="4714875" y="727633"/>
                  </a:lnTo>
                  <a:lnTo>
                    <a:pt x="4724400" y="727633"/>
                  </a:lnTo>
                  <a:lnTo>
                    <a:pt x="4724400" y="699058"/>
                  </a:lnTo>
                  <a:close/>
                </a:path>
                <a:path extrusionOk="0" h="3409950" w="4724400">
                  <a:moveTo>
                    <a:pt x="4724400" y="651433"/>
                  </a:moveTo>
                  <a:lnTo>
                    <a:pt x="4714875" y="651433"/>
                  </a:lnTo>
                  <a:lnTo>
                    <a:pt x="4714875" y="680008"/>
                  </a:lnTo>
                  <a:lnTo>
                    <a:pt x="4724400" y="680008"/>
                  </a:lnTo>
                  <a:lnTo>
                    <a:pt x="4724400" y="651433"/>
                  </a:lnTo>
                  <a:close/>
                </a:path>
                <a:path extrusionOk="0" h="3409950" w="4724400">
                  <a:moveTo>
                    <a:pt x="4724400" y="603808"/>
                  </a:moveTo>
                  <a:lnTo>
                    <a:pt x="4714875" y="603808"/>
                  </a:lnTo>
                  <a:lnTo>
                    <a:pt x="4714875" y="632383"/>
                  </a:lnTo>
                  <a:lnTo>
                    <a:pt x="4724400" y="632383"/>
                  </a:lnTo>
                  <a:lnTo>
                    <a:pt x="4724400" y="603808"/>
                  </a:lnTo>
                  <a:close/>
                </a:path>
                <a:path extrusionOk="0" h="3409950" w="4724400">
                  <a:moveTo>
                    <a:pt x="4724400" y="556183"/>
                  </a:moveTo>
                  <a:lnTo>
                    <a:pt x="4714875" y="556183"/>
                  </a:lnTo>
                  <a:lnTo>
                    <a:pt x="4714875" y="584758"/>
                  </a:lnTo>
                  <a:lnTo>
                    <a:pt x="4724400" y="584758"/>
                  </a:lnTo>
                  <a:lnTo>
                    <a:pt x="4724400" y="556183"/>
                  </a:lnTo>
                  <a:close/>
                </a:path>
                <a:path extrusionOk="0" h="3409950" w="4724400">
                  <a:moveTo>
                    <a:pt x="4724400" y="508558"/>
                  </a:moveTo>
                  <a:lnTo>
                    <a:pt x="4714875" y="508558"/>
                  </a:lnTo>
                  <a:lnTo>
                    <a:pt x="4714875" y="537133"/>
                  </a:lnTo>
                  <a:lnTo>
                    <a:pt x="4724400" y="537133"/>
                  </a:lnTo>
                  <a:lnTo>
                    <a:pt x="4724400" y="508558"/>
                  </a:lnTo>
                  <a:close/>
                </a:path>
                <a:path extrusionOk="0" h="3409950" w="4724400">
                  <a:moveTo>
                    <a:pt x="4724400" y="460933"/>
                  </a:moveTo>
                  <a:lnTo>
                    <a:pt x="4714875" y="460933"/>
                  </a:lnTo>
                  <a:lnTo>
                    <a:pt x="4714875" y="489508"/>
                  </a:lnTo>
                  <a:lnTo>
                    <a:pt x="4724400" y="489508"/>
                  </a:lnTo>
                  <a:lnTo>
                    <a:pt x="4724400" y="460933"/>
                  </a:lnTo>
                  <a:close/>
                </a:path>
                <a:path extrusionOk="0" h="3409950" w="4724400">
                  <a:moveTo>
                    <a:pt x="4724400" y="413308"/>
                  </a:moveTo>
                  <a:lnTo>
                    <a:pt x="4714875" y="413308"/>
                  </a:lnTo>
                  <a:lnTo>
                    <a:pt x="4714875" y="441883"/>
                  </a:lnTo>
                  <a:lnTo>
                    <a:pt x="4724400" y="441883"/>
                  </a:lnTo>
                  <a:lnTo>
                    <a:pt x="4724400" y="413308"/>
                  </a:lnTo>
                  <a:close/>
                </a:path>
                <a:path extrusionOk="0" h="3409950" w="4724400">
                  <a:moveTo>
                    <a:pt x="4724400" y="365683"/>
                  </a:moveTo>
                  <a:lnTo>
                    <a:pt x="4714875" y="365683"/>
                  </a:lnTo>
                  <a:lnTo>
                    <a:pt x="4714875" y="394258"/>
                  </a:lnTo>
                  <a:lnTo>
                    <a:pt x="4724400" y="394258"/>
                  </a:lnTo>
                  <a:lnTo>
                    <a:pt x="4724400" y="365683"/>
                  </a:lnTo>
                  <a:close/>
                </a:path>
                <a:path extrusionOk="0" h="3409950" w="4724400">
                  <a:moveTo>
                    <a:pt x="4724400" y="318058"/>
                  </a:moveTo>
                  <a:lnTo>
                    <a:pt x="4714875" y="318058"/>
                  </a:lnTo>
                  <a:lnTo>
                    <a:pt x="4714875" y="346633"/>
                  </a:lnTo>
                  <a:lnTo>
                    <a:pt x="4724400" y="346633"/>
                  </a:lnTo>
                  <a:lnTo>
                    <a:pt x="4724400" y="318058"/>
                  </a:lnTo>
                  <a:close/>
                </a:path>
                <a:path extrusionOk="0" h="3409950" w="4724400">
                  <a:moveTo>
                    <a:pt x="4724400" y="270433"/>
                  </a:moveTo>
                  <a:lnTo>
                    <a:pt x="4714875" y="270433"/>
                  </a:lnTo>
                  <a:lnTo>
                    <a:pt x="4714875" y="299008"/>
                  </a:lnTo>
                  <a:lnTo>
                    <a:pt x="4724400" y="299008"/>
                  </a:lnTo>
                  <a:lnTo>
                    <a:pt x="4724400" y="270433"/>
                  </a:lnTo>
                  <a:close/>
                </a:path>
                <a:path extrusionOk="0" h="3409950" w="4724400">
                  <a:moveTo>
                    <a:pt x="4724400" y="222808"/>
                  </a:moveTo>
                  <a:lnTo>
                    <a:pt x="4714875" y="222808"/>
                  </a:lnTo>
                  <a:lnTo>
                    <a:pt x="4714875" y="251383"/>
                  </a:lnTo>
                  <a:lnTo>
                    <a:pt x="4724400" y="251383"/>
                  </a:lnTo>
                  <a:lnTo>
                    <a:pt x="4724400" y="222808"/>
                  </a:lnTo>
                  <a:close/>
                </a:path>
                <a:path extrusionOk="0" h="3409950" w="4724400">
                  <a:moveTo>
                    <a:pt x="4724400" y="175183"/>
                  </a:moveTo>
                  <a:lnTo>
                    <a:pt x="4714875" y="175183"/>
                  </a:lnTo>
                  <a:lnTo>
                    <a:pt x="4714875" y="203758"/>
                  </a:lnTo>
                  <a:lnTo>
                    <a:pt x="4724400" y="203758"/>
                  </a:lnTo>
                  <a:lnTo>
                    <a:pt x="4724400" y="175183"/>
                  </a:lnTo>
                  <a:close/>
                </a:path>
                <a:path extrusionOk="0" h="3409950" w="4724400">
                  <a:moveTo>
                    <a:pt x="4724400" y="127558"/>
                  </a:moveTo>
                  <a:lnTo>
                    <a:pt x="4714875" y="127558"/>
                  </a:lnTo>
                  <a:lnTo>
                    <a:pt x="4714875" y="156133"/>
                  </a:lnTo>
                  <a:lnTo>
                    <a:pt x="4724400" y="156133"/>
                  </a:lnTo>
                  <a:lnTo>
                    <a:pt x="4724400" y="127558"/>
                  </a:lnTo>
                  <a:close/>
                </a:path>
                <a:path extrusionOk="0" h="3409950" w="4724400">
                  <a:moveTo>
                    <a:pt x="4724400" y="95250"/>
                  </a:moveTo>
                  <a:lnTo>
                    <a:pt x="4723955" y="85864"/>
                  </a:lnTo>
                  <a:lnTo>
                    <a:pt x="4723155" y="80441"/>
                  </a:lnTo>
                  <a:lnTo>
                    <a:pt x="4713757" y="81927"/>
                  </a:lnTo>
                  <a:lnTo>
                    <a:pt x="4714468" y="86804"/>
                  </a:lnTo>
                  <a:lnTo>
                    <a:pt x="4714875" y="95250"/>
                  </a:lnTo>
                  <a:lnTo>
                    <a:pt x="4714875" y="108508"/>
                  </a:lnTo>
                  <a:lnTo>
                    <a:pt x="4724400" y="108508"/>
                  </a:lnTo>
                  <a:lnTo>
                    <a:pt x="4724400" y="95250"/>
                  </a:ln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5"/>
            <p:cNvSpPr/>
            <p:nvPr/>
          </p:nvSpPr>
          <p:spPr>
            <a:xfrm>
              <a:off x="726247" y="3822918"/>
              <a:ext cx="572135" cy="352425"/>
            </a:xfrm>
            <a:custGeom>
              <a:rect b="b" l="l" r="r" t="t"/>
              <a:pathLst>
                <a:path extrusionOk="0" h="352425" w="572135">
                  <a:moveTo>
                    <a:pt x="506271" y="352033"/>
                  </a:moveTo>
                  <a:lnTo>
                    <a:pt x="65783" y="352033"/>
                  </a:lnTo>
                  <a:lnTo>
                    <a:pt x="61205" y="351582"/>
                  </a:lnTo>
                  <a:lnTo>
                    <a:pt x="23890" y="334680"/>
                  </a:lnTo>
                  <a:lnTo>
                    <a:pt x="2254" y="299896"/>
                  </a:lnTo>
                  <a:lnTo>
                    <a:pt x="0" y="286249"/>
                  </a:lnTo>
                  <a:lnTo>
                    <a:pt x="0" y="65783"/>
                  </a:lnTo>
                  <a:lnTo>
                    <a:pt x="14434" y="27446"/>
                  </a:lnTo>
                  <a:lnTo>
                    <a:pt x="47734" y="3590"/>
                  </a:lnTo>
                  <a:lnTo>
                    <a:pt x="65783" y="0"/>
                  </a:lnTo>
                  <a:lnTo>
                    <a:pt x="70406" y="0"/>
                  </a:lnTo>
                  <a:lnTo>
                    <a:pt x="506271" y="0"/>
                  </a:lnTo>
                  <a:lnTo>
                    <a:pt x="544607" y="14433"/>
                  </a:lnTo>
                  <a:lnTo>
                    <a:pt x="568464" y="47734"/>
                  </a:lnTo>
                  <a:lnTo>
                    <a:pt x="572054" y="65783"/>
                  </a:lnTo>
                  <a:lnTo>
                    <a:pt x="572054" y="286249"/>
                  </a:lnTo>
                  <a:lnTo>
                    <a:pt x="557620" y="324586"/>
                  </a:lnTo>
                  <a:lnTo>
                    <a:pt x="524320" y="348443"/>
                  </a:lnTo>
                  <a:lnTo>
                    <a:pt x="510849" y="351582"/>
                  </a:lnTo>
                  <a:lnTo>
                    <a:pt x="506271" y="352033"/>
                  </a:lnTo>
                  <a:close/>
                </a:path>
              </a:pathLst>
            </a:custGeom>
            <a:solidFill>
              <a:srgbClr val="0D122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726247" y="3822918"/>
              <a:ext cx="572135" cy="352425"/>
            </a:xfrm>
            <a:custGeom>
              <a:rect b="b" l="l" r="r" t="t"/>
              <a:pathLst>
                <a:path extrusionOk="0" h="352425" w="572135">
                  <a:moveTo>
                    <a:pt x="70406" y="0"/>
                  </a:moveTo>
                  <a:lnTo>
                    <a:pt x="501648" y="0"/>
                  </a:lnTo>
                  <a:lnTo>
                    <a:pt x="506271" y="0"/>
                  </a:lnTo>
                  <a:lnTo>
                    <a:pt x="510849" y="450"/>
                  </a:lnTo>
                  <a:lnTo>
                    <a:pt x="515383" y="1352"/>
                  </a:lnTo>
                  <a:lnTo>
                    <a:pt x="519917" y="2254"/>
                  </a:lnTo>
                  <a:lnTo>
                    <a:pt x="524320" y="3590"/>
                  </a:lnTo>
                  <a:lnTo>
                    <a:pt x="528591" y="5359"/>
                  </a:lnTo>
                  <a:lnTo>
                    <a:pt x="532862" y="7128"/>
                  </a:lnTo>
                  <a:lnTo>
                    <a:pt x="536920" y="9297"/>
                  </a:lnTo>
                  <a:lnTo>
                    <a:pt x="540764" y="11865"/>
                  </a:lnTo>
                  <a:lnTo>
                    <a:pt x="544607" y="14433"/>
                  </a:lnTo>
                  <a:lnTo>
                    <a:pt x="548164" y="17352"/>
                  </a:lnTo>
                  <a:lnTo>
                    <a:pt x="551433" y="20621"/>
                  </a:lnTo>
                  <a:lnTo>
                    <a:pt x="554702" y="23890"/>
                  </a:lnTo>
                  <a:lnTo>
                    <a:pt x="566695" y="43463"/>
                  </a:lnTo>
                  <a:lnTo>
                    <a:pt x="568464" y="47734"/>
                  </a:lnTo>
                  <a:lnTo>
                    <a:pt x="569800" y="52136"/>
                  </a:lnTo>
                  <a:lnTo>
                    <a:pt x="570701" y="56671"/>
                  </a:lnTo>
                  <a:lnTo>
                    <a:pt x="571603" y="61205"/>
                  </a:lnTo>
                  <a:lnTo>
                    <a:pt x="572054" y="65783"/>
                  </a:lnTo>
                  <a:lnTo>
                    <a:pt x="572054" y="70406"/>
                  </a:lnTo>
                  <a:lnTo>
                    <a:pt x="572054" y="281627"/>
                  </a:lnTo>
                  <a:lnTo>
                    <a:pt x="572054" y="286249"/>
                  </a:lnTo>
                  <a:lnTo>
                    <a:pt x="571603" y="290828"/>
                  </a:lnTo>
                  <a:lnTo>
                    <a:pt x="570701" y="295362"/>
                  </a:lnTo>
                  <a:lnTo>
                    <a:pt x="569800" y="299896"/>
                  </a:lnTo>
                  <a:lnTo>
                    <a:pt x="568464" y="304299"/>
                  </a:lnTo>
                  <a:lnTo>
                    <a:pt x="566695" y="308570"/>
                  </a:lnTo>
                  <a:lnTo>
                    <a:pt x="564926" y="312841"/>
                  </a:lnTo>
                  <a:lnTo>
                    <a:pt x="562757" y="316899"/>
                  </a:lnTo>
                  <a:lnTo>
                    <a:pt x="560189" y="320742"/>
                  </a:lnTo>
                  <a:lnTo>
                    <a:pt x="557620" y="324586"/>
                  </a:lnTo>
                  <a:lnTo>
                    <a:pt x="540764" y="340167"/>
                  </a:lnTo>
                  <a:lnTo>
                    <a:pt x="536920" y="342736"/>
                  </a:lnTo>
                  <a:lnTo>
                    <a:pt x="532862" y="344905"/>
                  </a:lnTo>
                  <a:lnTo>
                    <a:pt x="528591" y="346674"/>
                  </a:lnTo>
                  <a:lnTo>
                    <a:pt x="524320" y="348443"/>
                  </a:lnTo>
                  <a:lnTo>
                    <a:pt x="519917" y="349778"/>
                  </a:lnTo>
                  <a:lnTo>
                    <a:pt x="515383" y="350680"/>
                  </a:lnTo>
                  <a:lnTo>
                    <a:pt x="510849" y="351582"/>
                  </a:lnTo>
                  <a:lnTo>
                    <a:pt x="506271" y="352033"/>
                  </a:lnTo>
                  <a:lnTo>
                    <a:pt x="501648" y="352033"/>
                  </a:lnTo>
                  <a:lnTo>
                    <a:pt x="70406" y="352033"/>
                  </a:lnTo>
                  <a:lnTo>
                    <a:pt x="65783" y="352033"/>
                  </a:lnTo>
                  <a:lnTo>
                    <a:pt x="61205" y="351582"/>
                  </a:lnTo>
                  <a:lnTo>
                    <a:pt x="23890" y="334680"/>
                  </a:lnTo>
                  <a:lnTo>
                    <a:pt x="11865" y="320742"/>
                  </a:lnTo>
                  <a:lnTo>
                    <a:pt x="9297" y="316899"/>
                  </a:lnTo>
                  <a:lnTo>
                    <a:pt x="7128" y="312841"/>
                  </a:lnTo>
                  <a:lnTo>
                    <a:pt x="5359" y="308570"/>
                  </a:lnTo>
                  <a:lnTo>
                    <a:pt x="3590" y="304299"/>
                  </a:lnTo>
                  <a:lnTo>
                    <a:pt x="2254" y="299896"/>
                  </a:lnTo>
                  <a:lnTo>
                    <a:pt x="1352" y="295362"/>
                  </a:lnTo>
                  <a:lnTo>
                    <a:pt x="450" y="290828"/>
                  </a:lnTo>
                  <a:lnTo>
                    <a:pt x="0" y="286249"/>
                  </a:lnTo>
                  <a:lnTo>
                    <a:pt x="0" y="281627"/>
                  </a:lnTo>
                  <a:lnTo>
                    <a:pt x="0" y="70406"/>
                  </a:lnTo>
                  <a:lnTo>
                    <a:pt x="0" y="65783"/>
                  </a:lnTo>
                  <a:lnTo>
                    <a:pt x="450" y="61205"/>
                  </a:lnTo>
                  <a:lnTo>
                    <a:pt x="1352" y="56671"/>
                  </a:lnTo>
                  <a:lnTo>
                    <a:pt x="2254" y="52136"/>
                  </a:lnTo>
                  <a:lnTo>
                    <a:pt x="3590" y="47734"/>
                  </a:lnTo>
                  <a:lnTo>
                    <a:pt x="5359" y="43463"/>
                  </a:lnTo>
                  <a:lnTo>
                    <a:pt x="7128" y="39192"/>
                  </a:lnTo>
                  <a:lnTo>
                    <a:pt x="20621" y="20621"/>
                  </a:lnTo>
                  <a:lnTo>
                    <a:pt x="23890" y="17352"/>
                  </a:lnTo>
                  <a:lnTo>
                    <a:pt x="27447" y="14433"/>
                  </a:lnTo>
                  <a:lnTo>
                    <a:pt x="31290" y="11865"/>
                  </a:lnTo>
                  <a:lnTo>
                    <a:pt x="35134" y="9297"/>
                  </a:lnTo>
                  <a:lnTo>
                    <a:pt x="39192" y="7128"/>
                  </a:lnTo>
                  <a:lnTo>
                    <a:pt x="43463" y="5359"/>
                  </a:lnTo>
                  <a:lnTo>
                    <a:pt x="47734" y="3590"/>
                  </a:lnTo>
                  <a:lnTo>
                    <a:pt x="52136" y="2254"/>
                  </a:lnTo>
                  <a:lnTo>
                    <a:pt x="56671" y="1352"/>
                  </a:lnTo>
                  <a:lnTo>
                    <a:pt x="61205" y="450"/>
                  </a:lnTo>
                  <a:lnTo>
                    <a:pt x="65783" y="0"/>
                  </a:lnTo>
                  <a:lnTo>
                    <a:pt x="70406" y="0"/>
                  </a:lnTo>
                  <a:close/>
                </a:path>
              </a:pathLst>
            </a:custGeom>
            <a:noFill/>
            <a:ln cap="flat" cmpd="sng" w="17600">
              <a:solidFill>
                <a:srgbClr val="FF8B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8" name="Google Shape;138;p5"/>
          <p:cNvSpPr txBox="1"/>
          <p:nvPr/>
        </p:nvSpPr>
        <p:spPr>
          <a:xfrm>
            <a:off x="893726" y="3936934"/>
            <a:ext cx="243840" cy="137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NEW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9" name="Google Shape;139;p5"/>
          <p:cNvGrpSpPr/>
          <p:nvPr/>
        </p:nvGrpSpPr>
        <p:grpSpPr>
          <a:xfrm>
            <a:off x="1914361" y="3822918"/>
            <a:ext cx="792480" cy="352425"/>
            <a:chOff x="1914361" y="3822918"/>
            <a:chExt cx="792480" cy="352425"/>
          </a:xfrm>
        </p:grpSpPr>
        <p:sp>
          <p:nvSpPr>
            <p:cNvPr id="140" name="Google Shape;140;p5"/>
            <p:cNvSpPr/>
            <p:nvPr/>
          </p:nvSpPr>
          <p:spPr>
            <a:xfrm>
              <a:off x="1914361" y="3822918"/>
              <a:ext cx="792480" cy="352425"/>
            </a:xfrm>
            <a:custGeom>
              <a:rect b="b" l="l" r="r" t="t"/>
              <a:pathLst>
                <a:path extrusionOk="0" h="352425" w="792480">
                  <a:moveTo>
                    <a:pt x="726292" y="352033"/>
                  </a:moveTo>
                  <a:lnTo>
                    <a:pt x="65783" y="352033"/>
                  </a:lnTo>
                  <a:lnTo>
                    <a:pt x="61205" y="351582"/>
                  </a:lnTo>
                  <a:lnTo>
                    <a:pt x="23890" y="334680"/>
                  </a:lnTo>
                  <a:lnTo>
                    <a:pt x="2254" y="299896"/>
                  </a:lnTo>
                  <a:lnTo>
                    <a:pt x="0" y="286249"/>
                  </a:lnTo>
                  <a:lnTo>
                    <a:pt x="0" y="65783"/>
                  </a:lnTo>
                  <a:lnTo>
                    <a:pt x="14433" y="27446"/>
                  </a:lnTo>
                  <a:lnTo>
                    <a:pt x="47734" y="3590"/>
                  </a:lnTo>
                  <a:lnTo>
                    <a:pt x="65783" y="0"/>
                  </a:lnTo>
                  <a:lnTo>
                    <a:pt x="70406" y="0"/>
                  </a:lnTo>
                  <a:lnTo>
                    <a:pt x="726292" y="0"/>
                  </a:lnTo>
                  <a:lnTo>
                    <a:pt x="764628" y="14433"/>
                  </a:lnTo>
                  <a:lnTo>
                    <a:pt x="788485" y="47734"/>
                  </a:lnTo>
                  <a:lnTo>
                    <a:pt x="792075" y="65783"/>
                  </a:lnTo>
                  <a:lnTo>
                    <a:pt x="792075" y="286249"/>
                  </a:lnTo>
                  <a:lnTo>
                    <a:pt x="777641" y="324586"/>
                  </a:lnTo>
                  <a:lnTo>
                    <a:pt x="744341" y="348443"/>
                  </a:lnTo>
                  <a:lnTo>
                    <a:pt x="730870" y="351582"/>
                  </a:lnTo>
                  <a:lnTo>
                    <a:pt x="726292" y="352033"/>
                  </a:lnTo>
                  <a:close/>
                </a:path>
              </a:pathLst>
            </a:custGeom>
            <a:solidFill>
              <a:srgbClr val="0567E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5"/>
            <p:cNvSpPr/>
            <p:nvPr/>
          </p:nvSpPr>
          <p:spPr>
            <a:xfrm>
              <a:off x="1914361" y="3822918"/>
              <a:ext cx="792480" cy="352425"/>
            </a:xfrm>
            <a:custGeom>
              <a:rect b="b" l="l" r="r" t="t"/>
              <a:pathLst>
                <a:path extrusionOk="0" h="352425" w="792480">
                  <a:moveTo>
                    <a:pt x="70406" y="0"/>
                  </a:moveTo>
                  <a:lnTo>
                    <a:pt x="721669" y="0"/>
                  </a:lnTo>
                  <a:lnTo>
                    <a:pt x="726292" y="0"/>
                  </a:lnTo>
                  <a:lnTo>
                    <a:pt x="730870" y="450"/>
                  </a:lnTo>
                  <a:lnTo>
                    <a:pt x="735404" y="1352"/>
                  </a:lnTo>
                  <a:lnTo>
                    <a:pt x="739938" y="2254"/>
                  </a:lnTo>
                  <a:lnTo>
                    <a:pt x="744341" y="3590"/>
                  </a:lnTo>
                  <a:lnTo>
                    <a:pt x="748612" y="5359"/>
                  </a:lnTo>
                  <a:lnTo>
                    <a:pt x="752883" y="7128"/>
                  </a:lnTo>
                  <a:lnTo>
                    <a:pt x="756941" y="9297"/>
                  </a:lnTo>
                  <a:lnTo>
                    <a:pt x="760785" y="11865"/>
                  </a:lnTo>
                  <a:lnTo>
                    <a:pt x="764628" y="14433"/>
                  </a:lnTo>
                  <a:lnTo>
                    <a:pt x="786716" y="43463"/>
                  </a:lnTo>
                  <a:lnTo>
                    <a:pt x="788485" y="47734"/>
                  </a:lnTo>
                  <a:lnTo>
                    <a:pt x="789821" y="52136"/>
                  </a:lnTo>
                  <a:lnTo>
                    <a:pt x="790723" y="56671"/>
                  </a:lnTo>
                  <a:lnTo>
                    <a:pt x="791625" y="61205"/>
                  </a:lnTo>
                  <a:lnTo>
                    <a:pt x="792075" y="65783"/>
                  </a:lnTo>
                  <a:lnTo>
                    <a:pt x="792076" y="70406"/>
                  </a:lnTo>
                  <a:lnTo>
                    <a:pt x="792076" y="281627"/>
                  </a:lnTo>
                  <a:lnTo>
                    <a:pt x="792075" y="286249"/>
                  </a:lnTo>
                  <a:lnTo>
                    <a:pt x="791625" y="290828"/>
                  </a:lnTo>
                  <a:lnTo>
                    <a:pt x="790723" y="295362"/>
                  </a:lnTo>
                  <a:lnTo>
                    <a:pt x="789821" y="299896"/>
                  </a:lnTo>
                  <a:lnTo>
                    <a:pt x="788485" y="304299"/>
                  </a:lnTo>
                  <a:lnTo>
                    <a:pt x="786716" y="308570"/>
                  </a:lnTo>
                  <a:lnTo>
                    <a:pt x="784947" y="312841"/>
                  </a:lnTo>
                  <a:lnTo>
                    <a:pt x="760785" y="340167"/>
                  </a:lnTo>
                  <a:lnTo>
                    <a:pt x="756941" y="342736"/>
                  </a:lnTo>
                  <a:lnTo>
                    <a:pt x="752883" y="344905"/>
                  </a:lnTo>
                  <a:lnTo>
                    <a:pt x="748612" y="346674"/>
                  </a:lnTo>
                  <a:lnTo>
                    <a:pt x="744341" y="348443"/>
                  </a:lnTo>
                  <a:lnTo>
                    <a:pt x="739938" y="349778"/>
                  </a:lnTo>
                  <a:lnTo>
                    <a:pt x="735404" y="350680"/>
                  </a:lnTo>
                  <a:lnTo>
                    <a:pt x="730870" y="351582"/>
                  </a:lnTo>
                  <a:lnTo>
                    <a:pt x="726292" y="352033"/>
                  </a:lnTo>
                  <a:lnTo>
                    <a:pt x="721669" y="352033"/>
                  </a:lnTo>
                  <a:lnTo>
                    <a:pt x="70406" y="352033"/>
                  </a:lnTo>
                  <a:lnTo>
                    <a:pt x="65783" y="352033"/>
                  </a:lnTo>
                  <a:lnTo>
                    <a:pt x="61205" y="351582"/>
                  </a:lnTo>
                  <a:lnTo>
                    <a:pt x="23890" y="334680"/>
                  </a:lnTo>
                  <a:lnTo>
                    <a:pt x="11865" y="320742"/>
                  </a:lnTo>
                  <a:lnTo>
                    <a:pt x="9297" y="316899"/>
                  </a:lnTo>
                  <a:lnTo>
                    <a:pt x="7128" y="312841"/>
                  </a:lnTo>
                  <a:lnTo>
                    <a:pt x="5359" y="308570"/>
                  </a:lnTo>
                  <a:lnTo>
                    <a:pt x="3590" y="304299"/>
                  </a:lnTo>
                  <a:lnTo>
                    <a:pt x="2254" y="299896"/>
                  </a:lnTo>
                  <a:lnTo>
                    <a:pt x="1352" y="295362"/>
                  </a:lnTo>
                  <a:lnTo>
                    <a:pt x="450" y="290828"/>
                  </a:lnTo>
                  <a:lnTo>
                    <a:pt x="0" y="286249"/>
                  </a:lnTo>
                  <a:lnTo>
                    <a:pt x="0" y="281627"/>
                  </a:lnTo>
                  <a:lnTo>
                    <a:pt x="0" y="70406"/>
                  </a:lnTo>
                  <a:lnTo>
                    <a:pt x="0" y="65783"/>
                  </a:lnTo>
                  <a:lnTo>
                    <a:pt x="450" y="61205"/>
                  </a:lnTo>
                  <a:lnTo>
                    <a:pt x="1352" y="56671"/>
                  </a:lnTo>
                  <a:lnTo>
                    <a:pt x="2254" y="52136"/>
                  </a:lnTo>
                  <a:lnTo>
                    <a:pt x="3590" y="47734"/>
                  </a:lnTo>
                  <a:lnTo>
                    <a:pt x="5359" y="43463"/>
                  </a:lnTo>
                  <a:lnTo>
                    <a:pt x="7128" y="39192"/>
                  </a:lnTo>
                  <a:lnTo>
                    <a:pt x="9297" y="35134"/>
                  </a:lnTo>
                  <a:lnTo>
                    <a:pt x="11865" y="31290"/>
                  </a:lnTo>
                  <a:lnTo>
                    <a:pt x="14433" y="27446"/>
                  </a:lnTo>
                  <a:lnTo>
                    <a:pt x="17352" y="23890"/>
                  </a:lnTo>
                  <a:lnTo>
                    <a:pt x="20621" y="20621"/>
                  </a:lnTo>
                  <a:lnTo>
                    <a:pt x="23890" y="17352"/>
                  </a:lnTo>
                  <a:lnTo>
                    <a:pt x="27446" y="14433"/>
                  </a:lnTo>
                  <a:lnTo>
                    <a:pt x="31290" y="11865"/>
                  </a:lnTo>
                  <a:lnTo>
                    <a:pt x="35134" y="9297"/>
                  </a:lnTo>
                  <a:lnTo>
                    <a:pt x="39192" y="7128"/>
                  </a:lnTo>
                  <a:lnTo>
                    <a:pt x="43463" y="5359"/>
                  </a:lnTo>
                  <a:lnTo>
                    <a:pt x="47734" y="3590"/>
                  </a:lnTo>
                  <a:lnTo>
                    <a:pt x="52136" y="2254"/>
                  </a:lnTo>
                  <a:lnTo>
                    <a:pt x="56671" y="1352"/>
                  </a:lnTo>
                  <a:lnTo>
                    <a:pt x="61205" y="450"/>
                  </a:lnTo>
                  <a:lnTo>
                    <a:pt x="65783" y="0"/>
                  </a:lnTo>
                  <a:lnTo>
                    <a:pt x="70406" y="0"/>
                  </a:lnTo>
                  <a:close/>
                </a:path>
              </a:pathLst>
            </a:custGeom>
            <a:noFill/>
            <a:ln cap="flat" cmpd="sng" w="132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2" name="Google Shape;142;p5"/>
          <p:cNvSpPr txBox="1"/>
          <p:nvPr/>
        </p:nvSpPr>
        <p:spPr>
          <a:xfrm>
            <a:off x="2056074" y="3936934"/>
            <a:ext cx="508000" cy="137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RUNNABLE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3" name="Google Shape;143;p5"/>
          <p:cNvGrpSpPr/>
          <p:nvPr/>
        </p:nvGrpSpPr>
        <p:grpSpPr>
          <a:xfrm>
            <a:off x="3278491" y="3030842"/>
            <a:ext cx="792480" cy="352425"/>
            <a:chOff x="3278491" y="3030842"/>
            <a:chExt cx="792480" cy="352425"/>
          </a:xfrm>
        </p:grpSpPr>
        <p:sp>
          <p:nvSpPr>
            <p:cNvPr id="144" name="Google Shape;144;p5"/>
            <p:cNvSpPr/>
            <p:nvPr/>
          </p:nvSpPr>
          <p:spPr>
            <a:xfrm>
              <a:off x="3278491" y="3030842"/>
              <a:ext cx="792480" cy="352425"/>
            </a:xfrm>
            <a:custGeom>
              <a:rect b="b" l="l" r="r" t="t"/>
              <a:pathLst>
                <a:path extrusionOk="0" h="352425" w="792479">
                  <a:moveTo>
                    <a:pt x="726292" y="352033"/>
                  </a:moveTo>
                  <a:lnTo>
                    <a:pt x="65783" y="352033"/>
                  </a:lnTo>
                  <a:lnTo>
                    <a:pt x="61205" y="351582"/>
                  </a:lnTo>
                  <a:lnTo>
                    <a:pt x="23890" y="334681"/>
                  </a:lnTo>
                  <a:lnTo>
                    <a:pt x="2254" y="299896"/>
                  </a:lnTo>
                  <a:lnTo>
                    <a:pt x="0" y="286249"/>
                  </a:lnTo>
                  <a:lnTo>
                    <a:pt x="0" y="65783"/>
                  </a:lnTo>
                  <a:lnTo>
                    <a:pt x="14433" y="27446"/>
                  </a:lnTo>
                  <a:lnTo>
                    <a:pt x="47734" y="3590"/>
                  </a:lnTo>
                  <a:lnTo>
                    <a:pt x="65783" y="0"/>
                  </a:lnTo>
                  <a:lnTo>
                    <a:pt x="70407" y="0"/>
                  </a:lnTo>
                  <a:lnTo>
                    <a:pt x="726292" y="0"/>
                  </a:lnTo>
                  <a:lnTo>
                    <a:pt x="764628" y="14434"/>
                  </a:lnTo>
                  <a:lnTo>
                    <a:pt x="788485" y="47734"/>
                  </a:lnTo>
                  <a:lnTo>
                    <a:pt x="792076" y="65783"/>
                  </a:lnTo>
                  <a:lnTo>
                    <a:pt x="792076" y="286249"/>
                  </a:lnTo>
                  <a:lnTo>
                    <a:pt x="777641" y="324586"/>
                  </a:lnTo>
                  <a:lnTo>
                    <a:pt x="744341" y="348443"/>
                  </a:lnTo>
                  <a:lnTo>
                    <a:pt x="730870" y="351582"/>
                  </a:lnTo>
                  <a:lnTo>
                    <a:pt x="726292" y="352033"/>
                  </a:lnTo>
                  <a:close/>
                </a:path>
              </a:pathLst>
            </a:custGeom>
            <a:solidFill>
              <a:srgbClr val="0D122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3278491" y="3030842"/>
              <a:ext cx="792480" cy="352425"/>
            </a:xfrm>
            <a:custGeom>
              <a:rect b="b" l="l" r="r" t="t"/>
              <a:pathLst>
                <a:path extrusionOk="0" h="352425" w="792479">
                  <a:moveTo>
                    <a:pt x="70407" y="0"/>
                  </a:moveTo>
                  <a:lnTo>
                    <a:pt x="721669" y="0"/>
                  </a:lnTo>
                  <a:lnTo>
                    <a:pt x="726292" y="0"/>
                  </a:lnTo>
                  <a:lnTo>
                    <a:pt x="730871" y="450"/>
                  </a:lnTo>
                  <a:lnTo>
                    <a:pt x="735405" y="1352"/>
                  </a:lnTo>
                  <a:lnTo>
                    <a:pt x="739938" y="2254"/>
                  </a:lnTo>
                  <a:lnTo>
                    <a:pt x="744341" y="3590"/>
                  </a:lnTo>
                  <a:lnTo>
                    <a:pt x="748612" y="5359"/>
                  </a:lnTo>
                  <a:lnTo>
                    <a:pt x="752883" y="7128"/>
                  </a:lnTo>
                  <a:lnTo>
                    <a:pt x="780209" y="31290"/>
                  </a:lnTo>
                  <a:lnTo>
                    <a:pt x="782778" y="35134"/>
                  </a:lnTo>
                  <a:lnTo>
                    <a:pt x="792076" y="70406"/>
                  </a:lnTo>
                  <a:lnTo>
                    <a:pt x="792076" y="281627"/>
                  </a:lnTo>
                  <a:lnTo>
                    <a:pt x="780210" y="320742"/>
                  </a:lnTo>
                  <a:lnTo>
                    <a:pt x="771454" y="331412"/>
                  </a:lnTo>
                  <a:lnTo>
                    <a:pt x="768185" y="334681"/>
                  </a:lnTo>
                  <a:lnTo>
                    <a:pt x="764628" y="337599"/>
                  </a:lnTo>
                  <a:lnTo>
                    <a:pt x="760784" y="340168"/>
                  </a:lnTo>
                  <a:lnTo>
                    <a:pt x="756941" y="342736"/>
                  </a:lnTo>
                  <a:lnTo>
                    <a:pt x="752883" y="344905"/>
                  </a:lnTo>
                  <a:lnTo>
                    <a:pt x="748612" y="346674"/>
                  </a:lnTo>
                  <a:lnTo>
                    <a:pt x="744341" y="348443"/>
                  </a:lnTo>
                  <a:lnTo>
                    <a:pt x="739938" y="349779"/>
                  </a:lnTo>
                  <a:lnTo>
                    <a:pt x="735404" y="350680"/>
                  </a:lnTo>
                  <a:lnTo>
                    <a:pt x="730870" y="351582"/>
                  </a:lnTo>
                  <a:lnTo>
                    <a:pt x="726292" y="352033"/>
                  </a:lnTo>
                  <a:lnTo>
                    <a:pt x="721669" y="352033"/>
                  </a:lnTo>
                  <a:lnTo>
                    <a:pt x="70407" y="352033"/>
                  </a:lnTo>
                  <a:lnTo>
                    <a:pt x="65783" y="352033"/>
                  </a:lnTo>
                  <a:lnTo>
                    <a:pt x="61205" y="351582"/>
                  </a:lnTo>
                  <a:lnTo>
                    <a:pt x="56671" y="350680"/>
                  </a:lnTo>
                  <a:lnTo>
                    <a:pt x="52136" y="349779"/>
                  </a:lnTo>
                  <a:lnTo>
                    <a:pt x="47734" y="348443"/>
                  </a:lnTo>
                  <a:lnTo>
                    <a:pt x="43463" y="346674"/>
                  </a:lnTo>
                  <a:lnTo>
                    <a:pt x="39192" y="344905"/>
                  </a:lnTo>
                  <a:lnTo>
                    <a:pt x="20621" y="331412"/>
                  </a:lnTo>
                  <a:lnTo>
                    <a:pt x="17352" y="328143"/>
                  </a:lnTo>
                  <a:lnTo>
                    <a:pt x="14433" y="324586"/>
                  </a:lnTo>
                  <a:lnTo>
                    <a:pt x="11865" y="320742"/>
                  </a:lnTo>
                  <a:lnTo>
                    <a:pt x="9296" y="316898"/>
                  </a:lnTo>
                  <a:lnTo>
                    <a:pt x="7128" y="312841"/>
                  </a:lnTo>
                  <a:lnTo>
                    <a:pt x="5359" y="308570"/>
                  </a:lnTo>
                  <a:lnTo>
                    <a:pt x="3590" y="304299"/>
                  </a:lnTo>
                  <a:lnTo>
                    <a:pt x="2254" y="299896"/>
                  </a:lnTo>
                  <a:lnTo>
                    <a:pt x="1352" y="295362"/>
                  </a:lnTo>
                  <a:lnTo>
                    <a:pt x="450" y="290828"/>
                  </a:lnTo>
                  <a:lnTo>
                    <a:pt x="0" y="286249"/>
                  </a:lnTo>
                  <a:lnTo>
                    <a:pt x="0" y="281627"/>
                  </a:lnTo>
                  <a:lnTo>
                    <a:pt x="0" y="70406"/>
                  </a:lnTo>
                  <a:lnTo>
                    <a:pt x="5359" y="43463"/>
                  </a:lnTo>
                  <a:lnTo>
                    <a:pt x="7128" y="39192"/>
                  </a:lnTo>
                  <a:lnTo>
                    <a:pt x="9296" y="35134"/>
                  </a:lnTo>
                  <a:lnTo>
                    <a:pt x="11865" y="31290"/>
                  </a:lnTo>
                  <a:lnTo>
                    <a:pt x="14433" y="27446"/>
                  </a:lnTo>
                  <a:lnTo>
                    <a:pt x="47734" y="3590"/>
                  </a:lnTo>
                  <a:lnTo>
                    <a:pt x="65783" y="0"/>
                  </a:lnTo>
                  <a:lnTo>
                    <a:pt x="70407" y="0"/>
                  </a:lnTo>
                  <a:close/>
                </a:path>
              </a:pathLst>
            </a:custGeom>
            <a:noFill/>
            <a:ln cap="flat" cmpd="sng" w="13200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6" name="Google Shape;146;p5"/>
          <p:cNvSpPr txBox="1"/>
          <p:nvPr/>
        </p:nvSpPr>
        <p:spPr>
          <a:xfrm>
            <a:off x="3452528" y="3144871"/>
            <a:ext cx="445134" cy="137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BLOCKED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7" name="Google Shape;147;p5"/>
          <p:cNvGrpSpPr/>
          <p:nvPr/>
        </p:nvGrpSpPr>
        <p:grpSpPr>
          <a:xfrm>
            <a:off x="3278491" y="4614994"/>
            <a:ext cx="792480" cy="352425"/>
            <a:chOff x="3278491" y="4614994"/>
            <a:chExt cx="792480" cy="352425"/>
          </a:xfrm>
        </p:grpSpPr>
        <p:sp>
          <p:nvSpPr>
            <p:cNvPr id="148" name="Google Shape;148;p5"/>
            <p:cNvSpPr/>
            <p:nvPr/>
          </p:nvSpPr>
          <p:spPr>
            <a:xfrm>
              <a:off x="3278491" y="4614994"/>
              <a:ext cx="792480" cy="352425"/>
            </a:xfrm>
            <a:custGeom>
              <a:rect b="b" l="l" r="r" t="t"/>
              <a:pathLst>
                <a:path extrusionOk="0" h="352425" w="792479">
                  <a:moveTo>
                    <a:pt x="726292" y="352033"/>
                  </a:moveTo>
                  <a:lnTo>
                    <a:pt x="65783" y="352033"/>
                  </a:lnTo>
                  <a:lnTo>
                    <a:pt x="61205" y="351582"/>
                  </a:lnTo>
                  <a:lnTo>
                    <a:pt x="23890" y="334680"/>
                  </a:lnTo>
                  <a:lnTo>
                    <a:pt x="2254" y="299896"/>
                  </a:lnTo>
                  <a:lnTo>
                    <a:pt x="0" y="286250"/>
                  </a:lnTo>
                  <a:lnTo>
                    <a:pt x="0" y="65783"/>
                  </a:lnTo>
                  <a:lnTo>
                    <a:pt x="14433" y="27446"/>
                  </a:lnTo>
                  <a:lnTo>
                    <a:pt x="47734" y="3590"/>
                  </a:lnTo>
                  <a:lnTo>
                    <a:pt x="65783" y="0"/>
                  </a:lnTo>
                  <a:lnTo>
                    <a:pt x="70407" y="0"/>
                  </a:lnTo>
                  <a:lnTo>
                    <a:pt x="726292" y="0"/>
                  </a:lnTo>
                  <a:lnTo>
                    <a:pt x="764628" y="14433"/>
                  </a:lnTo>
                  <a:lnTo>
                    <a:pt x="788485" y="47734"/>
                  </a:lnTo>
                  <a:lnTo>
                    <a:pt x="792076" y="65783"/>
                  </a:lnTo>
                  <a:lnTo>
                    <a:pt x="792076" y="286250"/>
                  </a:lnTo>
                  <a:lnTo>
                    <a:pt x="777641" y="324586"/>
                  </a:lnTo>
                  <a:lnTo>
                    <a:pt x="744341" y="348443"/>
                  </a:lnTo>
                  <a:lnTo>
                    <a:pt x="730870" y="351582"/>
                  </a:lnTo>
                  <a:lnTo>
                    <a:pt x="726292" y="352033"/>
                  </a:lnTo>
                  <a:close/>
                </a:path>
              </a:pathLst>
            </a:custGeom>
            <a:solidFill>
              <a:srgbClr val="0D122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3278491" y="4614994"/>
              <a:ext cx="792480" cy="352425"/>
            </a:xfrm>
            <a:custGeom>
              <a:rect b="b" l="l" r="r" t="t"/>
              <a:pathLst>
                <a:path extrusionOk="0" h="352425" w="792479">
                  <a:moveTo>
                    <a:pt x="70407" y="0"/>
                  </a:moveTo>
                  <a:lnTo>
                    <a:pt x="721669" y="0"/>
                  </a:lnTo>
                  <a:lnTo>
                    <a:pt x="726292" y="0"/>
                  </a:lnTo>
                  <a:lnTo>
                    <a:pt x="730871" y="450"/>
                  </a:lnTo>
                  <a:lnTo>
                    <a:pt x="735405" y="1352"/>
                  </a:lnTo>
                  <a:lnTo>
                    <a:pt x="739938" y="2254"/>
                  </a:lnTo>
                  <a:lnTo>
                    <a:pt x="744341" y="3590"/>
                  </a:lnTo>
                  <a:lnTo>
                    <a:pt x="748612" y="5359"/>
                  </a:lnTo>
                  <a:lnTo>
                    <a:pt x="752883" y="7128"/>
                  </a:lnTo>
                  <a:lnTo>
                    <a:pt x="756941" y="9297"/>
                  </a:lnTo>
                  <a:lnTo>
                    <a:pt x="760785" y="11865"/>
                  </a:lnTo>
                  <a:lnTo>
                    <a:pt x="764628" y="14433"/>
                  </a:lnTo>
                  <a:lnTo>
                    <a:pt x="768185" y="17352"/>
                  </a:lnTo>
                  <a:lnTo>
                    <a:pt x="771454" y="20621"/>
                  </a:lnTo>
                  <a:lnTo>
                    <a:pt x="774723" y="23890"/>
                  </a:lnTo>
                  <a:lnTo>
                    <a:pt x="791625" y="61205"/>
                  </a:lnTo>
                  <a:lnTo>
                    <a:pt x="792076" y="70406"/>
                  </a:lnTo>
                  <a:lnTo>
                    <a:pt x="792076" y="281627"/>
                  </a:lnTo>
                  <a:lnTo>
                    <a:pt x="780210" y="320742"/>
                  </a:lnTo>
                  <a:lnTo>
                    <a:pt x="777641" y="324586"/>
                  </a:lnTo>
                  <a:lnTo>
                    <a:pt x="774723" y="328143"/>
                  </a:lnTo>
                  <a:lnTo>
                    <a:pt x="771454" y="331411"/>
                  </a:lnTo>
                  <a:lnTo>
                    <a:pt x="768185" y="334680"/>
                  </a:lnTo>
                  <a:lnTo>
                    <a:pt x="764628" y="337599"/>
                  </a:lnTo>
                  <a:lnTo>
                    <a:pt x="760784" y="340167"/>
                  </a:lnTo>
                  <a:lnTo>
                    <a:pt x="756941" y="342736"/>
                  </a:lnTo>
                  <a:lnTo>
                    <a:pt x="752883" y="344904"/>
                  </a:lnTo>
                  <a:lnTo>
                    <a:pt x="748612" y="346674"/>
                  </a:lnTo>
                  <a:lnTo>
                    <a:pt x="744341" y="348443"/>
                  </a:lnTo>
                  <a:lnTo>
                    <a:pt x="739938" y="349778"/>
                  </a:lnTo>
                  <a:lnTo>
                    <a:pt x="735404" y="350680"/>
                  </a:lnTo>
                  <a:lnTo>
                    <a:pt x="730870" y="351582"/>
                  </a:lnTo>
                  <a:lnTo>
                    <a:pt x="726292" y="352033"/>
                  </a:lnTo>
                  <a:lnTo>
                    <a:pt x="721669" y="352033"/>
                  </a:lnTo>
                  <a:lnTo>
                    <a:pt x="70407" y="352033"/>
                  </a:lnTo>
                  <a:lnTo>
                    <a:pt x="65783" y="352033"/>
                  </a:lnTo>
                  <a:lnTo>
                    <a:pt x="61205" y="351582"/>
                  </a:lnTo>
                  <a:lnTo>
                    <a:pt x="56671" y="350680"/>
                  </a:lnTo>
                  <a:lnTo>
                    <a:pt x="52136" y="349778"/>
                  </a:lnTo>
                  <a:lnTo>
                    <a:pt x="47734" y="348443"/>
                  </a:lnTo>
                  <a:lnTo>
                    <a:pt x="43463" y="346674"/>
                  </a:lnTo>
                  <a:lnTo>
                    <a:pt x="39192" y="344904"/>
                  </a:lnTo>
                  <a:lnTo>
                    <a:pt x="20621" y="331411"/>
                  </a:lnTo>
                  <a:lnTo>
                    <a:pt x="17352" y="328143"/>
                  </a:lnTo>
                  <a:lnTo>
                    <a:pt x="14433" y="324586"/>
                  </a:lnTo>
                  <a:lnTo>
                    <a:pt x="11865" y="320742"/>
                  </a:lnTo>
                  <a:lnTo>
                    <a:pt x="9296" y="316898"/>
                  </a:lnTo>
                  <a:lnTo>
                    <a:pt x="7128" y="312841"/>
                  </a:lnTo>
                  <a:lnTo>
                    <a:pt x="5359" y="308570"/>
                  </a:lnTo>
                  <a:lnTo>
                    <a:pt x="3590" y="304299"/>
                  </a:lnTo>
                  <a:lnTo>
                    <a:pt x="2254" y="299896"/>
                  </a:lnTo>
                  <a:lnTo>
                    <a:pt x="1352" y="295362"/>
                  </a:lnTo>
                  <a:lnTo>
                    <a:pt x="450" y="290828"/>
                  </a:lnTo>
                  <a:lnTo>
                    <a:pt x="0" y="286250"/>
                  </a:lnTo>
                  <a:lnTo>
                    <a:pt x="0" y="281627"/>
                  </a:lnTo>
                  <a:lnTo>
                    <a:pt x="0" y="70406"/>
                  </a:lnTo>
                  <a:lnTo>
                    <a:pt x="11865" y="31290"/>
                  </a:lnTo>
                  <a:lnTo>
                    <a:pt x="14433" y="27446"/>
                  </a:lnTo>
                  <a:lnTo>
                    <a:pt x="17352" y="23890"/>
                  </a:lnTo>
                  <a:lnTo>
                    <a:pt x="20621" y="20621"/>
                  </a:lnTo>
                  <a:lnTo>
                    <a:pt x="23890" y="17352"/>
                  </a:lnTo>
                  <a:lnTo>
                    <a:pt x="56671" y="1352"/>
                  </a:lnTo>
                  <a:lnTo>
                    <a:pt x="61205" y="450"/>
                  </a:lnTo>
                  <a:lnTo>
                    <a:pt x="65783" y="0"/>
                  </a:lnTo>
                  <a:lnTo>
                    <a:pt x="70407" y="0"/>
                  </a:lnTo>
                  <a:close/>
                </a:path>
              </a:pathLst>
            </a:custGeom>
            <a:noFill/>
            <a:ln cap="flat" cmpd="sng" w="13200">
              <a:solidFill>
                <a:srgbClr val="FF8B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0" name="Google Shape;150;p5"/>
          <p:cNvSpPr txBox="1"/>
          <p:nvPr/>
        </p:nvSpPr>
        <p:spPr>
          <a:xfrm>
            <a:off x="3465923" y="4728997"/>
            <a:ext cx="419100" cy="137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FF8B00"/>
                </a:solidFill>
                <a:latin typeface="Arial"/>
                <a:ea typeface="Arial"/>
                <a:cs typeface="Arial"/>
                <a:sym typeface="Arial"/>
              </a:rPr>
              <a:t>WAITING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1" name="Google Shape;151;p5"/>
          <p:cNvGrpSpPr/>
          <p:nvPr/>
        </p:nvGrpSpPr>
        <p:grpSpPr>
          <a:xfrm>
            <a:off x="4246584" y="3822918"/>
            <a:ext cx="704215" cy="352425"/>
            <a:chOff x="4246584" y="3822918"/>
            <a:chExt cx="704215" cy="352425"/>
          </a:xfrm>
        </p:grpSpPr>
        <p:sp>
          <p:nvSpPr>
            <p:cNvPr id="152" name="Google Shape;152;p5"/>
            <p:cNvSpPr/>
            <p:nvPr/>
          </p:nvSpPr>
          <p:spPr>
            <a:xfrm>
              <a:off x="4246584" y="3822918"/>
              <a:ext cx="704215" cy="352425"/>
            </a:xfrm>
            <a:custGeom>
              <a:rect b="b" l="l" r="r" t="t"/>
              <a:pathLst>
                <a:path extrusionOk="0" h="352425" w="704214">
                  <a:moveTo>
                    <a:pt x="638283" y="352033"/>
                  </a:moveTo>
                  <a:lnTo>
                    <a:pt x="65783" y="352033"/>
                  </a:lnTo>
                  <a:lnTo>
                    <a:pt x="61205" y="351582"/>
                  </a:lnTo>
                  <a:lnTo>
                    <a:pt x="23890" y="334680"/>
                  </a:lnTo>
                  <a:lnTo>
                    <a:pt x="2254" y="299896"/>
                  </a:lnTo>
                  <a:lnTo>
                    <a:pt x="0" y="286249"/>
                  </a:lnTo>
                  <a:lnTo>
                    <a:pt x="0" y="65783"/>
                  </a:lnTo>
                  <a:lnTo>
                    <a:pt x="14434" y="27446"/>
                  </a:lnTo>
                  <a:lnTo>
                    <a:pt x="47734" y="3590"/>
                  </a:lnTo>
                  <a:lnTo>
                    <a:pt x="65783" y="0"/>
                  </a:lnTo>
                  <a:lnTo>
                    <a:pt x="70407" y="0"/>
                  </a:lnTo>
                  <a:lnTo>
                    <a:pt x="638283" y="0"/>
                  </a:lnTo>
                  <a:lnTo>
                    <a:pt x="676620" y="14433"/>
                  </a:lnTo>
                  <a:lnTo>
                    <a:pt x="700476" y="47734"/>
                  </a:lnTo>
                  <a:lnTo>
                    <a:pt x="704067" y="65783"/>
                  </a:lnTo>
                  <a:lnTo>
                    <a:pt x="704067" y="286249"/>
                  </a:lnTo>
                  <a:lnTo>
                    <a:pt x="689632" y="324586"/>
                  </a:lnTo>
                  <a:lnTo>
                    <a:pt x="656333" y="348443"/>
                  </a:lnTo>
                  <a:lnTo>
                    <a:pt x="642862" y="351582"/>
                  </a:lnTo>
                  <a:lnTo>
                    <a:pt x="638283" y="352033"/>
                  </a:lnTo>
                  <a:close/>
                </a:path>
              </a:pathLst>
            </a:custGeom>
            <a:solidFill>
              <a:srgbClr val="0D122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4246584" y="3822918"/>
              <a:ext cx="704215" cy="352425"/>
            </a:xfrm>
            <a:custGeom>
              <a:rect b="b" l="l" r="r" t="t"/>
              <a:pathLst>
                <a:path extrusionOk="0" h="352425" w="704214">
                  <a:moveTo>
                    <a:pt x="70407" y="0"/>
                  </a:moveTo>
                  <a:lnTo>
                    <a:pt x="633661" y="0"/>
                  </a:lnTo>
                  <a:lnTo>
                    <a:pt x="638283" y="0"/>
                  </a:lnTo>
                  <a:lnTo>
                    <a:pt x="642862" y="450"/>
                  </a:lnTo>
                  <a:lnTo>
                    <a:pt x="647396" y="1352"/>
                  </a:lnTo>
                  <a:lnTo>
                    <a:pt x="651930" y="2254"/>
                  </a:lnTo>
                  <a:lnTo>
                    <a:pt x="656332" y="3590"/>
                  </a:lnTo>
                  <a:lnTo>
                    <a:pt x="660603" y="5359"/>
                  </a:lnTo>
                  <a:lnTo>
                    <a:pt x="664874" y="7128"/>
                  </a:lnTo>
                  <a:lnTo>
                    <a:pt x="668932" y="9297"/>
                  </a:lnTo>
                  <a:lnTo>
                    <a:pt x="672776" y="11865"/>
                  </a:lnTo>
                  <a:lnTo>
                    <a:pt x="676620" y="14433"/>
                  </a:lnTo>
                  <a:lnTo>
                    <a:pt x="680176" y="17352"/>
                  </a:lnTo>
                  <a:lnTo>
                    <a:pt x="683445" y="20621"/>
                  </a:lnTo>
                  <a:lnTo>
                    <a:pt x="686714" y="23890"/>
                  </a:lnTo>
                  <a:lnTo>
                    <a:pt x="689633" y="27446"/>
                  </a:lnTo>
                  <a:lnTo>
                    <a:pt x="692201" y="31290"/>
                  </a:lnTo>
                  <a:lnTo>
                    <a:pt x="694770" y="35134"/>
                  </a:lnTo>
                  <a:lnTo>
                    <a:pt x="696938" y="39192"/>
                  </a:lnTo>
                  <a:lnTo>
                    <a:pt x="698707" y="43463"/>
                  </a:lnTo>
                  <a:lnTo>
                    <a:pt x="700476" y="47734"/>
                  </a:lnTo>
                  <a:lnTo>
                    <a:pt x="701812" y="52136"/>
                  </a:lnTo>
                  <a:lnTo>
                    <a:pt x="702714" y="56671"/>
                  </a:lnTo>
                  <a:lnTo>
                    <a:pt x="703616" y="61205"/>
                  </a:lnTo>
                  <a:lnTo>
                    <a:pt x="704067" y="65783"/>
                  </a:lnTo>
                  <a:lnTo>
                    <a:pt x="704067" y="70406"/>
                  </a:lnTo>
                  <a:lnTo>
                    <a:pt x="704067" y="281627"/>
                  </a:lnTo>
                  <a:lnTo>
                    <a:pt x="704067" y="286249"/>
                  </a:lnTo>
                  <a:lnTo>
                    <a:pt x="703616" y="290828"/>
                  </a:lnTo>
                  <a:lnTo>
                    <a:pt x="702714" y="295362"/>
                  </a:lnTo>
                  <a:lnTo>
                    <a:pt x="701812" y="299896"/>
                  </a:lnTo>
                  <a:lnTo>
                    <a:pt x="700476" y="304299"/>
                  </a:lnTo>
                  <a:lnTo>
                    <a:pt x="698707" y="308570"/>
                  </a:lnTo>
                  <a:lnTo>
                    <a:pt x="696938" y="312841"/>
                  </a:lnTo>
                  <a:lnTo>
                    <a:pt x="694769" y="316899"/>
                  </a:lnTo>
                  <a:lnTo>
                    <a:pt x="692201" y="320742"/>
                  </a:lnTo>
                  <a:lnTo>
                    <a:pt x="689632" y="324586"/>
                  </a:lnTo>
                  <a:lnTo>
                    <a:pt x="672776" y="340167"/>
                  </a:lnTo>
                  <a:lnTo>
                    <a:pt x="668932" y="342736"/>
                  </a:lnTo>
                  <a:lnTo>
                    <a:pt x="664874" y="344905"/>
                  </a:lnTo>
                  <a:lnTo>
                    <a:pt x="660604" y="346674"/>
                  </a:lnTo>
                  <a:lnTo>
                    <a:pt x="656333" y="348443"/>
                  </a:lnTo>
                  <a:lnTo>
                    <a:pt x="651930" y="349778"/>
                  </a:lnTo>
                  <a:lnTo>
                    <a:pt x="647396" y="350680"/>
                  </a:lnTo>
                  <a:lnTo>
                    <a:pt x="642862" y="351582"/>
                  </a:lnTo>
                  <a:lnTo>
                    <a:pt x="638283" y="352033"/>
                  </a:lnTo>
                  <a:lnTo>
                    <a:pt x="633661" y="352033"/>
                  </a:lnTo>
                  <a:lnTo>
                    <a:pt x="70407" y="352033"/>
                  </a:lnTo>
                  <a:lnTo>
                    <a:pt x="65783" y="352033"/>
                  </a:lnTo>
                  <a:lnTo>
                    <a:pt x="61205" y="351582"/>
                  </a:lnTo>
                  <a:lnTo>
                    <a:pt x="31290" y="340168"/>
                  </a:lnTo>
                  <a:lnTo>
                    <a:pt x="27447" y="337599"/>
                  </a:lnTo>
                  <a:lnTo>
                    <a:pt x="11865" y="320742"/>
                  </a:lnTo>
                  <a:lnTo>
                    <a:pt x="9297" y="316899"/>
                  </a:lnTo>
                  <a:lnTo>
                    <a:pt x="7128" y="312841"/>
                  </a:lnTo>
                  <a:lnTo>
                    <a:pt x="5359" y="308570"/>
                  </a:lnTo>
                  <a:lnTo>
                    <a:pt x="3590" y="304299"/>
                  </a:lnTo>
                  <a:lnTo>
                    <a:pt x="2254" y="299896"/>
                  </a:lnTo>
                  <a:lnTo>
                    <a:pt x="1353" y="295362"/>
                  </a:lnTo>
                  <a:lnTo>
                    <a:pt x="450" y="290828"/>
                  </a:lnTo>
                  <a:lnTo>
                    <a:pt x="0" y="286249"/>
                  </a:lnTo>
                  <a:lnTo>
                    <a:pt x="0" y="281627"/>
                  </a:lnTo>
                  <a:lnTo>
                    <a:pt x="0" y="70406"/>
                  </a:lnTo>
                  <a:lnTo>
                    <a:pt x="5359" y="43463"/>
                  </a:lnTo>
                  <a:lnTo>
                    <a:pt x="7128" y="39192"/>
                  </a:lnTo>
                  <a:lnTo>
                    <a:pt x="20621" y="20621"/>
                  </a:lnTo>
                  <a:lnTo>
                    <a:pt x="23890" y="17352"/>
                  </a:lnTo>
                  <a:lnTo>
                    <a:pt x="43463" y="5359"/>
                  </a:lnTo>
                  <a:lnTo>
                    <a:pt x="47734" y="3590"/>
                  </a:lnTo>
                  <a:lnTo>
                    <a:pt x="52136" y="2254"/>
                  </a:lnTo>
                  <a:lnTo>
                    <a:pt x="56671" y="1352"/>
                  </a:lnTo>
                  <a:lnTo>
                    <a:pt x="61205" y="450"/>
                  </a:lnTo>
                  <a:lnTo>
                    <a:pt x="65783" y="0"/>
                  </a:lnTo>
                  <a:lnTo>
                    <a:pt x="70407" y="0"/>
                  </a:lnTo>
                  <a:close/>
                </a:path>
              </a:pathLst>
            </a:custGeom>
            <a:noFill/>
            <a:ln cap="flat" cmpd="sng" w="17600">
              <a:solidFill>
                <a:srgbClr val="0F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" name="Google Shape;154;p5"/>
          <p:cNvSpPr txBox="1"/>
          <p:nvPr/>
        </p:nvSpPr>
        <p:spPr>
          <a:xfrm>
            <a:off x="4297426" y="3936934"/>
            <a:ext cx="603885" cy="137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0FB981"/>
                </a:solidFill>
                <a:latin typeface="Arial"/>
                <a:ea typeface="Arial"/>
                <a:cs typeface="Arial"/>
                <a:sym typeface="Arial"/>
              </a:rPr>
              <a:t>TERMINATED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5" name="Google Shape;155;p5"/>
          <p:cNvGrpSpPr/>
          <p:nvPr/>
        </p:nvGrpSpPr>
        <p:grpSpPr>
          <a:xfrm>
            <a:off x="1298302" y="3246335"/>
            <a:ext cx="2860380" cy="1505585"/>
            <a:chOff x="1298302" y="3246335"/>
            <a:chExt cx="2860380" cy="1505585"/>
          </a:xfrm>
        </p:grpSpPr>
        <p:sp>
          <p:nvSpPr>
            <p:cNvPr id="156" name="Google Shape;156;p5"/>
            <p:cNvSpPr/>
            <p:nvPr/>
          </p:nvSpPr>
          <p:spPr>
            <a:xfrm>
              <a:off x="1298302" y="3998935"/>
              <a:ext cx="528320" cy="0"/>
            </a:xfrm>
            <a:custGeom>
              <a:rect b="b" l="l" r="r" t="t"/>
              <a:pathLst>
                <a:path extrusionOk="0" h="120000" w="528319">
                  <a:moveTo>
                    <a:pt x="0" y="0"/>
                  </a:moveTo>
                  <a:lnTo>
                    <a:pt x="528050" y="0"/>
                  </a:lnTo>
                </a:path>
              </a:pathLst>
            </a:custGeom>
            <a:noFill/>
            <a:ln cap="flat" cmpd="sng" w="132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2395690" y="3246335"/>
              <a:ext cx="885825" cy="1505585"/>
            </a:xfrm>
            <a:custGeom>
              <a:rect b="b" l="l" r="r" t="t"/>
              <a:pathLst>
                <a:path extrusionOk="0" h="1505585" w="885825">
                  <a:moveTo>
                    <a:pt x="28067" y="981684"/>
                  </a:moveTo>
                  <a:lnTo>
                    <a:pt x="5422" y="968095"/>
                  </a:lnTo>
                  <a:lnTo>
                    <a:pt x="0" y="977150"/>
                  </a:lnTo>
                  <a:lnTo>
                    <a:pt x="22631" y="990739"/>
                  </a:lnTo>
                  <a:lnTo>
                    <a:pt x="28067" y="981684"/>
                  </a:lnTo>
                  <a:close/>
                </a:path>
                <a:path extrusionOk="0" h="1505585" w="885825">
                  <a:moveTo>
                    <a:pt x="28067" y="523532"/>
                  </a:moveTo>
                  <a:lnTo>
                    <a:pt x="22631" y="514477"/>
                  </a:lnTo>
                  <a:lnTo>
                    <a:pt x="0" y="528053"/>
                  </a:lnTo>
                  <a:lnTo>
                    <a:pt x="5422" y="537108"/>
                  </a:lnTo>
                  <a:lnTo>
                    <a:pt x="28067" y="523532"/>
                  </a:lnTo>
                  <a:close/>
                </a:path>
                <a:path extrusionOk="0" h="1505585" w="885825">
                  <a:moveTo>
                    <a:pt x="73342" y="1008849"/>
                  </a:moveTo>
                  <a:lnTo>
                    <a:pt x="50711" y="995260"/>
                  </a:lnTo>
                  <a:lnTo>
                    <a:pt x="45275" y="1004328"/>
                  </a:lnTo>
                  <a:lnTo>
                    <a:pt x="67919" y="1017905"/>
                  </a:lnTo>
                  <a:lnTo>
                    <a:pt x="73342" y="1008849"/>
                  </a:lnTo>
                  <a:close/>
                </a:path>
                <a:path extrusionOk="0" h="1505585" w="885825">
                  <a:moveTo>
                    <a:pt x="73342" y="496366"/>
                  </a:moveTo>
                  <a:lnTo>
                    <a:pt x="67919" y="487299"/>
                  </a:lnTo>
                  <a:lnTo>
                    <a:pt x="45275" y="500888"/>
                  </a:lnTo>
                  <a:lnTo>
                    <a:pt x="50711" y="509943"/>
                  </a:lnTo>
                  <a:lnTo>
                    <a:pt x="73342" y="496366"/>
                  </a:lnTo>
                  <a:close/>
                </a:path>
                <a:path extrusionOk="0" h="1505585" w="885825">
                  <a:moveTo>
                    <a:pt x="118630" y="1036015"/>
                  </a:moveTo>
                  <a:lnTo>
                    <a:pt x="95986" y="1022438"/>
                  </a:lnTo>
                  <a:lnTo>
                    <a:pt x="90551" y="1031494"/>
                  </a:lnTo>
                  <a:lnTo>
                    <a:pt x="113195" y="1045070"/>
                  </a:lnTo>
                  <a:lnTo>
                    <a:pt x="118630" y="1036015"/>
                  </a:lnTo>
                  <a:close/>
                </a:path>
                <a:path extrusionOk="0" h="1505585" w="885825">
                  <a:moveTo>
                    <a:pt x="118630" y="469188"/>
                  </a:moveTo>
                  <a:lnTo>
                    <a:pt x="113195" y="460133"/>
                  </a:lnTo>
                  <a:lnTo>
                    <a:pt x="90551" y="473722"/>
                  </a:lnTo>
                  <a:lnTo>
                    <a:pt x="95986" y="482777"/>
                  </a:lnTo>
                  <a:lnTo>
                    <a:pt x="118630" y="469188"/>
                  </a:lnTo>
                  <a:close/>
                </a:path>
                <a:path extrusionOk="0" h="1505585" w="885825">
                  <a:moveTo>
                    <a:pt x="163906" y="1063193"/>
                  </a:moveTo>
                  <a:lnTo>
                    <a:pt x="141262" y="1049604"/>
                  </a:lnTo>
                  <a:lnTo>
                    <a:pt x="135839" y="1058659"/>
                  </a:lnTo>
                  <a:lnTo>
                    <a:pt x="158470" y="1072248"/>
                  </a:lnTo>
                  <a:lnTo>
                    <a:pt x="163906" y="1063193"/>
                  </a:lnTo>
                  <a:close/>
                </a:path>
                <a:path extrusionOk="0" h="1505585" w="885825">
                  <a:moveTo>
                    <a:pt x="163906" y="442023"/>
                  </a:moveTo>
                  <a:lnTo>
                    <a:pt x="158470" y="432968"/>
                  </a:lnTo>
                  <a:lnTo>
                    <a:pt x="135839" y="446557"/>
                  </a:lnTo>
                  <a:lnTo>
                    <a:pt x="141262" y="455612"/>
                  </a:lnTo>
                  <a:lnTo>
                    <a:pt x="163906" y="442023"/>
                  </a:lnTo>
                  <a:close/>
                </a:path>
                <a:path extrusionOk="0" h="1505585" w="885825">
                  <a:moveTo>
                    <a:pt x="209194" y="1090358"/>
                  </a:moveTo>
                  <a:lnTo>
                    <a:pt x="186550" y="1076769"/>
                  </a:lnTo>
                  <a:lnTo>
                    <a:pt x="181114" y="1085824"/>
                  </a:lnTo>
                  <a:lnTo>
                    <a:pt x="203758" y="1099413"/>
                  </a:lnTo>
                  <a:lnTo>
                    <a:pt x="209194" y="1090358"/>
                  </a:lnTo>
                  <a:close/>
                </a:path>
                <a:path extrusionOk="0" h="1505585" w="885825">
                  <a:moveTo>
                    <a:pt x="209194" y="414858"/>
                  </a:moveTo>
                  <a:lnTo>
                    <a:pt x="203758" y="405803"/>
                  </a:lnTo>
                  <a:lnTo>
                    <a:pt x="181114" y="419379"/>
                  </a:lnTo>
                  <a:lnTo>
                    <a:pt x="186550" y="428447"/>
                  </a:lnTo>
                  <a:lnTo>
                    <a:pt x="209194" y="414858"/>
                  </a:lnTo>
                  <a:close/>
                </a:path>
                <a:path extrusionOk="0" h="1505585" w="885825">
                  <a:moveTo>
                    <a:pt x="254469" y="1117523"/>
                  </a:moveTo>
                  <a:lnTo>
                    <a:pt x="231825" y="1103934"/>
                  </a:lnTo>
                  <a:lnTo>
                    <a:pt x="226390" y="1112989"/>
                  </a:lnTo>
                  <a:lnTo>
                    <a:pt x="249034" y="1126578"/>
                  </a:lnTo>
                  <a:lnTo>
                    <a:pt x="254469" y="1117523"/>
                  </a:lnTo>
                  <a:close/>
                </a:path>
                <a:path extrusionOk="0" h="1505585" w="885825">
                  <a:moveTo>
                    <a:pt x="254469" y="387692"/>
                  </a:moveTo>
                  <a:lnTo>
                    <a:pt x="249034" y="378637"/>
                  </a:lnTo>
                  <a:lnTo>
                    <a:pt x="226390" y="392214"/>
                  </a:lnTo>
                  <a:lnTo>
                    <a:pt x="231825" y="401269"/>
                  </a:lnTo>
                  <a:lnTo>
                    <a:pt x="254469" y="387692"/>
                  </a:lnTo>
                  <a:close/>
                </a:path>
                <a:path extrusionOk="0" h="1505585" w="885825">
                  <a:moveTo>
                    <a:pt x="299745" y="1144689"/>
                  </a:moveTo>
                  <a:lnTo>
                    <a:pt x="277114" y="1131112"/>
                  </a:lnTo>
                  <a:lnTo>
                    <a:pt x="271678" y="1140167"/>
                  </a:lnTo>
                  <a:lnTo>
                    <a:pt x="294309" y="1153744"/>
                  </a:lnTo>
                  <a:lnTo>
                    <a:pt x="299745" y="1144689"/>
                  </a:lnTo>
                  <a:close/>
                </a:path>
                <a:path extrusionOk="0" h="1505585" w="885825">
                  <a:moveTo>
                    <a:pt x="299745" y="360514"/>
                  </a:moveTo>
                  <a:lnTo>
                    <a:pt x="294309" y="351459"/>
                  </a:lnTo>
                  <a:lnTo>
                    <a:pt x="271678" y="365048"/>
                  </a:lnTo>
                  <a:lnTo>
                    <a:pt x="277114" y="374103"/>
                  </a:lnTo>
                  <a:lnTo>
                    <a:pt x="299745" y="360514"/>
                  </a:lnTo>
                  <a:close/>
                </a:path>
                <a:path extrusionOk="0" h="1505585" w="885825">
                  <a:moveTo>
                    <a:pt x="345033" y="1171854"/>
                  </a:moveTo>
                  <a:lnTo>
                    <a:pt x="322389" y="1158278"/>
                  </a:lnTo>
                  <a:lnTo>
                    <a:pt x="316953" y="1167333"/>
                  </a:lnTo>
                  <a:lnTo>
                    <a:pt x="339598" y="1180909"/>
                  </a:lnTo>
                  <a:lnTo>
                    <a:pt x="345033" y="1171854"/>
                  </a:lnTo>
                  <a:close/>
                </a:path>
                <a:path extrusionOk="0" h="1505585" w="885825">
                  <a:moveTo>
                    <a:pt x="345033" y="333349"/>
                  </a:moveTo>
                  <a:lnTo>
                    <a:pt x="339598" y="324294"/>
                  </a:lnTo>
                  <a:lnTo>
                    <a:pt x="316953" y="337883"/>
                  </a:lnTo>
                  <a:lnTo>
                    <a:pt x="322389" y="346938"/>
                  </a:lnTo>
                  <a:lnTo>
                    <a:pt x="345033" y="333349"/>
                  </a:lnTo>
                  <a:close/>
                </a:path>
                <a:path extrusionOk="0" h="1505585" w="885825">
                  <a:moveTo>
                    <a:pt x="390309" y="1199032"/>
                  </a:moveTo>
                  <a:lnTo>
                    <a:pt x="367665" y="1185443"/>
                  </a:lnTo>
                  <a:lnTo>
                    <a:pt x="362229" y="1194498"/>
                  </a:lnTo>
                  <a:lnTo>
                    <a:pt x="384873" y="1208087"/>
                  </a:lnTo>
                  <a:lnTo>
                    <a:pt x="390309" y="1199032"/>
                  </a:lnTo>
                  <a:close/>
                </a:path>
                <a:path extrusionOk="0" h="1505585" w="885825">
                  <a:moveTo>
                    <a:pt x="390309" y="306184"/>
                  </a:moveTo>
                  <a:lnTo>
                    <a:pt x="384873" y="297129"/>
                  </a:lnTo>
                  <a:lnTo>
                    <a:pt x="362229" y="310718"/>
                  </a:lnTo>
                  <a:lnTo>
                    <a:pt x="367665" y="319773"/>
                  </a:lnTo>
                  <a:lnTo>
                    <a:pt x="390309" y="306184"/>
                  </a:lnTo>
                  <a:close/>
                </a:path>
                <a:path extrusionOk="0" h="1505585" w="885825">
                  <a:moveTo>
                    <a:pt x="435584" y="1226197"/>
                  </a:moveTo>
                  <a:lnTo>
                    <a:pt x="412953" y="1212608"/>
                  </a:lnTo>
                  <a:lnTo>
                    <a:pt x="407517" y="1221663"/>
                  </a:lnTo>
                  <a:lnTo>
                    <a:pt x="430149" y="1235252"/>
                  </a:lnTo>
                  <a:lnTo>
                    <a:pt x="435584" y="1226197"/>
                  </a:lnTo>
                  <a:close/>
                </a:path>
                <a:path extrusionOk="0" h="1505585" w="885825">
                  <a:moveTo>
                    <a:pt x="435584" y="279019"/>
                  </a:moveTo>
                  <a:lnTo>
                    <a:pt x="430149" y="269963"/>
                  </a:lnTo>
                  <a:lnTo>
                    <a:pt x="407517" y="283540"/>
                  </a:lnTo>
                  <a:lnTo>
                    <a:pt x="412953" y="292595"/>
                  </a:lnTo>
                  <a:lnTo>
                    <a:pt x="435584" y="279019"/>
                  </a:lnTo>
                  <a:close/>
                </a:path>
                <a:path extrusionOk="0" h="1505585" w="885825">
                  <a:moveTo>
                    <a:pt x="480872" y="1253363"/>
                  </a:moveTo>
                  <a:lnTo>
                    <a:pt x="458228" y="1239774"/>
                  </a:lnTo>
                  <a:lnTo>
                    <a:pt x="452793" y="1248829"/>
                  </a:lnTo>
                  <a:lnTo>
                    <a:pt x="475437" y="1262418"/>
                  </a:lnTo>
                  <a:lnTo>
                    <a:pt x="480872" y="1253363"/>
                  </a:lnTo>
                  <a:close/>
                </a:path>
                <a:path extrusionOk="0" h="1505585" w="885825">
                  <a:moveTo>
                    <a:pt x="480872" y="251853"/>
                  </a:moveTo>
                  <a:lnTo>
                    <a:pt x="475437" y="242798"/>
                  </a:lnTo>
                  <a:lnTo>
                    <a:pt x="452793" y="256374"/>
                  </a:lnTo>
                  <a:lnTo>
                    <a:pt x="458228" y="265430"/>
                  </a:lnTo>
                  <a:lnTo>
                    <a:pt x="480872" y="251853"/>
                  </a:lnTo>
                  <a:close/>
                </a:path>
                <a:path extrusionOk="0" h="1505585" w="885825">
                  <a:moveTo>
                    <a:pt x="526148" y="1280528"/>
                  </a:moveTo>
                  <a:lnTo>
                    <a:pt x="503504" y="1266952"/>
                  </a:lnTo>
                  <a:lnTo>
                    <a:pt x="498068" y="1276007"/>
                  </a:lnTo>
                  <a:lnTo>
                    <a:pt x="520712" y="1289583"/>
                  </a:lnTo>
                  <a:lnTo>
                    <a:pt x="526148" y="1280528"/>
                  </a:lnTo>
                  <a:close/>
                </a:path>
                <a:path extrusionOk="0" h="1505585" w="885825">
                  <a:moveTo>
                    <a:pt x="526148" y="224675"/>
                  </a:moveTo>
                  <a:lnTo>
                    <a:pt x="520712" y="215620"/>
                  </a:lnTo>
                  <a:lnTo>
                    <a:pt x="498068" y="229209"/>
                  </a:lnTo>
                  <a:lnTo>
                    <a:pt x="503504" y="238264"/>
                  </a:lnTo>
                  <a:lnTo>
                    <a:pt x="526148" y="224675"/>
                  </a:lnTo>
                  <a:close/>
                </a:path>
                <a:path extrusionOk="0" h="1505585" w="885825">
                  <a:moveTo>
                    <a:pt x="571423" y="1307693"/>
                  </a:moveTo>
                  <a:lnTo>
                    <a:pt x="548792" y="1294117"/>
                  </a:lnTo>
                  <a:lnTo>
                    <a:pt x="543356" y="1303172"/>
                  </a:lnTo>
                  <a:lnTo>
                    <a:pt x="565988" y="1316748"/>
                  </a:lnTo>
                  <a:lnTo>
                    <a:pt x="571423" y="1307693"/>
                  </a:lnTo>
                  <a:close/>
                </a:path>
                <a:path extrusionOk="0" h="1505585" w="885825">
                  <a:moveTo>
                    <a:pt x="571423" y="197510"/>
                  </a:moveTo>
                  <a:lnTo>
                    <a:pt x="565988" y="188455"/>
                  </a:lnTo>
                  <a:lnTo>
                    <a:pt x="543356" y="202044"/>
                  </a:lnTo>
                  <a:lnTo>
                    <a:pt x="548792" y="211099"/>
                  </a:lnTo>
                  <a:lnTo>
                    <a:pt x="571423" y="197510"/>
                  </a:lnTo>
                  <a:close/>
                </a:path>
                <a:path extrusionOk="0" h="1505585" w="885825">
                  <a:moveTo>
                    <a:pt x="616712" y="1334871"/>
                  </a:moveTo>
                  <a:lnTo>
                    <a:pt x="594067" y="1321282"/>
                  </a:lnTo>
                  <a:lnTo>
                    <a:pt x="588632" y="1330337"/>
                  </a:lnTo>
                  <a:lnTo>
                    <a:pt x="611276" y="1343926"/>
                  </a:lnTo>
                  <a:lnTo>
                    <a:pt x="616712" y="1334871"/>
                  </a:lnTo>
                  <a:close/>
                </a:path>
                <a:path extrusionOk="0" h="1505585" w="885825">
                  <a:moveTo>
                    <a:pt x="616712" y="170345"/>
                  </a:moveTo>
                  <a:lnTo>
                    <a:pt x="611276" y="161290"/>
                  </a:lnTo>
                  <a:lnTo>
                    <a:pt x="588632" y="174879"/>
                  </a:lnTo>
                  <a:lnTo>
                    <a:pt x="594067" y="183934"/>
                  </a:lnTo>
                  <a:lnTo>
                    <a:pt x="616712" y="170345"/>
                  </a:lnTo>
                  <a:close/>
                </a:path>
                <a:path extrusionOk="0" h="1505585" w="885825">
                  <a:moveTo>
                    <a:pt x="661987" y="1362036"/>
                  </a:moveTo>
                  <a:lnTo>
                    <a:pt x="639343" y="1348447"/>
                  </a:lnTo>
                  <a:lnTo>
                    <a:pt x="633920" y="1357503"/>
                  </a:lnTo>
                  <a:lnTo>
                    <a:pt x="656551" y="1371092"/>
                  </a:lnTo>
                  <a:lnTo>
                    <a:pt x="661987" y="1362036"/>
                  </a:lnTo>
                  <a:close/>
                </a:path>
                <a:path extrusionOk="0" h="1505585" w="885825">
                  <a:moveTo>
                    <a:pt x="661987" y="143179"/>
                  </a:moveTo>
                  <a:lnTo>
                    <a:pt x="656551" y="134124"/>
                  </a:lnTo>
                  <a:lnTo>
                    <a:pt x="633920" y="147701"/>
                  </a:lnTo>
                  <a:lnTo>
                    <a:pt x="639343" y="156756"/>
                  </a:lnTo>
                  <a:lnTo>
                    <a:pt x="661987" y="143179"/>
                  </a:lnTo>
                  <a:close/>
                </a:path>
                <a:path extrusionOk="0" h="1505585" w="885825">
                  <a:moveTo>
                    <a:pt x="707263" y="1389202"/>
                  </a:moveTo>
                  <a:lnTo>
                    <a:pt x="684631" y="1375613"/>
                  </a:lnTo>
                  <a:lnTo>
                    <a:pt x="679196" y="1384681"/>
                  </a:lnTo>
                  <a:lnTo>
                    <a:pt x="701840" y="1398257"/>
                  </a:lnTo>
                  <a:lnTo>
                    <a:pt x="707263" y="1389202"/>
                  </a:lnTo>
                  <a:close/>
                </a:path>
                <a:path extrusionOk="0" h="1505585" w="885825">
                  <a:moveTo>
                    <a:pt x="707263" y="116014"/>
                  </a:moveTo>
                  <a:lnTo>
                    <a:pt x="701840" y="106959"/>
                  </a:lnTo>
                  <a:lnTo>
                    <a:pt x="679196" y="120535"/>
                  </a:lnTo>
                  <a:lnTo>
                    <a:pt x="684631" y="129590"/>
                  </a:lnTo>
                  <a:lnTo>
                    <a:pt x="707263" y="116014"/>
                  </a:lnTo>
                  <a:close/>
                </a:path>
                <a:path extrusionOk="0" h="1505585" w="885825">
                  <a:moveTo>
                    <a:pt x="752551" y="1416367"/>
                  </a:moveTo>
                  <a:lnTo>
                    <a:pt x="729907" y="1402791"/>
                  </a:lnTo>
                  <a:lnTo>
                    <a:pt x="724471" y="1411846"/>
                  </a:lnTo>
                  <a:lnTo>
                    <a:pt x="747115" y="1425422"/>
                  </a:lnTo>
                  <a:lnTo>
                    <a:pt x="752551" y="1416367"/>
                  </a:lnTo>
                  <a:close/>
                </a:path>
                <a:path extrusionOk="0" h="1505585" w="885825">
                  <a:moveTo>
                    <a:pt x="752551" y="88836"/>
                  </a:moveTo>
                  <a:lnTo>
                    <a:pt x="747115" y="79781"/>
                  </a:lnTo>
                  <a:lnTo>
                    <a:pt x="724471" y="93370"/>
                  </a:lnTo>
                  <a:lnTo>
                    <a:pt x="729907" y="102425"/>
                  </a:lnTo>
                  <a:lnTo>
                    <a:pt x="752551" y="88836"/>
                  </a:lnTo>
                  <a:close/>
                </a:path>
                <a:path extrusionOk="0" h="1505585" w="885825">
                  <a:moveTo>
                    <a:pt x="797826" y="1443532"/>
                  </a:moveTo>
                  <a:lnTo>
                    <a:pt x="775182" y="1429956"/>
                  </a:lnTo>
                  <a:lnTo>
                    <a:pt x="769759" y="1439011"/>
                  </a:lnTo>
                  <a:lnTo>
                    <a:pt x="792391" y="1452600"/>
                  </a:lnTo>
                  <a:lnTo>
                    <a:pt x="797826" y="1443532"/>
                  </a:lnTo>
                  <a:close/>
                </a:path>
                <a:path extrusionOk="0" h="1505585" w="885825">
                  <a:moveTo>
                    <a:pt x="797826" y="61671"/>
                  </a:moveTo>
                  <a:lnTo>
                    <a:pt x="792391" y="52616"/>
                  </a:lnTo>
                  <a:lnTo>
                    <a:pt x="769759" y="66205"/>
                  </a:lnTo>
                  <a:lnTo>
                    <a:pt x="775182" y="75260"/>
                  </a:lnTo>
                  <a:lnTo>
                    <a:pt x="797826" y="61671"/>
                  </a:lnTo>
                  <a:close/>
                </a:path>
                <a:path extrusionOk="0" h="1505585" w="885825">
                  <a:moveTo>
                    <a:pt x="843102" y="1470710"/>
                  </a:moveTo>
                  <a:lnTo>
                    <a:pt x="820470" y="1457121"/>
                  </a:lnTo>
                  <a:lnTo>
                    <a:pt x="815035" y="1466176"/>
                  </a:lnTo>
                  <a:lnTo>
                    <a:pt x="837679" y="1479765"/>
                  </a:lnTo>
                  <a:lnTo>
                    <a:pt x="843102" y="1470710"/>
                  </a:lnTo>
                  <a:close/>
                </a:path>
                <a:path extrusionOk="0" h="1505585" w="885825">
                  <a:moveTo>
                    <a:pt x="843102" y="34505"/>
                  </a:moveTo>
                  <a:lnTo>
                    <a:pt x="837679" y="25450"/>
                  </a:lnTo>
                  <a:lnTo>
                    <a:pt x="815035" y="39027"/>
                  </a:lnTo>
                  <a:lnTo>
                    <a:pt x="820470" y="48094"/>
                  </a:lnTo>
                  <a:lnTo>
                    <a:pt x="843102" y="34505"/>
                  </a:lnTo>
                  <a:close/>
                </a:path>
                <a:path extrusionOk="0" h="1505585" w="885825">
                  <a:moveTo>
                    <a:pt x="885507" y="1496148"/>
                  </a:moveTo>
                  <a:lnTo>
                    <a:pt x="865746" y="1484287"/>
                  </a:lnTo>
                  <a:lnTo>
                    <a:pt x="860310" y="1493342"/>
                  </a:lnTo>
                  <a:lnTo>
                    <a:pt x="880084" y="1505204"/>
                  </a:lnTo>
                  <a:lnTo>
                    <a:pt x="885507" y="1496148"/>
                  </a:lnTo>
                  <a:close/>
                </a:path>
                <a:path extrusionOk="0" h="1505585" w="885825">
                  <a:moveTo>
                    <a:pt x="885507" y="9067"/>
                  </a:moveTo>
                  <a:lnTo>
                    <a:pt x="880084" y="0"/>
                  </a:lnTo>
                  <a:lnTo>
                    <a:pt x="860310" y="11861"/>
                  </a:lnTo>
                  <a:lnTo>
                    <a:pt x="865746" y="20916"/>
                  </a:lnTo>
                  <a:lnTo>
                    <a:pt x="885507" y="906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2662433" y="3250863"/>
              <a:ext cx="616585" cy="1496695"/>
            </a:xfrm>
            <a:custGeom>
              <a:rect b="b" l="l" r="r" t="t"/>
              <a:pathLst>
                <a:path extrusionOk="0" h="1496695" w="616585">
                  <a:moveTo>
                    <a:pt x="616059" y="0"/>
                  </a:moveTo>
                  <a:lnTo>
                    <a:pt x="0" y="528050"/>
                  </a:lnTo>
                </a:path>
                <a:path extrusionOk="0" h="1496695" w="616585">
                  <a:moveTo>
                    <a:pt x="616059" y="1496143"/>
                  </a:moveTo>
                  <a:lnTo>
                    <a:pt x="0" y="968092"/>
                  </a:lnTo>
                </a:path>
              </a:pathLst>
            </a:custGeom>
            <a:noFill/>
            <a:ln cap="flat" cmpd="sng" w="105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2706437" y="3998935"/>
              <a:ext cx="1452245" cy="0"/>
            </a:xfrm>
            <a:custGeom>
              <a:rect b="b" l="l" r="r" t="t"/>
              <a:pathLst>
                <a:path extrusionOk="0" h="120000" w="1452245">
                  <a:moveTo>
                    <a:pt x="0" y="0"/>
                  </a:moveTo>
                  <a:lnTo>
                    <a:pt x="1452139" y="0"/>
                  </a:lnTo>
                </a:path>
              </a:pathLst>
            </a:custGeom>
            <a:noFill/>
            <a:ln cap="flat" cmpd="sng" w="132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0" name="Google Shape;160;p5"/>
          <p:cNvSpPr txBox="1"/>
          <p:nvPr/>
        </p:nvSpPr>
        <p:spPr>
          <a:xfrm>
            <a:off x="5473700" y="3135550"/>
            <a:ext cx="4690110" cy="670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Understanding Scheduler Blockers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JVM threads are schedulable entities mapping directly to OS threads.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Real-world profiling requires tracking exactly what stalls them: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61" name="Google Shape;16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40374" y="3984625"/>
            <a:ext cx="50800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5"/>
          <p:cNvSpPr txBox="1"/>
          <p:nvPr/>
        </p:nvSpPr>
        <p:spPr>
          <a:xfrm>
            <a:off x="5702299" y="3883480"/>
            <a:ext cx="4491990" cy="1083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BLOCKED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Specifically parked waiting to enter a Java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7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94A2B8"/>
                </a:solidFill>
                <a:latin typeface="Courier New"/>
                <a:ea typeface="Courier New"/>
                <a:cs typeface="Courier New"/>
                <a:sym typeface="Courier New"/>
              </a:rPr>
              <a:t>synchronized </a:t>
            </a: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block or monitor.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07700"/>
              </a:lnSpc>
              <a:spcBef>
                <a:spcPts val="505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WAITING 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TIMED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_</a:t>
            </a: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WAITING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Thread has yielded its scheduling slice via </a:t>
            </a:r>
            <a:r>
              <a:rPr lang="en-US" sz="1050">
                <a:solidFill>
                  <a:srgbClr val="94A2B8"/>
                </a:solidFill>
                <a:latin typeface="Courier New"/>
                <a:ea typeface="Courier New"/>
                <a:cs typeface="Courier New"/>
                <a:sym typeface="Courier New"/>
              </a:rPr>
              <a:t>Object.wait()</a:t>
            </a: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050">
                <a:solidFill>
                  <a:srgbClr val="94A2B8"/>
                </a:solidFill>
                <a:latin typeface="Courier New"/>
                <a:ea typeface="Courier New"/>
                <a:cs typeface="Courier New"/>
                <a:sym typeface="Courier New"/>
              </a:rPr>
              <a:t>Thread.join()</a:t>
            </a: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or </a:t>
            </a:r>
            <a:r>
              <a:rPr lang="en-US" sz="1050">
                <a:solidFill>
                  <a:srgbClr val="94A2B8"/>
                </a:solidFill>
                <a:latin typeface="Courier New"/>
                <a:ea typeface="Courier New"/>
                <a:cs typeface="Courier New"/>
                <a:sym typeface="Courier New"/>
              </a:rPr>
              <a:t>LockSupport.park()</a:t>
            </a: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It requires an explicit signal (notify/unpark) to return to RUNNABLE.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63" name="Google Shape;16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40374" y="4451350"/>
            <a:ext cx="50800" cy="8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68" name="Google Shape;168;p6"/>
          <p:cNvSpPr txBox="1"/>
          <p:nvPr>
            <p:ph type="title"/>
          </p:nvPr>
        </p:nvSpPr>
        <p:spPr>
          <a:xfrm>
            <a:off x="463549" y="409883"/>
            <a:ext cx="3459479" cy="353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FF8B00"/>
                </a:solidFill>
              </a:rPr>
              <a:t>06. </a:t>
            </a:r>
            <a:r>
              <a:rPr lang="en-US"/>
              <a:t>Handling Thread Failures</a:t>
            </a:r>
            <a:endParaRPr sz="2050"/>
          </a:p>
        </p:txBody>
      </p:sp>
      <p:grpSp>
        <p:nvGrpSpPr>
          <p:cNvPr id="169" name="Google Shape;169;p6"/>
          <p:cNvGrpSpPr/>
          <p:nvPr/>
        </p:nvGrpSpPr>
        <p:grpSpPr>
          <a:xfrm>
            <a:off x="9020174" y="495294"/>
            <a:ext cx="1190625" cy="228605"/>
            <a:chOff x="9020174" y="495294"/>
            <a:chExt cx="1190625" cy="228605"/>
          </a:xfrm>
        </p:grpSpPr>
        <p:sp>
          <p:nvSpPr>
            <p:cNvPr id="170" name="Google Shape;170;p6"/>
            <p:cNvSpPr/>
            <p:nvPr/>
          </p:nvSpPr>
          <p:spPr>
            <a:xfrm>
              <a:off x="9020174" y="495294"/>
              <a:ext cx="1190625" cy="228600"/>
            </a:xfrm>
            <a:custGeom>
              <a:rect b="b" l="l" r="r" t="t"/>
              <a:pathLst>
                <a:path extrusionOk="0" h="228600" w="1190625">
                  <a:moveTo>
                    <a:pt x="1076324" y="228599"/>
                  </a:moveTo>
                  <a:lnTo>
                    <a:pt x="114299" y="228599"/>
                  </a:lnTo>
                  <a:lnTo>
                    <a:pt x="103039" y="228056"/>
                  </a:lnTo>
                  <a:lnTo>
                    <a:pt x="60363" y="215088"/>
                  </a:lnTo>
                  <a:lnTo>
                    <a:pt x="25899" y="186775"/>
                  </a:lnTo>
                  <a:lnTo>
                    <a:pt x="4892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0" y="60364"/>
                  </a:lnTo>
                  <a:lnTo>
                    <a:pt x="41822" y="25900"/>
                  </a:lnTo>
                  <a:lnTo>
                    <a:pt x="81168" y="4894"/>
                  </a:lnTo>
                  <a:lnTo>
                    <a:pt x="114299" y="0"/>
                  </a:lnTo>
                  <a:lnTo>
                    <a:pt x="1076324" y="0"/>
                  </a:lnTo>
                  <a:lnTo>
                    <a:pt x="1120064" y="8700"/>
                  </a:lnTo>
                  <a:lnTo>
                    <a:pt x="1157146" y="33477"/>
                  </a:lnTo>
                  <a:lnTo>
                    <a:pt x="1181922" y="70559"/>
                  </a:lnTo>
                  <a:lnTo>
                    <a:pt x="1190624" y="114299"/>
                  </a:lnTo>
                  <a:lnTo>
                    <a:pt x="1190080" y="125559"/>
                  </a:lnTo>
                  <a:lnTo>
                    <a:pt x="1177111" y="168235"/>
                  </a:lnTo>
                  <a:lnTo>
                    <a:pt x="1148800" y="202699"/>
                  </a:lnTo>
                  <a:lnTo>
                    <a:pt x="1109453" y="223705"/>
                  </a:lnTo>
                  <a:lnTo>
                    <a:pt x="1076324" y="228599"/>
                  </a:lnTo>
                  <a:close/>
                </a:path>
              </a:pathLst>
            </a:custGeom>
            <a:solidFill>
              <a:srgbClr val="0567E1">
                <a:alpha val="1215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6"/>
            <p:cNvSpPr/>
            <p:nvPr/>
          </p:nvSpPr>
          <p:spPr>
            <a:xfrm>
              <a:off x="9020174" y="495299"/>
              <a:ext cx="1190625" cy="228600"/>
            </a:xfrm>
            <a:custGeom>
              <a:rect b="b" l="l" r="r" t="t"/>
              <a:pathLst>
                <a:path extrusionOk="0" h="228600" w="1190625">
                  <a:moveTo>
                    <a:pt x="1076324" y="228599"/>
                  </a:moveTo>
                  <a:lnTo>
                    <a:pt x="114299" y="228599"/>
                  </a:lnTo>
                  <a:lnTo>
                    <a:pt x="103039" y="228056"/>
                  </a:lnTo>
                  <a:lnTo>
                    <a:pt x="60363" y="215088"/>
                  </a:lnTo>
                  <a:lnTo>
                    <a:pt x="25899" y="186775"/>
                  </a:lnTo>
                  <a:lnTo>
                    <a:pt x="4892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0" y="60364"/>
                  </a:lnTo>
                  <a:lnTo>
                    <a:pt x="41822" y="25900"/>
                  </a:lnTo>
                  <a:lnTo>
                    <a:pt x="81168" y="4894"/>
                  </a:lnTo>
                  <a:lnTo>
                    <a:pt x="114299" y="0"/>
                  </a:lnTo>
                  <a:lnTo>
                    <a:pt x="1076324" y="0"/>
                  </a:lnTo>
                  <a:lnTo>
                    <a:pt x="1120064" y="8700"/>
                  </a:lnTo>
                  <a:lnTo>
                    <a:pt x="1121811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121179"/>
                  </a:lnTo>
                  <a:lnTo>
                    <a:pt x="20133" y="160751"/>
                  </a:lnTo>
                  <a:lnTo>
                    <a:pt x="45077" y="193251"/>
                  </a:lnTo>
                  <a:lnTo>
                    <a:pt x="80560" y="213732"/>
                  </a:lnTo>
                  <a:lnTo>
                    <a:pt x="107420" y="219074"/>
                  </a:lnTo>
                  <a:lnTo>
                    <a:pt x="1121810" y="219074"/>
                  </a:lnTo>
                  <a:lnTo>
                    <a:pt x="1120064" y="219899"/>
                  </a:lnTo>
                  <a:lnTo>
                    <a:pt x="1109453" y="223705"/>
                  </a:lnTo>
                  <a:lnTo>
                    <a:pt x="1098626" y="226424"/>
                  </a:lnTo>
                  <a:lnTo>
                    <a:pt x="1087583" y="228056"/>
                  </a:lnTo>
                  <a:lnTo>
                    <a:pt x="1076324" y="228599"/>
                  </a:lnTo>
                  <a:close/>
                </a:path>
                <a:path extrusionOk="0" h="228600" w="1190625">
                  <a:moveTo>
                    <a:pt x="1121810" y="219074"/>
                  </a:moveTo>
                  <a:lnTo>
                    <a:pt x="1083204" y="219074"/>
                  </a:lnTo>
                  <a:lnTo>
                    <a:pt x="1090017" y="218403"/>
                  </a:lnTo>
                  <a:lnTo>
                    <a:pt x="1103512" y="215719"/>
                  </a:lnTo>
                  <a:lnTo>
                    <a:pt x="1140254" y="197595"/>
                  </a:lnTo>
                  <a:lnTo>
                    <a:pt x="1167263" y="166789"/>
                  </a:lnTo>
                  <a:lnTo>
                    <a:pt x="1180428" y="127993"/>
                  </a:lnTo>
                  <a:lnTo>
                    <a:pt x="1181099" y="121179"/>
                  </a:lnTo>
                  <a:lnTo>
                    <a:pt x="1181099" y="107420"/>
                  </a:lnTo>
                  <a:lnTo>
                    <a:pt x="1170491" y="67848"/>
                  </a:lnTo>
                  <a:lnTo>
                    <a:pt x="1145547" y="35348"/>
                  </a:lnTo>
                  <a:lnTo>
                    <a:pt x="1110064" y="14867"/>
                  </a:lnTo>
                  <a:lnTo>
                    <a:pt x="1083204" y="9524"/>
                  </a:lnTo>
                  <a:lnTo>
                    <a:pt x="1121811" y="9524"/>
                  </a:lnTo>
                  <a:lnTo>
                    <a:pt x="1157146" y="33477"/>
                  </a:lnTo>
                  <a:lnTo>
                    <a:pt x="1181922" y="70559"/>
                  </a:lnTo>
                  <a:lnTo>
                    <a:pt x="1190624" y="114299"/>
                  </a:lnTo>
                  <a:lnTo>
                    <a:pt x="1190080" y="125559"/>
                  </a:lnTo>
                  <a:lnTo>
                    <a:pt x="1177111" y="168235"/>
                  </a:lnTo>
                  <a:lnTo>
                    <a:pt x="1148800" y="202699"/>
                  </a:lnTo>
                  <a:lnTo>
                    <a:pt x="1130259" y="215088"/>
                  </a:lnTo>
                  <a:lnTo>
                    <a:pt x="1121810" y="219074"/>
                  </a:lnTo>
                  <a:close/>
                </a:path>
              </a:pathLst>
            </a:custGeom>
            <a:solidFill>
              <a:srgbClr val="0567E1">
                <a:alpha val="3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2" name="Google Shape;172;p6"/>
          <p:cNvSpPr txBox="1"/>
          <p:nvPr/>
        </p:nvSpPr>
        <p:spPr>
          <a:xfrm>
            <a:off x="9133830" y="523830"/>
            <a:ext cx="951865" cy="159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567E1"/>
                </a:solidFill>
                <a:latin typeface="Arial"/>
                <a:ea typeface="Arial"/>
                <a:cs typeface="Arial"/>
                <a:sym typeface="Arial"/>
              </a:rPr>
              <a:t>F OU N DATI ON S</a:t>
            </a:r>
            <a:endParaRPr sz="8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3" name="Google Shape;173;p6"/>
          <p:cNvGrpSpPr/>
          <p:nvPr/>
        </p:nvGrpSpPr>
        <p:grpSpPr>
          <a:xfrm>
            <a:off x="476249" y="4095748"/>
            <a:ext cx="4724400" cy="685800"/>
            <a:chOff x="476249" y="4095748"/>
            <a:chExt cx="4724400" cy="685800"/>
          </a:xfrm>
        </p:grpSpPr>
        <p:sp>
          <p:nvSpPr>
            <p:cNvPr id="174" name="Google Shape;174;p6"/>
            <p:cNvSpPr/>
            <p:nvPr/>
          </p:nvSpPr>
          <p:spPr>
            <a:xfrm>
              <a:off x="495299" y="4095748"/>
              <a:ext cx="4705350" cy="685800"/>
            </a:xfrm>
            <a:custGeom>
              <a:rect b="b" l="l" r="r" t="t"/>
              <a:pathLst>
                <a:path extrusionOk="0" h="685800" w="4705350">
                  <a:moveTo>
                    <a:pt x="4634152" y="685799"/>
                  </a:moveTo>
                  <a:lnTo>
                    <a:pt x="0" y="685799"/>
                  </a:lnTo>
                  <a:lnTo>
                    <a:pt x="0" y="0"/>
                  </a:lnTo>
                  <a:lnTo>
                    <a:pt x="4634152" y="0"/>
                  </a:lnTo>
                  <a:lnTo>
                    <a:pt x="4639107" y="488"/>
                  </a:lnTo>
                  <a:lnTo>
                    <a:pt x="4675643" y="15617"/>
                  </a:lnTo>
                  <a:lnTo>
                    <a:pt x="4701463" y="51653"/>
                  </a:lnTo>
                  <a:lnTo>
                    <a:pt x="4705349" y="71195"/>
                  </a:lnTo>
                  <a:lnTo>
                    <a:pt x="4705349" y="614599"/>
                  </a:lnTo>
                  <a:lnTo>
                    <a:pt x="4689727" y="656090"/>
                  </a:lnTo>
                  <a:lnTo>
                    <a:pt x="4653687" y="681911"/>
                  </a:lnTo>
                  <a:lnTo>
                    <a:pt x="4634152" y="685799"/>
                  </a:lnTo>
                  <a:close/>
                </a:path>
              </a:pathLst>
            </a:custGeom>
            <a:solidFill>
              <a:srgbClr val="151C3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6"/>
            <p:cNvSpPr/>
            <p:nvPr/>
          </p:nvSpPr>
          <p:spPr>
            <a:xfrm>
              <a:off x="476249" y="4095748"/>
              <a:ext cx="38100" cy="685800"/>
            </a:xfrm>
            <a:custGeom>
              <a:rect b="b" l="l" r="r" t="t"/>
              <a:pathLst>
                <a:path extrusionOk="0" h="685800" w="38100">
                  <a:moveTo>
                    <a:pt x="38099" y="685799"/>
                  </a:moveTo>
                  <a:lnTo>
                    <a:pt x="0" y="6857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685799"/>
                  </a:lnTo>
                  <a:close/>
                </a:path>
              </a:pathLst>
            </a:custGeom>
            <a:solidFill>
              <a:srgbClr val="FF8B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6" name="Google Shape;176;p6"/>
          <p:cNvSpPr txBox="1"/>
          <p:nvPr/>
        </p:nvSpPr>
        <p:spPr>
          <a:xfrm>
            <a:off x="463549" y="3297475"/>
            <a:ext cx="4617720" cy="661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Silent Asynchronous Crashes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Try-catch blocks wrapped around thread spawn actions cannot trap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runtime failures within the executing thread' s parallel stack.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7" name="Google Shape;177;p6"/>
          <p:cNvSpPr txBox="1"/>
          <p:nvPr/>
        </p:nvSpPr>
        <p:spPr>
          <a:xfrm>
            <a:off x="654050" y="4215512"/>
            <a:ext cx="3969385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3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Without a registered handler</a:t>
            </a:r>
            <a:r>
              <a:rPr lang="en-US" sz="10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1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uncaught exceptions print to stderr</a:t>
            </a:r>
            <a:r>
              <a:rPr lang="en-US" sz="10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1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leaving threads terminated and downstream resources hung</a:t>
            </a:r>
            <a:r>
              <a:rPr lang="en-US" sz="10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0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78" name="Google Shape;178;p6"/>
          <p:cNvGrpSpPr/>
          <p:nvPr/>
        </p:nvGrpSpPr>
        <p:grpSpPr>
          <a:xfrm>
            <a:off x="5491161" y="2814635"/>
            <a:ext cx="4714875" cy="2524125"/>
            <a:chOff x="5491161" y="2814635"/>
            <a:chExt cx="4714875" cy="2524125"/>
          </a:xfrm>
        </p:grpSpPr>
        <p:sp>
          <p:nvSpPr>
            <p:cNvPr id="179" name="Google Shape;179;p6"/>
            <p:cNvSpPr/>
            <p:nvPr/>
          </p:nvSpPr>
          <p:spPr>
            <a:xfrm>
              <a:off x="5491161" y="2814635"/>
              <a:ext cx="4714875" cy="2524125"/>
            </a:xfrm>
            <a:custGeom>
              <a:rect b="b" l="l" r="r" t="t"/>
              <a:pathLst>
                <a:path extrusionOk="0" h="2524125" w="4714875">
                  <a:moveTo>
                    <a:pt x="0" y="2452687"/>
                  </a:moveTo>
                  <a:lnTo>
                    <a:pt x="0" y="71437"/>
                  </a:lnTo>
                  <a:lnTo>
                    <a:pt x="0" y="66744"/>
                  </a:lnTo>
                  <a:lnTo>
                    <a:pt x="457" y="62098"/>
                  </a:lnTo>
                  <a:lnTo>
                    <a:pt x="1372" y="57498"/>
                  </a:lnTo>
                  <a:lnTo>
                    <a:pt x="2287" y="52898"/>
                  </a:lnTo>
                  <a:lnTo>
                    <a:pt x="3642" y="48429"/>
                  </a:lnTo>
                  <a:lnTo>
                    <a:pt x="5437" y="44095"/>
                  </a:lnTo>
                  <a:lnTo>
                    <a:pt x="7232" y="39760"/>
                  </a:lnTo>
                  <a:lnTo>
                    <a:pt x="9433" y="35644"/>
                  </a:lnTo>
                  <a:lnTo>
                    <a:pt x="12039" y="31742"/>
                  </a:lnTo>
                  <a:lnTo>
                    <a:pt x="14645" y="27840"/>
                  </a:lnTo>
                  <a:lnTo>
                    <a:pt x="17607" y="24235"/>
                  </a:lnTo>
                  <a:lnTo>
                    <a:pt x="20923" y="20919"/>
                  </a:lnTo>
                  <a:lnTo>
                    <a:pt x="24240" y="17603"/>
                  </a:lnTo>
                  <a:lnTo>
                    <a:pt x="27848" y="14640"/>
                  </a:lnTo>
                  <a:lnTo>
                    <a:pt x="31749" y="12036"/>
                  </a:lnTo>
                  <a:lnTo>
                    <a:pt x="35649" y="9426"/>
                  </a:lnTo>
                  <a:lnTo>
                    <a:pt x="39766" y="7227"/>
                  </a:lnTo>
                  <a:lnTo>
                    <a:pt x="44100" y="5432"/>
                  </a:lnTo>
                  <a:lnTo>
                    <a:pt x="48433" y="3636"/>
                  </a:lnTo>
                  <a:lnTo>
                    <a:pt x="52900" y="2283"/>
                  </a:lnTo>
                  <a:lnTo>
                    <a:pt x="57501" y="1367"/>
                  </a:lnTo>
                  <a:lnTo>
                    <a:pt x="62101" y="456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4643437" y="0"/>
                  </a:lnTo>
                  <a:lnTo>
                    <a:pt x="4648126" y="0"/>
                  </a:lnTo>
                  <a:lnTo>
                    <a:pt x="4652772" y="456"/>
                  </a:lnTo>
                  <a:lnTo>
                    <a:pt x="4683124" y="12036"/>
                  </a:lnTo>
                  <a:lnTo>
                    <a:pt x="4687025" y="14640"/>
                  </a:lnTo>
                  <a:lnTo>
                    <a:pt x="4690633" y="17603"/>
                  </a:lnTo>
                  <a:lnTo>
                    <a:pt x="4693950" y="20919"/>
                  </a:lnTo>
                  <a:lnTo>
                    <a:pt x="4697268" y="24235"/>
                  </a:lnTo>
                  <a:lnTo>
                    <a:pt x="4713501" y="57498"/>
                  </a:lnTo>
                  <a:lnTo>
                    <a:pt x="4714417" y="62098"/>
                  </a:lnTo>
                  <a:lnTo>
                    <a:pt x="4714875" y="66744"/>
                  </a:lnTo>
                  <a:lnTo>
                    <a:pt x="4714875" y="71437"/>
                  </a:lnTo>
                  <a:lnTo>
                    <a:pt x="4714875" y="2452687"/>
                  </a:lnTo>
                  <a:lnTo>
                    <a:pt x="4714875" y="2457375"/>
                  </a:lnTo>
                  <a:lnTo>
                    <a:pt x="4714417" y="2462021"/>
                  </a:lnTo>
                  <a:lnTo>
                    <a:pt x="4713501" y="2466621"/>
                  </a:lnTo>
                  <a:lnTo>
                    <a:pt x="4712587" y="2471221"/>
                  </a:lnTo>
                  <a:lnTo>
                    <a:pt x="4693950" y="2503195"/>
                  </a:lnTo>
                  <a:lnTo>
                    <a:pt x="4690633" y="2506512"/>
                  </a:lnTo>
                  <a:lnTo>
                    <a:pt x="4687025" y="2509469"/>
                  </a:lnTo>
                  <a:lnTo>
                    <a:pt x="4683124" y="2512074"/>
                  </a:lnTo>
                  <a:lnTo>
                    <a:pt x="4679225" y="2514683"/>
                  </a:lnTo>
                  <a:lnTo>
                    <a:pt x="4675107" y="2516887"/>
                  </a:lnTo>
                  <a:lnTo>
                    <a:pt x="4670774" y="2518678"/>
                  </a:lnTo>
                  <a:lnTo>
                    <a:pt x="4666440" y="2520473"/>
                  </a:lnTo>
                  <a:lnTo>
                    <a:pt x="4661973" y="2521832"/>
                  </a:lnTo>
                  <a:lnTo>
                    <a:pt x="4657372" y="2522748"/>
                  </a:lnTo>
                  <a:lnTo>
                    <a:pt x="4652772" y="2523664"/>
                  </a:lnTo>
                  <a:lnTo>
                    <a:pt x="4648126" y="2524120"/>
                  </a:lnTo>
                  <a:lnTo>
                    <a:pt x="4643437" y="2524124"/>
                  </a:lnTo>
                  <a:lnTo>
                    <a:pt x="71438" y="2524124"/>
                  </a:lnTo>
                  <a:lnTo>
                    <a:pt x="44100" y="2518678"/>
                  </a:lnTo>
                  <a:lnTo>
                    <a:pt x="39766" y="2516887"/>
                  </a:lnTo>
                  <a:lnTo>
                    <a:pt x="35649" y="2514683"/>
                  </a:lnTo>
                  <a:lnTo>
                    <a:pt x="31749" y="2512074"/>
                  </a:lnTo>
                  <a:lnTo>
                    <a:pt x="27848" y="2509469"/>
                  </a:lnTo>
                  <a:lnTo>
                    <a:pt x="24240" y="2506512"/>
                  </a:lnTo>
                  <a:lnTo>
                    <a:pt x="20923" y="2503195"/>
                  </a:lnTo>
                  <a:lnTo>
                    <a:pt x="17607" y="2499879"/>
                  </a:lnTo>
                  <a:lnTo>
                    <a:pt x="1372" y="2466621"/>
                  </a:lnTo>
                  <a:lnTo>
                    <a:pt x="457" y="2462021"/>
                  </a:lnTo>
                  <a:lnTo>
                    <a:pt x="0" y="2457375"/>
                  </a:lnTo>
                  <a:lnTo>
                    <a:pt x="0" y="2452687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6"/>
            <p:cNvSpPr/>
            <p:nvPr/>
          </p:nvSpPr>
          <p:spPr>
            <a:xfrm>
              <a:off x="5495924" y="2819394"/>
              <a:ext cx="4705350" cy="314325"/>
            </a:xfrm>
            <a:custGeom>
              <a:rect b="b" l="l" r="r" t="t"/>
              <a:pathLst>
                <a:path extrusionOk="0" h="314325" w="4705350">
                  <a:moveTo>
                    <a:pt x="4705349" y="314324"/>
                  </a:moveTo>
                  <a:lnTo>
                    <a:pt x="0" y="314324"/>
                  </a:lnTo>
                  <a:lnTo>
                    <a:pt x="0" y="66676"/>
                  </a:lnTo>
                  <a:lnTo>
                    <a:pt x="11226" y="29626"/>
                  </a:lnTo>
                  <a:lnTo>
                    <a:pt x="41158" y="5076"/>
                  </a:lnTo>
                  <a:lnTo>
                    <a:pt x="66675" y="0"/>
                  </a:lnTo>
                  <a:lnTo>
                    <a:pt x="4638675" y="0"/>
                  </a:lnTo>
                  <a:lnTo>
                    <a:pt x="4675723" y="11227"/>
                  </a:lnTo>
                  <a:lnTo>
                    <a:pt x="4700272" y="41160"/>
                  </a:lnTo>
                  <a:lnTo>
                    <a:pt x="4705349" y="314324"/>
                  </a:lnTo>
                  <a:close/>
                </a:path>
              </a:pathLst>
            </a:custGeom>
            <a:solidFill>
              <a:srgbClr val="FFFFFF">
                <a:alpha val="3137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6"/>
            <p:cNvSpPr/>
            <p:nvPr/>
          </p:nvSpPr>
          <p:spPr>
            <a:xfrm>
              <a:off x="5495924" y="3124193"/>
              <a:ext cx="4705350" cy="9525"/>
            </a:xfrm>
            <a:custGeom>
              <a:rect b="b" l="l" r="r" t="t"/>
              <a:pathLst>
                <a:path extrusionOk="0" h="9525" w="4705350">
                  <a:moveTo>
                    <a:pt x="47053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4705349" y="0"/>
                  </a:lnTo>
                  <a:lnTo>
                    <a:pt x="4705349" y="9524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2" name="Google Shape;182;p6"/>
          <p:cNvSpPr txBox="1"/>
          <p:nvPr/>
        </p:nvSpPr>
        <p:spPr>
          <a:xfrm>
            <a:off x="5635625" y="2871416"/>
            <a:ext cx="1805939" cy="176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94A2B8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Thread Exception Delegator</a:t>
            </a:r>
            <a:endParaRPr sz="1000"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5495924" y="3133719"/>
            <a:ext cx="4705350" cy="2200275"/>
          </a:xfrm>
          <a:custGeom>
            <a:rect b="b" l="l" r="r" t="t"/>
            <a:pathLst>
              <a:path extrusionOk="0" h="2200275" w="4705350">
                <a:moveTo>
                  <a:pt x="4638675" y="2200274"/>
                </a:moveTo>
                <a:lnTo>
                  <a:pt x="66675" y="2200274"/>
                </a:lnTo>
                <a:lnTo>
                  <a:pt x="60107" y="2199959"/>
                </a:lnTo>
                <a:lnTo>
                  <a:pt x="24397" y="2185167"/>
                </a:lnTo>
                <a:lnTo>
                  <a:pt x="2854" y="2152927"/>
                </a:lnTo>
                <a:lnTo>
                  <a:pt x="0" y="2133601"/>
                </a:lnTo>
                <a:lnTo>
                  <a:pt x="0" y="0"/>
                </a:lnTo>
                <a:lnTo>
                  <a:pt x="4705350" y="0"/>
                </a:lnTo>
                <a:lnTo>
                  <a:pt x="4705349" y="2133601"/>
                </a:lnTo>
                <a:lnTo>
                  <a:pt x="4694122" y="2170650"/>
                </a:lnTo>
                <a:lnTo>
                  <a:pt x="4664189" y="2195200"/>
                </a:lnTo>
                <a:lnTo>
                  <a:pt x="4638675" y="2200274"/>
                </a:lnTo>
                <a:close/>
              </a:path>
            </a:pathLst>
          </a:custGeom>
          <a:solidFill>
            <a:srgbClr val="03050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"/>
          <p:cNvSpPr txBox="1"/>
          <p:nvPr/>
        </p:nvSpPr>
        <p:spPr>
          <a:xfrm>
            <a:off x="5635624" y="3249612"/>
            <a:ext cx="4398645" cy="53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7BDF7"/>
                </a:solidFill>
                <a:latin typeface="Courier New"/>
                <a:ea typeface="Courier New"/>
                <a:cs typeface="Courier New"/>
                <a:sym typeface="Courier New"/>
              </a:rPr>
              <a:t>Thread 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task = </a:t>
            </a: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lang="en-US" sz="900">
                <a:solidFill>
                  <a:srgbClr val="37BDF7"/>
                </a:solidFill>
                <a:latin typeface="Courier New"/>
                <a:ea typeface="Courier New"/>
                <a:cs typeface="Courier New"/>
                <a:sym typeface="Courier New"/>
              </a:rPr>
              <a:t>Thread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(() -&gt; {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9085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throw new </a:t>
            </a:r>
            <a:r>
              <a:rPr lang="en-US" sz="900">
                <a:solidFill>
                  <a:srgbClr val="37BDF7"/>
                </a:solidFill>
                <a:latin typeface="Courier New"/>
                <a:ea typeface="Courier New"/>
                <a:cs typeface="Courier New"/>
                <a:sym typeface="Courier New"/>
              </a:rPr>
              <a:t>RuntimeException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900">
                <a:solidFill>
                  <a:srgbClr val="0FB981"/>
                </a:solidFill>
                <a:latin typeface="Courier New"/>
                <a:ea typeface="Courier New"/>
                <a:cs typeface="Courier New"/>
                <a:sym typeface="Courier New"/>
              </a:rPr>
              <a:t>"Asynchronous database loss"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}, </a:t>
            </a:r>
            <a:r>
              <a:rPr lang="en-US" sz="900">
                <a:solidFill>
                  <a:srgbClr val="0FB981"/>
                </a:solidFill>
                <a:latin typeface="Courier New"/>
                <a:ea typeface="Courier New"/>
                <a:cs typeface="Courier New"/>
                <a:sym typeface="Courier New"/>
              </a:rPr>
              <a:t>"DB-Writer"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5" name="Google Shape;185;p6"/>
          <p:cNvSpPr txBox="1"/>
          <p:nvPr/>
        </p:nvSpPr>
        <p:spPr>
          <a:xfrm>
            <a:off x="5635624" y="3935412"/>
            <a:ext cx="4326890" cy="1235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64738B"/>
                </a:solidFill>
                <a:latin typeface="Courier New"/>
                <a:ea typeface="Courier New"/>
                <a:cs typeface="Courier New"/>
                <a:sym typeface="Courier New"/>
              </a:rPr>
              <a:t>// Register handler before launching thread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-287020" lvl="0" marL="299085" marR="5080" rtl="0" algn="l">
              <a:lnSpc>
                <a:spcPct val="157777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task.setUncaughtExceptionHandler((t, ex) -&gt; { </a:t>
            </a:r>
            <a:r>
              <a:rPr lang="en-US" sz="900">
                <a:solidFill>
                  <a:srgbClr val="37BDF7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.err.printf(</a:t>
            </a:r>
            <a:r>
              <a:rPr lang="en-US" sz="900">
                <a:solidFill>
                  <a:srgbClr val="0FB981"/>
                </a:solidFill>
                <a:latin typeface="Courier New"/>
                <a:ea typeface="Courier New"/>
                <a:cs typeface="Courier New"/>
                <a:sym typeface="Courier New"/>
              </a:rPr>
              <a:t>"FATAL: Exception in Thread %s: %s%n"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586105" rtl="0" algn="l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t.getName(), ex.getMessage());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9085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triggerRecovery(t);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task.start();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90" name="Google Shape;190;p7"/>
          <p:cNvSpPr txBox="1"/>
          <p:nvPr>
            <p:ph type="title"/>
          </p:nvPr>
        </p:nvSpPr>
        <p:spPr>
          <a:xfrm>
            <a:off x="463549" y="409883"/>
            <a:ext cx="5290820" cy="353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FF8B00"/>
                </a:solidFill>
              </a:rPr>
              <a:t>07. </a:t>
            </a:r>
            <a:r>
              <a:rPr lang="en-US"/>
              <a:t>Virtual Threads </a:t>
            </a:r>
            <a:r>
              <a:rPr lang="en-US" sz="2050"/>
              <a:t>(</a:t>
            </a:r>
            <a:r>
              <a:rPr lang="en-US"/>
              <a:t>Project Loom</a:t>
            </a:r>
            <a:r>
              <a:rPr lang="en-US" sz="2050"/>
              <a:t>)</a:t>
            </a:r>
            <a:endParaRPr sz="2050"/>
          </a:p>
        </p:txBody>
      </p:sp>
      <p:grpSp>
        <p:nvGrpSpPr>
          <p:cNvPr id="191" name="Google Shape;191;p7"/>
          <p:cNvGrpSpPr/>
          <p:nvPr/>
        </p:nvGrpSpPr>
        <p:grpSpPr>
          <a:xfrm>
            <a:off x="9020174" y="495299"/>
            <a:ext cx="1190625" cy="228600"/>
            <a:chOff x="9020174" y="495299"/>
            <a:chExt cx="1190625" cy="228600"/>
          </a:xfrm>
        </p:grpSpPr>
        <p:sp>
          <p:nvSpPr>
            <p:cNvPr id="192" name="Google Shape;192;p7"/>
            <p:cNvSpPr/>
            <p:nvPr/>
          </p:nvSpPr>
          <p:spPr>
            <a:xfrm>
              <a:off x="9020174" y="495299"/>
              <a:ext cx="1190625" cy="228600"/>
            </a:xfrm>
            <a:custGeom>
              <a:rect b="b" l="l" r="r" t="t"/>
              <a:pathLst>
                <a:path extrusionOk="0" h="228600" w="1190625">
                  <a:moveTo>
                    <a:pt x="1076324" y="228599"/>
                  </a:moveTo>
                  <a:lnTo>
                    <a:pt x="114299" y="228599"/>
                  </a:lnTo>
                  <a:lnTo>
                    <a:pt x="103039" y="228056"/>
                  </a:lnTo>
                  <a:lnTo>
                    <a:pt x="60363" y="215088"/>
                  </a:lnTo>
                  <a:lnTo>
                    <a:pt x="25899" y="186775"/>
                  </a:lnTo>
                  <a:lnTo>
                    <a:pt x="4892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0" y="60364"/>
                  </a:lnTo>
                  <a:lnTo>
                    <a:pt x="41822" y="25900"/>
                  </a:lnTo>
                  <a:lnTo>
                    <a:pt x="81168" y="4894"/>
                  </a:lnTo>
                  <a:lnTo>
                    <a:pt x="114299" y="0"/>
                  </a:lnTo>
                  <a:lnTo>
                    <a:pt x="1076324" y="0"/>
                  </a:lnTo>
                  <a:lnTo>
                    <a:pt x="1120064" y="8700"/>
                  </a:lnTo>
                  <a:lnTo>
                    <a:pt x="1157146" y="33477"/>
                  </a:lnTo>
                  <a:lnTo>
                    <a:pt x="1181922" y="70559"/>
                  </a:lnTo>
                  <a:lnTo>
                    <a:pt x="1190624" y="114299"/>
                  </a:lnTo>
                  <a:lnTo>
                    <a:pt x="1190080" y="125559"/>
                  </a:lnTo>
                  <a:lnTo>
                    <a:pt x="1177111" y="168235"/>
                  </a:lnTo>
                  <a:lnTo>
                    <a:pt x="1148800" y="202699"/>
                  </a:lnTo>
                  <a:lnTo>
                    <a:pt x="1109453" y="223705"/>
                  </a:lnTo>
                  <a:lnTo>
                    <a:pt x="1076324" y="228599"/>
                  </a:lnTo>
                  <a:close/>
                </a:path>
              </a:pathLst>
            </a:custGeom>
            <a:solidFill>
              <a:srgbClr val="0567E1">
                <a:alpha val="1215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7"/>
            <p:cNvSpPr/>
            <p:nvPr/>
          </p:nvSpPr>
          <p:spPr>
            <a:xfrm>
              <a:off x="9020174" y="495299"/>
              <a:ext cx="1190625" cy="228600"/>
            </a:xfrm>
            <a:custGeom>
              <a:rect b="b" l="l" r="r" t="t"/>
              <a:pathLst>
                <a:path extrusionOk="0" h="228600" w="1190625">
                  <a:moveTo>
                    <a:pt x="1076324" y="228599"/>
                  </a:moveTo>
                  <a:lnTo>
                    <a:pt x="114299" y="228599"/>
                  </a:lnTo>
                  <a:lnTo>
                    <a:pt x="103039" y="228056"/>
                  </a:lnTo>
                  <a:lnTo>
                    <a:pt x="60363" y="215088"/>
                  </a:lnTo>
                  <a:lnTo>
                    <a:pt x="25899" y="186775"/>
                  </a:lnTo>
                  <a:lnTo>
                    <a:pt x="4892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0" y="60364"/>
                  </a:lnTo>
                  <a:lnTo>
                    <a:pt x="41822" y="25900"/>
                  </a:lnTo>
                  <a:lnTo>
                    <a:pt x="81168" y="4894"/>
                  </a:lnTo>
                  <a:lnTo>
                    <a:pt x="114299" y="0"/>
                  </a:lnTo>
                  <a:lnTo>
                    <a:pt x="1076324" y="0"/>
                  </a:lnTo>
                  <a:lnTo>
                    <a:pt x="1120064" y="8700"/>
                  </a:lnTo>
                  <a:lnTo>
                    <a:pt x="1121811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121179"/>
                  </a:lnTo>
                  <a:lnTo>
                    <a:pt x="20133" y="160751"/>
                  </a:lnTo>
                  <a:lnTo>
                    <a:pt x="45077" y="193251"/>
                  </a:lnTo>
                  <a:lnTo>
                    <a:pt x="80560" y="213732"/>
                  </a:lnTo>
                  <a:lnTo>
                    <a:pt x="107420" y="219074"/>
                  </a:lnTo>
                  <a:lnTo>
                    <a:pt x="1121810" y="219074"/>
                  </a:lnTo>
                  <a:lnTo>
                    <a:pt x="1120064" y="219899"/>
                  </a:lnTo>
                  <a:lnTo>
                    <a:pt x="1109453" y="223705"/>
                  </a:lnTo>
                  <a:lnTo>
                    <a:pt x="1098626" y="226424"/>
                  </a:lnTo>
                  <a:lnTo>
                    <a:pt x="1087583" y="228056"/>
                  </a:lnTo>
                  <a:lnTo>
                    <a:pt x="1076324" y="228599"/>
                  </a:lnTo>
                  <a:close/>
                </a:path>
                <a:path extrusionOk="0" h="228600" w="1190625">
                  <a:moveTo>
                    <a:pt x="1121810" y="219074"/>
                  </a:moveTo>
                  <a:lnTo>
                    <a:pt x="1083204" y="219074"/>
                  </a:lnTo>
                  <a:lnTo>
                    <a:pt x="1090017" y="218403"/>
                  </a:lnTo>
                  <a:lnTo>
                    <a:pt x="1103512" y="215719"/>
                  </a:lnTo>
                  <a:lnTo>
                    <a:pt x="1140254" y="197595"/>
                  </a:lnTo>
                  <a:lnTo>
                    <a:pt x="1167263" y="166789"/>
                  </a:lnTo>
                  <a:lnTo>
                    <a:pt x="1180428" y="127993"/>
                  </a:lnTo>
                  <a:lnTo>
                    <a:pt x="1181099" y="121179"/>
                  </a:lnTo>
                  <a:lnTo>
                    <a:pt x="1181099" y="107420"/>
                  </a:lnTo>
                  <a:lnTo>
                    <a:pt x="1170491" y="67848"/>
                  </a:lnTo>
                  <a:lnTo>
                    <a:pt x="1145547" y="35348"/>
                  </a:lnTo>
                  <a:lnTo>
                    <a:pt x="1110064" y="14867"/>
                  </a:lnTo>
                  <a:lnTo>
                    <a:pt x="1083204" y="9524"/>
                  </a:lnTo>
                  <a:lnTo>
                    <a:pt x="1121811" y="9524"/>
                  </a:lnTo>
                  <a:lnTo>
                    <a:pt x="1157146" y="33477"/>
                  </a:lnTo>
                  <a:lnTo>
                    <a:pt x="1181922" y="70559"/>
                  </a:lnTo>
                  <a:lnTo>
                    <a:pt x="1190624" y="114299"/>
                  </a:lnTo>
                  <a:lnTo>
                    <a:pt x="1190080" y="125559"/>
                  </a:lnTo>
                  <a:lnTo>
                    <a:pt x="1177111" y="168235"/>
                  </a:lnTo>
                  <a:lnTo>
                    <a:pt x="1148800" y="202699"/>
                  </a:lnTo>
                  <a:lnTo>
                    <a:pt x="1130259" y="215088"/>
                  </a:lnTo>
                  <a:lnTo>
                    <a:pt x="1121810" y="219074"/>
                  </a:lnTo>
                  <a:close/>
                </a:path>
              </a:pathLst>
            </a:custGeom>
            <a:solidFill>
              <a:srgbClr val="0567E1">
                <a:alpha val="3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4" name="Google Shape;194;p7"/>
          <p:cNvSpPr txBox="1"/>
          <p:nvPr/>
        </p:nvSpPr>
        <p:spPr>
          <a:xfrm>
            <a:off x="9133830" y="523830"/>
            <a:ext cx="951865" cy="159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567E1"/>
                </a:solidFill>
                <a:latin typeface="Arial"/>
                <a:ea typeface="Arial"/>
                <a:cs typeface="Arial"/>
                <a:sym typeface="Arial"/>
              </a:rPr>
              <a:t>F OU N DATI ON S</a:t>
            </a:r>
            <a:endParaRPr sz="8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7"/>
          <p:cNvSpPr txBox="1"/>
          <p:nvPr/>
        </p:nvSpPr>
        <p:spPr>
          <a:xfrm>
            <a:off x="463549" y="3030775"/>
            <a:ext cx="4480560" cy="880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Millions of Parallel Slices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Platform threads have high footprints (~1MB system stack). Virtual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238760" rtl="0" algn="l">
              <a:lnSpc>
                <a:spcPct val="114599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Threads (Java 21) are managed by JVM runtime heuristics and allocated as simple objects on the heap.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96" name="Google Shape;196;p7"/>
          <p:cNvGrpSpPr/>
          <p:nvPr/>
        </p:nvGrpSpPr>
        <p:grpSpPr>
          <a:xfrm>
            <a:off x="5491161" y="2986085"/>
            <a:ext cx="4714875" cy="2181225"/>
            <a:chOff x="5491161" y="2986085"/>
            <a:chExt cx="4714875" cy="2181225"/>
          </a:xfrm>
        </p:grpSpPr>
        <p:sp>
          <p:nvSpPr>
            <p:cNvPr id="197" name="Google Shape;197;p7"/>
            <p:cNvSpPr/>
            <p:nvPr/>
          </p:nvSpPr>
          <p:spPr>
            <a:xfrm>
              <a:off x="5491161" y="2986085"/>
              <a:ext cx="4714875" cy="2181225"/>
            </a:xfrm>
            <a:custGeom>
              <a:rect b="b" l="l" r="r" t="t"/>
              <a:pathLst>
                <a:path extrusionOk="0" h="2181225" w="4714875">
                  <a:moveTo>
                    <a:pt x="0" y="2109787"/>
                  </a:moveTo>
                  <a:lnTo>
                    <a:pt x="0" y="71437"/>
                  </a:lnTo>
                  <a:lnTo>
                    <a:pt x="0" y="66744"/>
                  </a:lnTo>
                  <a:lnTo>
                    <a:pt x="457" y="62093"/>
                  </a:lnTo>
                  <a:lnTo>
                    <a:pt x="1372" y="57493"/>
                  </a:lnTo>
                  <a:lnTo>
                    <a:pt x="2287" y="52894"/>
                  </a:lnTo>
                  <a:lnTo>
                    <a:pt x="3642" y="48429"/>
                  </a:lnTo>
                  <a:lnTo>
                    <a:pt x="20923" y="20924"/>
                  </a:lnTo>
                  <a:lnTo>
                    <a:pt x="24240" y="17607"/>
                  </a:lnTo>
                  <a:lnTo>
                    <a:pt x="27848" y="14645"/>
                  </a:lnTo>
                  <a:lnTo>
                    <a:pt x="31749" y="12036"/>
                  </a:lnTo>
                  <a:lnTo>
                    <a:pt x="35649" y="9426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4643437" y="0"/>
                  </a:lnTo>
                  <a:lnTo>
                    <a:pt x="4648126" y="0"/>
                  </a:lnTo>
                  <a:lnTo>
                    <a:pt x="4652772" y="456"/>
                  </a:lnTo>
                  <a:lnTo>
                    <a:pt x="4683124" y="12036"/>
                  </a:lnTo>
                  <a:lnTo>
                    <a:pt x="4687025" y="14645"/>
                  </a:lnTo>
                  <a:lnTo>
                    <a:pt x="4690633" y="17607"/>
                  </a:lnTo>
                  <a:lnTo>
                    <a:pt x="4693950" y="20924"/>
                  </a:lnTo>
                  <a:lnTo>
                    <a:pt x="4697268" y="24240"/>
                  </a:lnTo>
                  <a:lnTo>
                    <a:pt x="4700228" y="27844"/>
                  </a:lnTo>
                  <a:lnTo>
                    <a:pt x="4702834" y="31746"/>
                  </a:lnTo>
                  <a:lnTo>
                    <a:pt x="4705439" y="35649"/>
                  </a:lnTo>
                  <a:lnTo>
                    <a:pt x="4713501" y="57493"/>
                  </a:lnTo>
                  <a:lnTo>
                    <a:pt x="4714417" y="62093"/>
                  </a:lnTo>
                  <a:lnTo>
                    <a:pt x="4714875" y="66744"/>
                  </a:lnTo>
                  <a:lnTo>
                    <a:pt x="4714875" y="71437"/>
                  </a:lnTo>
                  <a:lnTo>
                    <a:pt x="4714875" y="2109787"/>
                  </a:lnTo>
                  <a:lnTo>
                    <a:pt x="4714875" y="2114480"/>
                  </a:lnTo>
                  <a:lnTo>
                    <a:pt x="4714417" y="2119121"/>
                  </a:lnTo>
                  <a:lnTo>
                    <a:pt x="4713501" y="2123716"/>
                  </a:lnTo>
                  <a:lnTo>
                    <a:pt x="4712587" y="2128316"/>
                  </a:lnTo>
                  <a:lnTo>
                    <a:pt x="4711231" y="2132786"/>
                  </a:lnTo>
                  <a:lnTo>
                    <a:pt x="4709436" y="2137115"/>
                  </a:lnTo>
                  <a:lnTo>
                    <a:pt x="4707639" y="2141450"/>
                  </a:lnTo>
                  <a:lnTo>
                    <a:pt x="4693950" y="2160295"/>
                  </a:lnTo>
                  <a:lnTo>
                    <a:pt x="4690633" y="2163612"/>
                  </a:lnTo>
                  <a:lnTo>
                    <a:pt x="4657372" y="2179848"/>
                  </a:lnTo>
                  <a:lnTo>
                    <a:pt x="4652772" y="2180764"/>
                  </a:lnTo>
                  <a:lnTo>
                    <a:pt x="4648126" y="2181224"/>
                  </a:lnTo>
                  <a:lnTo>
                    <a:pt x="4643437" y="2181224"/>
                  </a:lnTo>
                  <a:lnTo>
                    <a:pt x="71438" y="2181224"/>
                  </a:lnTo>
                  <a:lnTo>
                    <a:pt x="66747" y="2181224"/>
                  </a:lnTo>
                  <a:lnTo>
                    <a:pt x="62101" y="2180764"/>
                  </a:lnTo>
                  <a:lnTo>
                    <a:pt x="57501" y="2179848"/>
                  </a:lnTo>
                  <a:lnTo>
                    <a:pt x="52900" y="2178932"/>
                  </a:lnTo>
                  <a:lnTo>
                    <a:pt x="48433" y="2177573"/>
                  </a:lnTo>
                  <a:lnTo>
                    <a:pt x="44100" y="2175778"/>
                  </a:lnTo>
                  <a:lnTo>
                    <a:pt x="39766" y="2173982"/>
                  </a:lnTo>
                  <a:lnTo>
                    <a:pt x="20923" y="2160295"/>
                  </a:lnTo>
                  <a:lnTo>
                    <a:pt x="17607" y="2156979"/>
                  </a:lnTo>
                  <a:lnTo>
                    <a:pt x="5437" y="2137115"/>
                  </a:lnTo>
                  <a:lnTo>
                    <a:pt x="3642" y="2132786"/>
                  </a:lnTo>
                  <a:lnTo>
                    <a:pt x="2287" y="2128316"/>
                  </a:lnTo>
                  <a:lnTo>
                    <a:pt x="1372" y="2123716"/>
                  </a:lnTo>
                  <a:lnTo>
                    <a:pt x="457" y="2119121"/>
                  </a:lnTo>
                  <a:lnTo>
                    <a:pt x="0" y="2114480"/>
                  </a:lnTo>
                  <a:lnTo>
                    <a:pt x="0" y="2109787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7"/>
            <p:cNvSpPr/>
            <p:nvPr/>
          </p:nvSpPr>
          <p:spPr>
            <a:xfrm>
              <a:off x="5495924" y="2990849"/>
              <a:ext cx="4705350" cy="314325"/>
            </a:xfrm>
            <a:custGeom>
              <a:rect b="b" l="l" r="r" t="t"/>
              <a:pathLst>
                <a:path extrusionOk="0" h="314325" w="4705350">
                  <a:moveTo>
                    <a:pt x="4705349" y="314324"/>
                  </a:moveTo>
                  <a:lnTo>
                    <a:pt x="0" y="314324"/>
                  </a:lnTo>
                  <a:lnTo>
                    <a:pt x="0" y="66676"/>
                  </a:lnTo>
                  <a:lnTo>
                    <a:pt x="11226" y="29627"/>
                  </a:lnTo>
                  <a:lnTo>
                    <a:pt x="41158" y="5077"/>
                  </a:lnTo>
                  <a:lnTo>
                    <a:pt x="66675" y="0"/>
                  </a:lnTo>
                  <a:lnTo>
                    <a:pt x="4638675" y="0"/>
                  </a:lnTo>
                  <a:lnTo>
                    <a:pt x="4675723" y="11227"/>
                  </a:lnTo>
                  <a:lnTo>
                    <a:pt x="4700272" y="41161"/>
                  </a:lnTo>
                  <a:lnTo>
                    <a:pt x="4705349" y="314324"/>
                  </a:lnTo>
                  <a:close/>
                </a:path>
              </a:pathLst>
            </a:custGeom>
            <a:solidFill>
              <a:srgbClr val="FFFFFF">
                <a:alpha val="3137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7"/>
            <p:cNvSpPr/>
            <p:nvPr/>
          </p:nvSpPr>
          <p:spPr>
            <a:xfrm>
              <a:off x="5495924" y="3295647"/>
              <a:ext cx="4705350" cy="9525"/>
            </a:xfrm>
            <a:custGeom>
              <a:rect b="b" l="l" r="r" t="t"/>
              <a:pathLst>
                <a:path extrusionOk="0" h="9525" w="4705350">
                  <a:moveTo>
                    <a:pt x="47053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4705349" y="0"/>
                  </a:lnTo>
                  <a:lnTo>
                    <a:pt x="4705349" y="9524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0" name="Google Shape;200;p7"/>
          <p:cNvSpPr txBox="1"/>
          <p:nvPr/>
        </p:nvSpPr>
        <p:spPr>
          <a:xfrm>
            <a:off x="5635625" y="3042866"/>
            <a:ext cx="1600200" cy="176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94A2B8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Virtual Thread Executor</a:t>
            </a:r>
            <a:endParaRPr sz="1000"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5495925" y="3305175"/>
            <a:ext cx="4705350" cy="1857375"/>
          </a:xfrm>
          <a:custGeom>
            <a:rect b="b" l="l" r="r" t="t"/>
            <a:pathLst>
              <a:path extrusionOk="0" h="1857375" w="4705350">
                <a:moveTo>
                  <a:pt x="4638674" y="1857374"/>
                </a:moveTo>
                <a:lnTo>
                  <a:pt x="66674" y="1857374"/>
                </a:lnTo>
                <a:lnTo>
                  <a:pt x="60106" y="1857057"/>
                </a:lnTo>
                <a:lnTo>
                  <a:pt x="24396" y="1842265"/>
                </a:lnTo>
                <a:lnTo>
                  <a:pt x="2854" y="1810025"/>
                </a:lnTo>
                <a:lnTo>
                  <a:pt x="0" y="1790699"/>
                </a:lnTo>
                <a:lnTo>
                  <a:pt x="0" y="0"/>
                </a:lnTo>
                <a:lnTo>
                  <a:pt x="4705349" y="0"/>
                </a:lnTo>
                <a:lnTo>
                  <a:pt x="4705349" y="1790699"/>
                </a:lnTo>
                <a:lnTo>
                  <a:pt x="4694121" y="1827748"/>
                </a:lnTo>
                <a:lnTo>
                  <a:pt x="4664188" y="1852299"/>
                </a:lnTo>
                <a:lnTo>
                  <a:pt x="4638674" y="1857374"/>
                </a:lnTo>
                <a:close/>
              </a:path>
            </a:pathLst>
          </a:custGeom>
          <a:solidFill>
            <a:srgbClr val="03050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"/>
          <p:cNvSpPr txBox="1"/>
          <p:nvPr>
            <p:ph idx="1" type="body"/>
          </p:nvPr>
        </p:nvSpPr>
        <p:spPr>
          <a:xfrm>
            <a:off x="5635624" y="3421062"/>
            <a:ext cx="4613909" cy="1577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// Spin up 500,000 tasks without crashing system memory</a:t>
            </a:r>
            <a:endParaRPr/>
          </a:p>
          <a:p>
            <a:pPr indent="-287020" lvl="0" marL="299085" marR="14859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try </a:t>
            </a:r>
            <a:r>
              <a:rPr i="0" lang="en-US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n-US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var </a:t>
            </a:r>
            <a:r>
              <a:rPr i="0" lang="en-US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exec = </a:t>
            </a:r>
            <a:r>
              <a:rPr i="0" lang="en-US">
                <a:solidFill>
                  <a:srgbClr val="37BDF7"/>
                </a:solidFill>
                <a:latin typeface="Courier New"/>
                <a:ea typeface="Courier New"/>
                <a:cs typeface="Courier New"/>
                <a:sym typeface="Courier New"/>
              </a:rPr>
              <a:t>Executors</a:t>
            </a:r>
            <a:r>
              <a:rPr i="0" lang="en-US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.newVirtualThreadPerTaskExecutor()) { </a:t>
            </a:r>
            <a:r>
              <a:rPr i="0" lang="en-US">
                <a:solidFill>
                  <a:srgbClr val="37BDF7"/>
                </a:solidFill>
                <a:latin typeface="Courier New"/>
                <a:ea typeface="Courier New"/>
                <a:cs typeface="Courier New"/>
                <a:sym typeface="Courier New"/>
              </a:rPr>
              <a:t>IntStream</a:t>
            </a:r>
            <a:r>
              <a:rPr i="0" lang="en-US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.range(</a:t>
            </a:r>
            <a:r>
              <a:rPr i="0" lang="en-US">
                <a:solidFill>
                  <a:srgbClr val="FA913C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i="0" lang="en-US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i="0" lang="en-US">
                <a:solidFill>
                  <a:srgbClr val="FA913C"/>
                </a:solidFill>
                <a:latin typeface="Courier New"/>
                <a:ea typeface="Courier New"/>
                <a:cs typeface="Courier New"/>
                <a:sym typeface="Courier New"/>
              </a:rPr>
              <a:t>500_000</a:t>
            </a:r>
            <a:r>
              <a:rPr i="0" lang="en-US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).forEach(i -&gt; {</a:t>
            </a:r>
            <a:endParaRPr/>
          </a:p>
          <a:p>
            <a:pPr indent="0" lvl="0" marL="586105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i="0" lang="en-US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exec.submit(() -&gt; {</a:t>
            </a:r>
            <a:endParaRPr/>
          </a:p>
          <a:p>
            <a:pPr indent="0" lvl="0" marL="872490" marR="5080" rtl="0" algn="l">
              <a:lnSpc>
                <a:spcPct val="157777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i="0" lang="en-US">
                <a:solidFill>
                  <a:srgbClr val="37BDF7"/>
                </a:solidFill>
                <a:latin typeface="Courier New"/>
                <a:ea typeface="Courier New"/>
                <a:cs typeface="Courier New"/>
                <a:sym typeface="Courier New"/>
              </a:rPr>
              <a:t>Thread</a:t>
            </a:r>
            <a:r>
              <a:rPr i="0" lang="en-US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.sleep(</a:t>
            </a:r>
            <a:r>
              <a:rPr i="0" lang="en-US">
                <a:solidFill>
                  <a:srgbClr val="37BDF7"/>
                </a:solidFill>
                <a:latin typeface="Courier New"/>
                <a:ea typeface="Courier New"/>
                <a:cs typeface="Courier New"/>
                <a:sym typeface="Courier New"/>
              </a:rPr>
              <a:t>Duration</a:t>
            </a:r>
            <a:r>
              <a:rPr i="0" lang="en-US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.ofMillis(</a:t>
            </a:r>
            <a:r>
              <a:rPr i="0" lang="en-US">
                <a:solidFill>
                  <a:srgbClr val="FA913C"/>
                </a:solidFill>
                <a:latin typeface="Courier New"/>
                <a:ea typeface="Courier New"/>
                <a:cs typeface="Courier New"/>
                <a:sym typeface="Courier New"/>
              </a:rPr>
              <a:t>50</a:t>
            </a:r>
            <a:r>
              <a:rPr i="0" lang="en-US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)); </a:t>
            </a:r>
            <a:r>
              <a:rPr lang="en-US"/>
              <a:t>// Yields carri </a:t>
            </a:r>
            <a:r>
              <a:rPr i="0" lang="en-US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return i;</a:t>
            </a:r>
            <a:endParaRPr/>
          </a:p>
          <a:p>
            <a:pPr indent="0" lvl="0" marL="586105" rtl="0" algn="l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None/>
            </a:pPr>
            <a:r>
              <a:rPr i="0" lang="en-US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/>
          </a:p>
          <a:p>
            <a:pPr indent="0" lvl="0" marL="299085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i="0" lang="en-US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i="0" lang="en-US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lang="en-US"/>
              <a:t>// Autoclose forces pipeline join</a:t>
            </a:r>
            <a:endParaRPr/>
          </a:p>
        </p:txBody>
      </p:sp>
      <p:sp>
        <p:nvSpPr>
          <p:cNvPr id="203" name="Google Shape;203;p7"/>
          <p:cNvSpPr txBox="1"/>
          <p:nvPr/>
        </p:nvSpPr>
        <p:spPr>
          <a:xfrm>
            <a:off x="692150" y="4008009"/>
            <a:ext cx="4447540" cy="606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5080" rtl="0" algn="l">
              <a:lnSpc>
                <a:spcPct val="107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Non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blocking I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I/O wait occurs, the JVM yields execution of the virtual thread, freeing the physical "carrier" thread to execute other workloads.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04" name="Google Shape;20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225" y="4098925"/>
            <a:ext cx="50800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7"/>
          <p:cNvSpPr txBox="1"/>
          <p:nvPr/>
        </p:nvSpPr>
        <p:spPr>
          <a:xfrm>
            <a:off x="692150" y="4645479"/>
            <a:ext cx="4114800" cy="436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1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Footprint Savings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Scaling density from thousands of Platform Threads to millions of Virtual Threads.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06" name="Google Shape;20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225" y="4746625"/>
            <a:ext cx="50800" cy="8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11" name="Google Shape;211;p8"/>
          <p:cNvSpPr txBox="1"/>
          <p:nvPr>
            <p:ph type="title"/>
          </p:nvPr>
        </p:nvSpPr>
        <p:spPr>
          <a:xfrm>
            <a:off x="463549" y="409883"/>
            <a:ext cx="5290820" cy="353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FF8B00"/>
                </a:solidFill>
              </a:rPr>
              <a:t>08. </a:t>
            </a:r>
            <a:r>
              <a:rPr lang="en-US"/>
              <a:t>Virtual Thread Pinning Hazards</a:t>
            </a:r>
            <a:endParaRPr sz="2050"/>
          </a:p>
        </p:txBody>
      </p:sp>
      <p:grpSp>
        <p:nvGrpSpPr>
          <p:cNvPr id="212" name="Google Shape;212;p8"/>
          <p:cNvGrpSpPr/>
          <p:nvPr/>
        </p:nvGrpSpPr>
        <p:grpSpPr>
          <a:xfrm>
            <a:off x="9020174" y="495299"/>
            <a:ext cx="1190625" cy="228601"/>
            <a:chOff x="9020174" y="495299"/>
            <a:chExt cx="1190625" cy="228601"/>
          </a:xfrm>
        </p:grpSpPr>
        <p:sp>
          <p:nvSpPr>
            <p:cNvPr id="213" name="Google Shape;213;p8"/>
            <p:cNvSpPr/>
            <p:nvPr/>
          </p:nvSpPr>
          <p:spPr>
            <a:xfrm>
              <a:off x="9020174" y="495300"/>
              <a:ext cx="1190625" cy="228600"/>
            </a:xfrm>
            <a:custGeom>
              <a:rect b="b" l="l" r="r" t="t"/>
              <a:pathLst>
                <a:path extrusionOk="0" h="228600" w="1190625">
                  <a:moveTo>
                    <a:pt x="1076324" y="228599"/>
                  </a:moveTo>
                  <a:lnTo>
                    <a:pt x="114299" y="228599"/>
                  </a:lnTo>
                  <a:lnTo>
                    <a:pt x="103039" y="228056"/>
                  </a:lnTo>
                  <a:lnTo>
                    <a:pt x="60363" y="215088"/>
                  </a:lnTo>
                  <a:lnTo>
                    <a:pt x="25899" y="186775"/>
                  </a:lnTo>
                  <a:lnTo>
                    <a:pt x="4892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0" y="60364"/>
                  </a:lnTo>
                  <a:lnTo>
                    <a:pt x="41822" y="25900"/>
                  </a:lnTo>
                  <a:lnTo>
                    <a:pt x="81168" y="4894"/>
                  </a:lnTo>
                  <a:lnTo>
                    <a:pt x="114299" y="0"/>
                  </a:lnTo>
                  <a:lnTo>
                    <a:pt x="1076324" y="0"/>
                  </a:lnTo>
                  <a:lnTo>
                    <a:pt x="1120064" y="8700"/>
                  </a:lnTo>
                  <a:lnTo>
                    <a:pt x="1157146" y="33477"/>
                  </a:lnTo>
                  <a:lnTo>
                    <a:pt x="1181922" y="70559"/>
                  </a:lnTo>
                  <a:lnTo>
                    <a:pt x="1190624" y="114299"/>
                  </a:lnTo>
                  <a:lnTo>
                    <a:pt x="1190080" y="125559"/>
                  </a:lnTo>
                  <a:lnTo>
                    <a:pt x="1177111" y="168235"/>
                  </a:lnTo>
                  <a:lnTo>
                    <a:pt x="1148800" y="202699"/>
                  </a:lnTo>
                  <a:lnTo>
                    <a:pt x="1109453" y="223705"/>
                  </a:lnTo>
                  <a:lnTo>
                    <a:pt x="1076324" y="228599"/>
                  </a:lnTo>
                  <a:close/>
                </a:path>
              </a:pathLst>
            </a:custGeom>
            <a:solidFill>
              <a:srgbClr val="0567E1">
                <a:alpha val="1215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8"/>
            <p:cNvSpPr/>
            <p:nvPr/>
          </p:nvSpPr>
          <p:spPr>
            <a:xfrm>
              <a:off x="9020174" y="495299"/>
              <a:ext cx="1190625" cy="228600"/>
            </a:xfrm>
            <a:custGeom>
              <a:rect b="b" l="l" r="r" t="t"/>
              <a:pathLst>
                <a:path extrusionOk="0" h="228600" w="1190625">
                  <a:moveTo>
                    <a:pt x="1076324" y="228599"/>
                  </a:moveTo>
                  <a:lnTo>
                    <a:pt x="114299" y="228599"/>
                  </a:lnTo>
                  <a:lnTo>
                    <a:pt x="103039" y="228056"/>
                  </a:lnTo>
                  <a:lnTo>
                    <a:pt x="60363" y="215088"/>
                  </a:lnTo>
                  <a:lnTo>
                    <a:pt x="25899" y="186775"/>
                  </a:lnTo>
                  <a:lnTo>
                    <a:pt x="4892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0" y="60364"/>
                  </a:lnTo>
                  <a:lnTo>
                    <a:pt x="41822" y="25900"/>
                  </a:lnTo>
                  <a:lnTo>
                    <a:pt x="81168" y="4894"/>
                  </a:lnTo>
                  <a:lnTo>
                    <a:pt x="114299" y="0"/>
                  </a:lnTo>
                  <a:lnTo>
                    <a:pt x="1076324" y="0"/>
                  </a:lnTo>
                  <a:lnTo>
                    <a:pt x="1120064" y="8700"/>
                  </a:lnTo>
                  <a:lnTo>
                    <a:pt x="1121811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121179"/>
                  </a:lnTo>
                  <a:lnTo>
                    <a:pt x="20133" y="160751"/>
                  </a:lnTo>
                  <a:lnTo>
                    <a:pt x="45077" y="193251"/>
                  </a:lnTo>
                  <a:lnTo>
                    <a:pt x="80560" y="213732"/>
                  </a:lnTo>
                  <a:lnTo>
                    <a:pt x="107420" y="219074"/>
                  </a:lnTo>
                  <a:lnTo>
                    <a:pt x="1121810" y="219074"/>
                  </a:lnTo>
                  <a:lnTo>
                    <a:pt x="1120064" y="219899"/>
                  </a:lnTo>
                  <a:lnTo>
                    <a:pt x="1109453" y="223705"/>
                  </a:lnTo>
                  <a:lnTo>
                    <a:pt x="1098626" y="226424"/>
                  </a:lnTo>
                  <a:lnTo>
                    <a:pt x="1087583" y="228056"/>
                  </a:lnTo>
                  <a:lnTo>
                    <a:pt x="1076324" y="228599"/>
                  </a:lnTo>
                  <a:close/>
                </a:path>
                <a:path extrusionOk="0" h="228600" w="1190625">
                  <a:moveTo>
                    <a:pt x="1121810" y="219074"/>
                  </a:moveTo>
                  <a:lnTo>
                    <a:pt x="1083204" y="219074"/>
                  </a:lnTo>
                  <a:lnTo>
                    <a:pt x="1090017" y="218403"/>
                  </a:lnTo>
                  <a:lnTo>
                    <a:pt x="1103512" y="215719"/>
                  </a:lnTo>
                  <a:lnTo>
                    <a:pt x="1140254" y="197595"/>
                  </a:lnTo>
                  <a:lnTo>
                    <a:pt x="1167263" y="166789"/>
                  </a:lnTo>
                  <a:lnTo>
                    <a:pt x="1180428" y="127993"/>
                  </a:lnTo>
                  <a:lnTo>
                    <a:pt x="1181099" y="121179"/>
                  </a:lnTo>
                  <a:lnTo>
                    <a:pt x="1181099" y="107420"/>
                  </a:lnTo>
                  <a:lnTo>
                    <a:pt x="1170491" y="67848"/>
                  </a:lnTo>
                  <a:lnTo>
                    <a:pt x="1145547" y="35348"/>
                  </a:lnTo>
                  <a:lnTo>
                    <a:pt x="1110064" y="14867"/>
                  </a:lnTo>
                  <a:lnTo>
                    <a:pt x="1083204" y="9524"/>
                  </a:lnTo>
                  <a:lnTo>
                    <a:pt x="1121811" y="9524"/>
                  </a:lnTo>
                  <a:lnTo>
                    <a:pt x="1157146" y="33477"/>
                  </a:lnTo>
                  <a:lnTo>
                    <a:pt x="1181922" y="70559"/>
                  </a:lnTo>
                  <a:lnTo>
                    <a:pt x="1190624" y="114299"/>
                  </a:lnTo>
                  <a:lnTo>
                    <a:pt x="1190080" y="125559"/>
                  </a:lnTo>
                  <a:lnTo>
                    <a:pt x="1177111" y="168235"/>
                  </a:lnTo>
                  <a:lnTo>
                    <a:pt x="1148800" y="202699"/>
                  </a:lnTo>
                  <a:lnTo>
                    <a:pt x="1130259" y="215088"/>
                  </a:lnTo>
                  <a:lnTo>
                    <a:pt x="1121810" y="219074"/>
                  </a:lnTo>
                  <a:close/>
                </a:path>
              </a:pathLst>
            </a:custGeom>
            <a:solidFill>
              <a:srgbClr val="0567E1">
                <a:alpha val="3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5" name="Google Shape;215;p8"/>
          <p:cNvSpPr txBox="1"/>
          <p:nvPr/>
        </p:nvSpPr>
        <p:spPr>
          <a:xfrm>
            <a:off x="9133830" y="523830"/>
            <a:ext cx="951865" cy="159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567E1"/>
                </a:solidFill>
                <a:latin typeface="Arial"/>
                <a:ea typeface="Arial"/>
                <a:cs typeface="Arial"/>
                <a:sym typeface="Arial"/>
              </a:rPr>
              <a:t>F OU N DATI ON S</a:t>
            </a:r>
            <a:endParaRPr sz="8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6" name="Google Shape;216;p8"/>
          <p:cNvGrpSpPr/>
          <p:nvPr/>
        </p:nvGrpSpPr>
        <p:grpSpPr>
          <a:xfrm>
            <a:off x="476249" y="3952872"/>
            <a:ext cx="4724400" cy="685800"/>
            <a:chOff x="476249" y="3952872"/>
            <a:chExt cx="4724400" cy="685800"/>
          </a:xfrm>
        </p:grpSpPr>
        <p:sp>
          <p:nvSpPr>
            <p:cNvPr id="217" name="Google Shape;217;p8"/>
            <p:cNvSpPr/>
            <p:nvPr/>
          </p:nvSpPr>
          <p:spPr>
            <a:xfrm>
              <a:off x="495299" y="3952872"/>
              <a:ext cx="4705350" cy="685800"/>
            </a:xfrm>
            <a:custGeom>
              <a:rect b="b" l="l" r="r" t="t"/>
              <a:pathLst>
                <a:path extrusionOk="0" h="685800" w="4705350">
                  <a:moveTo>
                    <a:pt x="4634152" y="685795"/>
                  </a:moveTo>
                  <a:lnTo>
                    <a:pt x="0" y="685799"/>
                  </a:lnTo>
                  <a:lnTo>
                    <a:pt x="0" y="0"/>
                  </a:lnTo>
                  <a:lnTo>
                    <a:pt x="4634152" y="0"/>
                  </a:lnTo>
                  <a:lnTo>
                    <a:pt x="4639107" y="488"/>
                  </a:lnTo>
                  <a:lnTo>
                    <a:pt x="4675643" y="15617"/>
                  </a:lnTo>
                  <a:lnTo>
                    <a:pt x="4701463" y="51653"/>
                  </a:lnTo>
                  <a:lnTo>
                    <a:pt x="4705349" y="71195"/>
                  </a:lnTo>
                  <a:lnTo>
                    <a:pt x="4705349" y="614599"/>
                  </a:lnTo>
                  <a:lnTo>
                    <a:pt x="4689727" y="656085"/>
                  </a:lnTo>
                  <a:lnTo>
                    <a:pt x="4653687" y="681907"/>
                  </a:lnTo>
                  <a:lnTo>
                    <a:pt x="4634152" y="685795"/>
                  </a:lnTo>
                  <a:close/>
                </a:path>
              </a:pathLst>
            </a:custGeom>
            <a:solidFill>
              <a:srgbClr val="151C3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8"/>
            <p:cNvSpPr/>
            <p:nvPr/>
          </p:nvSpPr>
          <p:spPr>
            <a:xfrm>
              <a:off x="476249" y="3952872"/>
              <a:ext cx="38100" cy="685800"/>
            </a:xfrm>
            <a:custGeom>
              <a:rect b="b" l="l" r="r" t="t"/>
              <a:pathLst>
                <a:path extrusionOk="0" h="685800" w="38100">
                  <a:moveTo>
                    <a:pt x="38099" y="685799"/>
                  </a:moveTo>
                  <a:lnTo>
                    <a:pt x="0" y="6857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685799"/>
                  </a:lnTo>
                  <a:close/>
                </a:path>
              </a:pathLst>
            </a:custGeom>
            <a:solidFill>
              <a:srgbClr val="EF44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9" name="Google Shape;219;p8"/>
          <p:cNvSpPr txBox="1"/>
          <p:nvPr/>
        </p:nvSpPr>
        <p:spPr>
          <a:xfrm>
            <a:off x="463549" y="2935525"/>
            <a:ext cx="4697095" cy="880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The Carrier Lock Starvation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a virtual thread runs blocking actions inside a </a:t>
            </a:r>
            <a:r>
              <a:rPr lang="en-US" sz="1100">
                <a:solidFill>
                  <a:srgbClr val="94A2B8"/>
                </a:solidFill>
                <a:latin typeface="Courier New"/>
                <a:ea typeface="Courier New"/>
                <a:cs typeface="Courier New"/>
                <a:sym typeface="Courier New"/>
              </a:rPr>
              <a:t>synchronized </a:t>
            </a: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block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207645" rtl="0" algn="l">
              <a:lnSpc>
                <a:spcPct val="114599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 native JNI call, the underlying platform thread is "pinned" to the CPU core.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0" name="Google Shape;220;p8"/>
          <p:cNvSpPr txBox="1"/>
          <p:nvPr/>
        </p:nvSpPr>
        <p:spPr>
          <a:xfrm>
            <a:off x="654050" y="4062794"/>
            <a:ext cx="3968115" cy="4165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775">
            <a:spAutoFit/>
          </a:bodyPr>
          <a:lstStyle/>
          <a:p>
            <a:pPr indent="0" lvl="0" marL="12700" marR="5080" rtl="0" algn="l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Outage Risk</a:t>
            </a:r>
            <a:r>
              <a:rPr b="1" lang="en-US" sz="115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100">
                <a:solidFill>
                  <a:srgbClr val="F1F5F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Pinned threads block the carrier pool from yielding</a:t>
            </a:r>
            <a:r>
              <a:rPr lang="en-US" sz="1050">
                <a:solidFill>
                  <a:srgbClr val="F1F5F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100">
                <a:solidFill>
                  <a:srgbClr val="F1F5F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causing thread starvation across the entire cluster</a:t>
            </a:r>
            <a:r>
              <a:rPr lang="en-US" sz="1050">
                <a:solidFill>
                  <a:srgbClr val="F1F5F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0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1" name="Google Shape;221;p8"/>
          <p:cNvSpPr txBox="1"/>
          <p:nvPr/>
        </p:nvSpPr>
        <p:spPr>
          <a:xfrm>
            <a:off x="463549" y="4748912"/>
            <a:ext cx="4435475" cy="42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9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Replace </a:t>
            </a:r>
            <a:r>
              <a:rPr lang="en-US" sz="1000">
                <a:solidFill>
                  <a:srgbClr val="94A2B8"/>
                </a:solidFill>
                <a:latin typeface="Courier New"/>
                <a:ea typeface="Courier New"/>
                <a:cs typeface="Courier New"/>
                <a:sym typeface="Courier New"/>
              </a:rPr>
              <a:t>synchronized </a:t>
            </a:r>
            <a:r>
              <a:rPr lang="en-US" sz="11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with </a:t>
            </a:r>
            <a:r>
              <a:rPr lang="en-US" sz="1000">
                <a:solidFill>
                  <a:srgbClr val="94A2B8"/>
                </a:solidFill>
                <a:latin typeface="Courier New"/>
                <a:ea typeface="Courier New"/>
                <a:cs typeface="Courier New"/>
                <a:sym typeface="Courier New"/>
              </a:rPr>
              <a:t>ReentrantLock </a:t>
            </a:r>
            <a:r>
              <a:rPr lang="en-US" sz="11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high</a:t>
            </a:r>
            <a:r>
              <a:rPr lang="en-US" sz="10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</a:t>
            </a:r>
            <a:r>
              <a:rPr lang="en-US" sz="11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10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/</a:t>
            </a:r>
            <a:r>
              <a:rPr lang="en-US" sz="11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components to allow carrier threads to yield correctly</a:t>
            </a:r>
            <a:r>
              <a:rPr lang="en-US" sz="10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0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22" name="Google Shape;222;p8"/>
          <p:cNvGrpSpPr/>
          <p:nvPr/>
        </p:nvGrpSpPr>
        <p:grpSpPr>
          <a:xfrm>
            <a:off x="5491161" y="2986085"/>
            <a:ext cx="4714875" cy="2181225"/>
            <a:chOff x="5491161" y="2986085"/>
            <a:chExt cx="4714875" cy="2181225"/>
          </a:xfrm>
        </p:grpSpPr>
        <p:sp>
          <p:nvSpPr>
            <p:cNvPr id="223" name="Google Shape;223;p8"/>
            <p:cNvSpPr/>
            <p:nvPr/>
          </p:nvSpPr>
          <p:spPr>
            <a:xfrm>
              <a:off x="5491161" y="2986085"/>
              <a:ext cx="4714875" cy="2181225"/>
            </a:xfrm>
            <a:custGeom>
              <a:rect b="b" l="l" r="r" t="t"/>
              <a:pathLst>
                <a:path extrusionOk="0" h="2181225" w="4714875">
                  <a:moveTo>
                    <a:pt x="0" y="2109787"/>
                  </a:moveTo>
                  <a:lnTo>
                    <a:pt x="0" y="71437"/>
                  </a:lnTo>
                  <a:lnTo>
                    <a:pt x="0" y="66744"/>
                  </a:lnTo>
                  <a:lnTo>
                    <a:pt x="457" y="62093"/>
                  </a:lnTo>
                  <a:lnTo>
                    <a:pt x="1372" y="57489"/>
                  </a:lnTo>
                  <a:lnTo>
                    <a:pt x="2287" y="52889"/>
                  </a:lnTo>
                  <a:lnTo>
                    <a:pt x="3642" y="48420"/>
                  </a:lnTo>
                  <a:lnTo>
                    <a:pt x="5437" y="44090"/>
                  </a:lnTo>
                  <a:lnTo>
                    <a:pt x="7232" y="39755"/>
                  </a:lnTo>
                  <a:lnTo>
                    <a:pt x="20923" y="20919"/>
                  </a:lnTo>
                  <a:lnTo>
                    <a:pt x="24240" y="17603"/>
                  </a:lnTo>
                  <a:lnTo>
                    <a:pt x="27848" y="14645"/>
                  </a:lnTo>
                  <a:lnTo>
                    <a:pt x="31749" y="12036"/>
                  </a:lnTo>
                  <a:lnTo>
                    <a:pt x="35649" y="9426"/>
                  </a:lnTo>
                  <a:lnTo>
                    <a:pt x="71438" y="0"/>
                  </a:lnTo>
                  <a:lnTo>
                    <a:pt x="4643437" y="0"/>
                  </a:lnTo>
                  <a:lnTo>
                    <a:pt x="4648126" y="4"/>
                  </a:lnTo>
                  <a:lnTo>
                    <a:pt x="4652772" y="460"/>
                  </a:lnTo>
                  <a:lnTo>
                    <a:pt x="4657372" y="1371"/>
                  </a:lnTo>
                  <a:lnTo>
                    <a:pt x="4661973" y="2283"/>
                  </a:lnTo>
                  <a:lnTo>
                    <a:pt x="4683124" y="12036"/>
                  </a:lnTo>
                  <a:lnTo>
                    <a:pt x="4687025" y="14645"/>
                  </a:lnTo>
                  <a:lnTo>
                    <a:pt x="4690633" y="17603"/>
                  </a:lnTo>
                  <a:lnTo>
                    <a:pt x="4693950" y="20919"/>
                  </a:lnTo>
                  <a:lnTo>
                    <a:pt x="4697268" y="24235"/>
                  </a:lnTo>
                  <a:lnTo>
                    <a:pt x="4709436" y="44095"/>
                  </a:lnTo>
                  <a:lnTo>
                    <a:pt x="4711231" y="48425"/>
                  </a:lnTo>
                  <a:lnTo>
                    <a:pt x="4712587" y="52894"/>
                  </a:lnTo>
                  <a:lnTo>
                    <a:pt x="4713501" y="57493"/>
                  </a:lnTo>
                  <a:lnTo>
                    <a:pt x="4714417" y="62093"/>
                  </a:lnTo>
                  <a:lnTo>
                    <a:pt x="4714875" y="66744"/>
                  </a:lnTo>
                  <a:lnTo>
                    <a:pt x="4714875" y="71437"/>
                  </a:lnTo>
                  <a:lnTo>
                    <a:pt x="4714875" y="2109787"/>
                  </a:lnTo>
                  <a:lnTo>
                    <a:pt x="4714875" y="2114475"/>
                  </a:lnTo>
                  <a:lnTo>
                    <a:pt x="4714417" y="2119121"/>
                  </a:lnTo>
                  <a:lnTo>
                    <a:pt x="4713501" y="2123721"/>
                  </a:lnTo>
                  <a:lnTo>
                    <a:pt x="4712587" y="2128321"/>
                  </a:lnTo>
                  <a:lnTo>
                    <a:pt x="4711231" y="2132790"/>
                  </a:lnTo>
                  <a:lnTo>
                    <a:pt x="4709436" y="2137120"/>
                  </a:lnTo>
                  <a:lnTo>
                    <a:pt x="4707639" y="2141455"/>
                  </a:lnTo>
                  <a:lnTo>
                    <a:pt x="4705439" y="2145570"/>
                  </a:lnTo>
                  <a:lnTo>
                    <a:pt x="4702834" y="2149468"/>
                  </a:lnTo>
                  <a:lnTo>
                    <a:pt x="4700228" y="2153370"/>
                  </a:lnTo>
                  <a:lnTo>
                    <a:pt x="4670774" y="2175778"/>
                  </a:lnTo>
                  <a:lnTo>
                    <a:pt x="4666440" y="2177578"/>
                  </a:lnTo>
                  <a:lnTo>
                    <a:pt x="4661973" y="2178932"/>
                  </a:lnTo>
                  <a:lnTo>
                    <a:pt x="4657372" y="2179848"/>
                  </a:lnTo>
                  <a:lnTo>
                    <a:pt x="4652772" y="2180764"/>
                  </a:lnTo>
                  <a:lnTo>
                    <a:pt x="4648126" y="2181220"/>
                  </a:lnTo>
                  <a:lnTo>
                    <a:pt x="4643437" y="2181224"/>
                  </a:lnTo>
                  <a:lnTo>
                    <a:pt x="71438" y="2181224"/>
                  </a:lnTo>
                  <a:lnTo>
                    <a:pt x="44100" y="2175778"/>
                  </a:lnTo>
                  <a:lnTo>
                    <a:pt x="39766" y="2173982"/>
                  </a:lnTo>
                  <a:lnTo>
                    <a:pt x="12039" y="2149468"/>
                  </a:lnTo>
                  <a:lnTo>
                    <a:pt x="9433" y="2145570"/>
                  </a:lnTo>
                  <a:lnTo>
                    <a:pt x="7232" y="2141455"/>
                  </a:lnTo>
                  <a:lnTo>
                    <a:pt x="5437" y="2137120"/>
                  </a:lnTo>
                  <a:lnTo>
                    <a:pt x="3642" y="2132790"/>
                  </a:lnTo>
                  <a:lnTo>
                    <a:pt x="2287" y="2128321"/>
                  </a:lnTo>
                  <a:lnTo>
                    <a:pt x="1372" y="2123721"/>
                  </a:lnTo>
                  <a:lnTo>
                    <a:pt x="457" y="2119121"/>
                  </a:lnTo>
                  <a:lnTo>
                    <a:pt x="0" y="2114475"/>
                  </a:lnTo>
                  <a:lnTo>
                    <a:pt x="0" y="2109787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8"/>
            <p:cNvSpPr/>
            <p:nvPr/>
          </p:nvSpPr>
          <p:spPr>
            <a:xfrm>
              <a:off x="5495924" y="2990850"/>
              <a:ext cx="4705350" cy="314325"/>
            </a:xfrm>
            <a:custGeom>
              <a:rect b="b" l="l" r="r" t="t"/>
              <a:pathLst>
                <a:path extrusionOk="0" h="314325" w="4705350">
                  <a:moveTo>
                    <a:pt x="4705349" y="314324"/>
                  </a:moveTo>
                  <a:lnTo>
                    <a:pt x="0" y="314324"/>
                  </a:lnTo>
                  <a:lnTo>
                    <a:pt x="0" y="66677"/>
                  </a:lnTo>
                  <a:lnTo>
                    <a:pt x="11226" y="29627"/>
                  </a:lnTo>
                  <a:lnTo>
                    <a:pt x="41158" y="5077"/>
                  </a:lnTo>
                  <a:lnTo>
                    <a:pt x="66675" y="0"/>
                  </a:lnTo>
                  <a:lnTo>
                    <a:pt x="4638675" y="0"/>
                  </a:lnTo>
                  <a:lnTo>
                    <a:pt x="4675723" y="11228"/>
                  </a:lnTo>
                  <a:lnTo>
                    <a:pt x="4700272" y="41161"/>
                  </a:lnTo>
                  <a:lnTo>
                    <a:pt x="4705349" y="314324"/>
                  </a:lnTo>
                  <a:close/>
                </a:path>
              </a:pathLst>
            </a:custGeom>
            <a:solidFill>
              <a:srgbClr val="FFFFFF">
                <a:alpha val="3137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8"/>
            <p:cNvSpPr/>
            <p:nvPr/>
          </p:nvSpPr>
          <p:spPr>
            <a:xfrm>
              <a:off x="5495924" y="3295647"/>
              <a:ext cx="4705350" cy="9525"/>
            </a:xfrm>
            <a:custGeom>
              <a:rect b="b" l="l" r="r" t="t"/>
              <a:pathLst>
                <a:path extrusionOk="0" h="9525" w="4705350">
                  <a:moveTo>
                    <a:pt x="47053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4705349" y="0"/>
                  </a:lnTo>
                  <a:lnTo>
                    <a:pt x="4705349" y="9524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6" name="Google Shape;226;p8"/>
          <p:cNvSpPr txBox="1"/>
          <p:nvPr/>
        </p:nvSpPr>
        <p:spPr>
          <a:xfrm>
            <a:off x="5635625" y="3042866"/>
            <a:ext cx="1802130" cy="176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94A2B8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Refactoring Pinning Blocks</a:t>
            </a:r>
            <a:endParaRPr sz="1000"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5495924" y="3305175"/>
            <a:ext cx="4705350" cy="1857375"/>
          </a:xfrm>
          <a:custGeom>
            <a:rect b="b" l="l" r="r" t="t"/>
            <a:pathLst>
              <a:path extrusionOk="0" h="1857375" w="4705350">
                <a:moveTo>
                  <a:pt x="4638675" y="1857374"/>
                </a:moveTo>
                <a:lnTo>
                  <a:pt x="66675" y="1857374"/>
                </a:lnTo>
                <a:lnTo>
                  <a:pt x="60107" y="1857059"/>
                </a:lnTo>
                <a:lnTo>
                  <a:pt x="24397" y="1842268"/>
                </a:lnTo>
                <a:lnTo>
                  <a:pt x="2854" y="1810027"/>
                </a:lnTo>
                <a:lnTo>
                  <a:pt x="0" y="1790702"/>
                </a:lnTo>
                <a:lnTo>
                  <a:pt x="0" y="0"/>
                </a:lnTo>
                <a:lnTo>
                  <a:pt x="4705350" y="0"/>
                </a:lnTo>
                <a:lnTo>
                  <a:pt x="4705349" y="1790702"/>
                </a:lnTo>
                <a:lnTo>
                  <a:pt x="4694122" y="1827751"/>
                </a:lnTo>
                <a:lnTo>
                  <a:pt x="4664189" y="1852301"/>
                </a:lnTo>
                <a:lnTo>
                  <a:pt x="4638675" y="1857374"/>
                </a:lnTo>
                <a:close/>
              </a:path>
            </a:pathLst>
          </a:custGeom>
          <a:solidFill>
            <a:srgbClr val="03050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"/>
          <p:cNvSpPr txBox="1"/>
          <p:nvPr/>
        </p:nvSpPr>
        <p:spPr>
          <a:xfrm>
            <a:off x="5635624" y="3421062"/>
            <a:ext cx="403987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64738B"/>
                </a:solidFill>
                <a:latin typeface="Courier New"/>
                <a:ea typeface="Courier New"/>
                <a:cs typeface="Courier New"/>
                <a:sym typeface="Courier New"/>
              </a:rPr>
              <a:t>// BAD: Pins carrier thread on socket read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public synchronized void 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getData() { readFromSocket(); }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9" name="Google Shape;229;p8"/>
          <p:cNvSpPr txBox="1"/>
          <p:nvPr/>
        </p:nvSpPr>
        <p:spPr>
          <a:xfrm>
            <a:off x="5635624" y="3935412"/>
            <a:ext cx="4039870" cy="1063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64738B"/>
                </a:solidFill>
                <a:latin typeface="Courier New"/>
                <a:ea typeface="Courier New"/>
                <a:cs typeface="Courier New"/>
                <a:sym typeface="Courier New"/>
              </a:rPr>
              <a:t>// GOOD: Allows carrier thread yielding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private final </a:t>
            </a:r>
            <a:r>
              <a:rPr lang="en-US" sz="900">
                <a:solidFill>
                  <a:srgbClr val="37BDF7"/>
                </a:solidFill>
                <a:latin typeface="Courier New"/>
                <a:ea typeface="Courier New"/>
                <a:cs typeface="Courier New"/>
                <a:sym typeface="Courier New"/>
              </a:rPr>
              <a:t>ReentrantLock 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lock = </a:t>
            </a: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lang="en-US" sz="900">
                <a:solidFill>
                  <a:srgbClr val="37BDF7"/>
                </a:solidFill>
                <a:latin typeface="Courier New"/>
                <a:ea typeface="Courier New"/>
                <a:cs typeface="Courier New"/>
                <a:sym typeface="Courier New"/>
              </a:rPr>
              <a:t>ReentrantLock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-287020" lvl="0" marL="299085" marR="2083435" rtl="0" algn="l">
              <a:lnSpc>
                <a:spcPct val="125000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public void 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getDataSafe() { lock.lock();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9085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try 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{ readFromSocket(); } </a:t>
            </a: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finally 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{ lock.unlock(); }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"/>
          <p:cNvSpPr txBox="1"/>
          <p:nvPr/>
        </p:nvSpPr>
        <p:spPr>
          <a:xfrm>
            <a:off x="463549" y="2672410"/>
            <a:ext cx="1099820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8B00"/>
                </a:solidFill>
                <a:latin typeface="Arial"/>
                <a:ea typeface="Arial"/>
                <a:cs typeface="Arial"/>
                <a:sym typeface="Arial"/>
              </a:rPr>
              <a:t>M O D U L E I I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5" name="Google Shape;23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49" y="3057522"/>
            <a:ext cx="9734549" cy="1200149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9"/>
          <p:cNvSpPr txBox="1"/>
          <p:nvPr/>
        </p:nvSpPr>
        <p:spPr>
          <a:xfrm>
            <a:off x="463549" y="4329516"/>
            <a:ext cx="6002655" cy="53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163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Decoding hardware caches</a:t>
            </a:r>
            <a:r>
              <a:rPr lang="en-US" sz="14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4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JSR</a:t>
            </a:r>
            <a:r>
              <a:rPr lang="en-US" sz="14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-133 </a:t>
            </a:r>
            <a:r>
              <a:rPr lang="en-US" sz="14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ordering contracts</a:t>
            </a:r>
            <a:r>
              <a:rPr lang="en-US" sz="14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4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Happens</a:t>
            </a:r>
            <a:r>
              <a:rPr lang="en-US" sz="14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</a:t>
            </a:r>
            <a:r>
              <a:rPr lang="en-US" sz="14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Before specifications</a:t>
            </a:r>
            <a:r>
              <a:rPr lang="en-US" sz="14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4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volatile barriers</a:t>
            </a:r>
            <a:r>
              <a:rPr lang="en-US" sz="14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41" name="Google Shape;241;p10"/>
          <p:cNvSpPr txBox="1"/>
          <p:nvPr>
            <p:ph type="title"/>
          </p:nvPr>
        </p:nvSpPr>
        <p:spPr>
          <a:xfrm>
            <a:off x="463549" y="409883"/>
            <a:ext cx="5290820" cy="353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FF8B00"/>
                </a:solidFill>
              </a:rPr>
              <a:t>10. </a:t>
            </a:r>
            <a:r>
              <a:rPr lang="en-US"/>
              <a:t>Under the Hood of count</a:t>
            </a:r>
            <a:r>
              <a:rPr lang="en-US" sz="2050"/>
              <a:t>++</a:t>
            </a:r>
            <a:endParaRPr sz="2050"/>
          </a:p>
        </p:txBody>
      </p:sp>
      <p:grpSp>
        <p:nvGrpSpPr>
          <p:cNvPr id="242" name="Google Shape;242;p10"/>
          <p:cNvGrpSpPr/>
          <p:nvPr/>
        </p:nvGrpSpPr>
        <p:grpSpPr>
          <a:xfrm>
            <a:off x="9658349" y="495299"/>
            <a:ext cx="552451" cy="228602"/>
            <a:chOff x="9658349" y="495299"/>
            <a:chExt cx="552451" cy="228602"/>
          </a:xfrm>
        </p:grpSpPr>
        <p:sp>
          <p:nvSpPr>
            <p:cNvPr id="243" name="Google Shape;243;p10"/>
            <p:cNvSpPr/>
            <p:nvPr/>
          </p:nvSpPr>
          <p:spPr>
            <a:xfrm>
              <a:off x="9658349" y="495301"/>
              <a:ext cx="552450" cy="228600"/>
            </a:xfrm>
            <a:custGeom>
              <a:rect b="b" l="l" r="r" t="t"/>
              <a:pathLst>
                <a:path extrusionOk="0" h="228600" w="552450">
                  <a:moveTo>
                    <a:pt x="438149" y="228599"/>
                  </a:moveTo>
                  <a:lnTo>
                    <a:pt x="114299" y="228599"/>
                  </a:lnTo>
                  <a:lnTo>
                    <a:pt x="103039" y="228056"/>
                  </a:lnTo>
                  <a:lnTo>
                    <a:pt x="60363" y="215088"/>
                  </a:lnTo>
                  <a:lnTo>
                    <a:pt x="25899" y="186775"/>
                  </a:lnTo>
                  <a:lnTo>
                    <a:pt x="4892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0" y="60364"/>
                  </a:lnTo>
                  <a:lnTo>
                    <a:pt x="41823" y="25900"/>
                  </a:lnTo>
                  <a:lnTo>
                    <a:pt x="81168" y="4894"/>
                  </a:lnTo>
                  <a:lnTo>
                    <a:pt x="114299" y="0"/>
                  </a:lnTo>
                  <a:lnTo>
                    <a:pt x="438149" y="0"/>
                  </a:lnTo>
                  <a:lnTo>
                    <a:pt x="481889" y="8700"/>
                  </a:lnTo>
                  <a:lnTo>
                    <a:pt x="518971" y="33477"/>
                  </a:lnTo>
                  <a:lnTo>
                    <a:pt x="543747" y="70559"/>
                  </a:lnTo>
                  <a:lnTo>
                    <a:pt x="552449" y="114299"/>
                  </a:lnTo>
                  <a:lnTo>
                    <a:pt x="551905" y="125559"/>
                  </a:lnTo>
                  <a:lnTo>
                    <a:pt x="538936" y="168235"/>
                  </a:lnTo>
                  <a:lnTo>
                    <a:pt x="510625" y="202699"/>
                  </a:lnTo>
                  <a:lnTo>
                    <a:pt x="471278" y="223705"/>
                  </a:lnTo>
                  <a:lnTo>
                    <a:pt x="438149" y="228599"/>
                  </a:lnTo>
                  <a:close/>
                </a:path>
              </a:pathLst>
            </a:custGeom>
            <a:solidFill>
              <a:srgbClr val="0567E1">
                <a:alpha val="1215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0"/>
            <p:cNvSpPr/>
            <p:nvPr/>
          </p:nvSpPr>
          <p:spPr>
            <a:xfrm>
              <a:off x="9658350" y="495299"/>
              <a:ext cx="552450" cy="228600"/>
            </a:xfrm>
            <a:custGeom>
              <a:rect b="b" l="l" r="r" t="t"/>
              <a:pathLst>
                <a:path extrusionOk="0" h="228600" w="552450">
                  <a:moveTo>
                    <a:pt x="438149" y="228599"/>
                  </a:moveTo>
                  <a:lnTo>
                    <a:pt x="114299" y="228599"/>
                  </a:lnTo>
                  <a:lnTo>
                    <a:pt x="103039" y="228056"/>
                  </a:lnTo>
                  <a:lnTo>
                    <a:pt x="60363" y="215088"/>
                  </a:lnTo>
                  <a:lnTo>
                    <a:pt x="25899" y="186775"/>
                  </a:lnTo>
                  <a:lnTo>
                    <a:pt x="4892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0" y="60364"/>
                  </a:lnTo>
                  <a:lnTo>
                    <a:pt x="41823" y="25900"/>
                  </a:lnTo>
                  <a:lnTo>
                    <a:pt x="81168" y="4894"/>
                  </a:lnTo>
                  <a:lnTo>
                    <a:pt x="114299" y="0"/>
                  </a:lnTo>
                  <a:lnTo>
                    <a:pt x="438149" y="0"/>
                  </a:lnTo>
                  <a:lnTo>
                    <a:pt x="481889" y="8700"/>
                  </a:lnTo>
                  <a:lnTo>
                    <a:pt x="483636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121179"/>
                  </a:lnTo>
                  <a:lnTo>
                    <a:pt x="20133" y="160751"/>
                  </a:lnTo>
                  <a:lnTo>
                    <a:pt x="45077" y="193251"/>
                  </a:lnTo>
                  <a:lnTo>
                    <a:pt x="80560" y="213732"/>
                  </a:lnTo>
                  <a:lnTo>
                    <a:pt x="107420" y="219074"/>
                  </a:lnTo>
                  <a:lnTo>
                    <a:pt x="483635" y="219074"/>
                  </a:lnTo>
                  <a:lnTo>
                    <a:pt x="481889" y="219899"/>
                  </a:lnTo>
                  <a:lnTo>
                    <a:pt x="471278" y="223705"/>
                  </a:lnTo>
                  <a:lnTo>
                    <a:pt x="460451" y="226424"/>
                  </a:lnTo>
                  <a:lnTo>
                    <a:pt x="449408" y="228056"/>
                  </a:lnTo>
                  <a:lnTo>
                    <a:pt x="438149" y="228599"/>
                  </a:lnTo>
                  <a:close/>
                </a:path>
                <a:path extrusionOk="0" h="228600" w="552450">
                  <a:moveTo>
                    <a:pt x="483635" y="219074"/>
                  </a:moveTo>
                  <a:lnTo>
                    <a:pt x="445029" y="219074"/>
                  </a:lnTo>
                  <a:lnTo>
                    <a:pt x="451842" y="218403"/>
                  </a:lnTo>
                  <a:lnTo>
                    <a:pt x="465337" y="215719"/>
                  </a:lnTo>
                  <a:lnTo>
                    <a:pt x="502079" y="197595"/>
                  </a:lnTo>
                  <a:lnTo>
                    <a:pt x="529089" y="166789"/>
                  </a:lnTo>
                  <a:lnTo>
                    <a:pt x="542253" y="127993"/>
                  </a:lnTo>
                  <a:lnTo>
                    <a:pt x="542924" y="121179"/>
                  </a:lnTo>
                  <a:lnTo>
                    <a:pt x="542924" y="107420"/>
                  </a:lnTo>
                  <a:lnTo>
                    <a:pt x="532316" y="67848"/>
                  </a:lnTo>
                  <a:lnTo>
                    <a:pt x="507372" y="35348"/>
                  </a:lnTo>
                  <a:lnTo>
                    <a:pt x="471889" y="14867"/>
                  </a:lnTo>
                  <a:lnTo>
                    <a:pt x="445029" y="9524"/>
                  </a:lnTo>
                  <a:lnTo>
                    <a:pt x="483636" y="9524"/>
                  </a:lnTo>
                  <a:lnTo>
                    <a:pt x="518971" y="33477"/>
                  </a:lnTo>
                  <a:lnTo>
                    <a:pt x="543747" y="70559"/>
                  </a:lnTo>
                  <a:lnTo>
                    <a:pt x="552449" y="114299"/>
                  </a:lnTo>
                  <a:lnTo>
                    <a:pt x="551905" y="125559"/>
                  </a:lnTo>
                  <a:lnTo>
                    <a:pt x="538936" y="168235"/>
                  </a:lnTo>
                  <a:lnTo>
                    <a:pt x="510625" y="202699"/>
                  </a:lnTo>
                  <a:lnTo>
                    <a:pt x="492084" y="215088"/>
                  </a:lnTo>
                  <a:lnTo>
                    <a:pt x="483635" y="219074"/>
                  </a:lnTo>
                  <a:close/>
                </a:path>
              </a:pathLst>
            </a:custGeom>
            <a:solidFill>
              <a:srgbClr val="0567E1">
                <a:alpha val="3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5" name="Google Shape;245;p10"/>
          <p:cNvSpPr txBox="1"/>
          <p:nvPr/>
        </p:nvSpPr>
        <p:spPr>
          <a:xfrm>
            <a:off x="9770516" y="523830"/>
            <a:ext cx="314960" cy="159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567E1"/>
                </a:solidFill>
                <a:latin typeface="Arial"/>
                <a:ea typeface="Arial"/>
                <a:cs typeface="Arial"/>
                <a:sym typeface="Arial"/>
              </a:rPr>
              <a:t>J MM</a:t>
            </a:r>
            <a:endParaRPr sz="8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0"/>
          <p:cNvSpPr txBox="1"/>
          <p:nvPr/>
        </p:nvSpPr>
        <p:spPr>
          <a:xfrm>
            <a:off x="463549" y="3076891"/>
            <a:ext cx="4455795" cy="890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Disassembling Non</a:t>
            </a:r>
            <a:r>
              <a:rPr b="1" lang="en-US" sz="16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lang="en-US" sz="15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Atomic Operations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Java code hides instruction details. Examining raw JVM bytecode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440055" rtl="0" algn="l">
              <a:lnSpc>
                <a:spcPct val="114599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reveals why increments are highly vulnerable to concurrent modification: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47" name="Google Shape;247;p10"/>
          <p:cNvGrpSpPr/>
          <p:nvPr/>
        </p:nvGrpSpPr>
        <p:grpSpPr>
          <a:xfrm>
            <a:off x="5491161" y="3243259"/>
            <a:ext cx="4714875" cy="1666875"/>
            <a:chOff x="5491161" y="3243259"/>
            <a:chExt cx="4714875" cy="1666875"/>
          </a:xfrm>
        </p:grpSpPr>
        <p:sp>
          <p:nvSpPr>
            <p:cNvPr id="248" name="Google Shape;248;p10"/>
            <p:cNvSpPr/>
            <p:nvPr/>
          </p:nvSpPr>
          <p:spPr>
            <a:xfrm>
              <a:off x="5491161" y="3243259"/>
              <a:ext cx="4714875" cy="1666875"/>
            </a:xfrm>
            <a:custGeom>
              <a:rect b="b" l="l" r="r" t="t"/>
              <a:pathLst>
                <a:path extrusionOk="0" h="1666875" w="4714875">
                  <a:moveTo>
                    <a:pt x="0" y="1595437"/>
                  </a:moveTo>
                  <a:lnTo>
                    <a:pt x="0" y="71437"/>
                  </a:lnTo>
                  <a:lnTo>
                    <a:pt x="0" y="66744"/>
                  </a:lnTo>
                  <a:lnTo>
                    <a:pt x="457" y="62093"/>
                  </a:lnTo>
                  <a:lnTo>
                    <a:pt x="1372" y="57493"/>
                  </a:lnTo>
                  <a:lnTo>
                    <a:pt x="2287" y="52894"/>
                  </a:lnTo>
                  <a:lnTo>
                    <a:pt x="3642" y="48425"/>
                  </a:lnTo>
                  <a:lnTo>
                    <a:pt x="20923" y="20919"/>
                  </a:lnTo>
                  <a:lnTo>
                    <a:pt x="24240" y="17603"/>
                  </a:lnTo>
                  <a:lnTo>
                    <a:pt x="27848" y="14640"/>
                  </a:lnTo>
                  <a:lnTo>
                    <a:pt x="31749" y="12036"/>
                  </a:lnTo>
                  <a:lnTo>
                    <a:pt x="35649" y="9426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4643437" y="0"/>
                  </a:lnTo>
                  <a:lnTo>
                    <a:pt x="4648126" y="0"/>
                  </a:lnTo>
                  <a:lnTo>
                    <a:pt x="4652772" y="456"/>
                  </a:lnTo>
                  <a:lnTo>
                    <a:pt x="4683124" y="12036"/>
                  </a:lnTo>
                  <a:lnTo>
                    <a:pt x="4687025" y="14640"/>
                  </a:lnTo>
                  <a:lnTo>
                    <a:pt x="4690633" y="17603"/>
                  </a:lnTo>
                  <a:lnTo>
                    <a:pt x="4693950" y="20919"/>
                  </a:lnTo>
                  <a:lnTo>
                    <a:pt x="4697268" y="24235"/>
                  </a:lnTo>
                  <a:lnTo>
                    <a:pt x="4713501" y="57493"/>
                  </a:lnTo>
                  <a:lnTo>
                    <a:pt x="4714417" y="62093"/>
                  </a:lnTo>
                  <a:lnTo>
                    <a:pt x="4714875" y="66744"/>
                  </a:lnTo>
                  <a:lnTo>
                    <a:pt x="4714875" y="71437"/>
                  </a:lnTo>
                  <a:lnTo>
                    <a:pt x="4714875" y="1595437"/>
                  </a:lnTo>
                  <a:lnTo>
                    <a:pt x="4714875" y="1600125"/>
                  </a:lnTo>
                  <a:lnTo>
                    <a:pt x="4714417" y="1604771"/>
                  </a:lnTo>
                  <a:lnTo>
                    <a:pt x="4713501" y="1609371"/>
                  </a:lnTo>
                  <a:lnTo>
                    <a:pt x="4712587" y="1613971"/>
                  </a:lnTo>
                  <a:lnTo>
                    <a:pt x="4711231" y="1618436"/>
                  </a:lnTo>
                  <a:lnTo>
                    <a:pt x="4709436" y="1622765"/>
                  </a:lnTo>
                  <a:lnTo>
                    <a:pt x="4707639" y="1627100"/>
                  </a:lnTo>
                  <a:lnTo>
                    <a:pt x="4705439" y="1631216"/>
                  </a:lnTo>
                  <a:lnTo>
                    <a:pt x="4702834" y="1635118"/>
                  </a:lnTo>
                  <a:lnTo>
                    <a:pt x="4700228" y="1639020"/>
                  </a:lnTo>
                  <a:lnTo>
                    <a:pt x="4697268" y="1642629"/>
                  </a:lnTo>
                  <a:lnTo>
                    <a:pt x="4693950" y="1645945"/>
                  </a:lnTo>
                  <a:lnTo>
                    <a:pt x="4690633" y="1649262"/>
                  </a:lnTo>
                  <a:lnTo>
                    <a:pt x="4687025" y="1652219"/>
                  </a:lnTo>
                  <a:lnTo>
                    <a:pt x="4683124" y="1654820"/>
                  </a:lnTo>
                  <a:lnTo>
                    <a:pt x="4679225" y="1657428"/>
                  </a:lnTo>
                  <a:lnTo>
                    <a:pt x="4675107" y="1659633"/>
                  </a:lnTo>
                  <a:lnTo>
                    <a:pt x="4670774" y="1661423"/>
                  </a:lnTo>
                  <a:lnTo>
                    <a:pt x="4666440" y="1663219"/>
                  </a:lnTo>
                  <a:lnTo>
                    <a:pt x="4643437" y="1666874"/>
                  </a:lnTo>
                  <a:lnTo>
                    <a:pt x="71438" y="1666874"/>
                  </a:lnTo>
                  <a:lnTo>
                    <a:pt x="44100" y="1661428"/>
                  </a:lnTo>
                  <a:lnTo>
                    <a:pt x="39766" y="1659633"/>
                  </a:lnTo>
                  <a:lnTo>
                    <a:pt x="20923" y="1645945"/>
                  </a:lnTo>
                  <a:lnTo>
                    <a:pt x="17607" y="1642629"/>
                  </a:lnTo>
                  <a:lnTo>
                    <a:pt x="5437" y="1622761"/>
                  </a:lnTo>
                  <a:lnTo>
                    <a:pt x="3642" y="1618431"/>
                  </a:lnTo>
                  <a:lnTo>
                    <a:pt x="2287" y="1613966"/>
                  </a:lnTo>
                  <a:lnTo>
                    <a:pt x="1372" y="1609371"/>
                  </a:lnTo>
                  <a:lnTo>
                    <a:pt x="457" y="1604771"/>
                  </a:lnTo>
                  <a:lnTo>
                    <a:pt x="0" y="1600125"/>
                  </a:lnTo>
                  <a:lnTo>
                    <a:pt x="0" y="1595437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0"/>
            <p:cNvSpPr/>
            <p:nvPr/>
          </p:nvSpPr>
          <p:spPr>
            <a:xfrm>
              <a:off x="5495924" y="3248025"/>
              <a:ext cx="4705350" cy="314325"/>
            </a:xfrm>
            <a:custGeom>
              <a:rect b="b" l="l" r="r" t="t"/>
              <a:pathLst>
                <a:path extrusionOk="0" h="314325" w="4705350">
                  <a:moveTo>
                    <a:pt x="4705349" y="314324"/>
                  </a:moveTo>
                  <a:lnTo>
                    <a:pt x="0" y="314324"/>
                  </a:lnTo>
                  <a:lnTo>
                    <a:pt x="0" y="66677"/>
                  </a:lnTo>
                  <a:lnTo>
                    <a:pt x="11226" y="29627"/>
                  </a:lnTo>
                  <a:lnTo>
                    <a:pt x="41158" y="5077"/>
                  </a:lnTo>
                  <a:lnTo>
                    <a:pt x="66675" y="0"/>
                  </a:lnTo>
                  <a:lnTo>
                    <a:pt x="4638675" y="0"/>
                  </a:lnTo>
                  <a:lnTo>
                    <a:pt x="4675723" y="11228"/>
                  </a:lnTo>
                  <a:lnTo>
                    <a:pt x="4700272" y="41161"/>
                  </a:lnTo>
                  <a:lnTo>
                    <a:pt x="4705349" y="314324"/>
                  </a:lnTo>
                  <a:close/>
                </a:path>
              </a:pathLst>
            </a:custGeom>
            <a:solidFill>
              <a:srgbClr val="FFFFFF">
                <a:alpha val="3137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0"/>
            <p:cNvSpPr/>
            <p:nvPr/>
          </p:nvSpPr>
          <p:spPr>
            <a:xfrm>
              <a:off x="5495924" y="3552822"/>
              <a:ext cx="4705350" cy="9525"/>
            </a:xfrm>
            <a:custGeom>
              <a:rect b="b" l="l" r="r" t="t"/>
              <a:pathLst>
                <a:path extrusionOk="0" h="9525" w="4705350">
                  <a:moveTo>
                    <a:pt x="47053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4705349" y="0"/>
                  </a:lnTo>
                  <a:lnTo>
                    <a:pt x="4705349" y="9524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1" name="Google Shape;251;p10"/>
          <p:cNvSpPr txBox="1"/>
          <p:nvPr/>
        </p:nvSpPr>
        <p:spPr>
          <a:xfrm>
            <a:off x="5635625" y="3300041"/>
            <a:ext cx="2218690" cy="176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94A2B8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j avap -c Incrementer disassembly</a:t>
            </a:r>
            <a:endParaRPr sz="1000"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5495924" y="3562350"/>
            <a:ext cx="4705350" cy="1343025"/>
          </a:xfrm>
          <a:custGeom>
            <a:rect b="b" l="l" r="r" t="t"/>
            <a:pathLst>
              <a:path extrusionOk="0" h="1343025" w="4705350">
                <a:moveTo>
                  <a:pt x="4638675" y="1343024"/>
                </a:moveTo>
                <a:lnTo>
                  <a:pt x="66675" y="1343024"/>
                </a:lnTo>
                <a:lnTo>
                  <a:pt x="60107" y="1342710"/>
                </a:lnTo>
                <a:lnTo>
                  <a:pt x="24397" y="1327918"/>
                </a:lnTo>
                <a:lnTo>
                  <a:pt x="2854" y="1295678"/>
                </a:lnTo>
                <a:lnTo>
                  <a:pt x="0" y="1276352"/>
                </a:lnTo>
                <a:lnTo>
                  <a:pt x="0" y="0"/>
                </a:lnTo>
                <a:lnTo>
                  <a:pt x="4705350" y="0"/>
                </a:lnTo>
                <a:lnTo>
                  <a:pt x="4705349" y="1276352"/>
                </a:lnTo>
                <a:lnTo>
                  <a:pt x="4694121" y="1313401"/>
                </a:lnTo>
                <a:lnTo>
                  <a:pt x="4664189" y="1337951"/>
                </a:lnTo>
                <a:lnTo>
                  <a:pt x="4638675" y="1343024"/>
                </a:lnTo>
                <a:close/>
              </a:path>
            </a:pathLst>
          </a:custGeom>
          <a:solidFill>
            <a:srgbClr val="03050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53" name="Google Shape;253;p10"/>
          <p:cNvGraphicFramePr/>
          <p:nvPr/>
        </p:nvGraphicFramePr>
        <p:xfrm>
          <a:off x="5616574" y="37280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{37A5C420-B60B-4F4D-9FB7-BB4A946FC255}</a:tableStyleId>
              </a:tblPr>
              <a:tblGrid>
                <a:gridCol w="210825"/>
                <a:gridCol w="824225"/>
                <a:gridCol w="501650"/>
                <a:gridCol w="322575"/>
                <a:gridCol w="2146300"/>
              </a:tblGrid>
              <a:tr h="502275">
                <a:tc>
                  <a:txBody>
                    <a:bodyPr/>
                    <a:lstStyle/>
                    <a:p>
                      <a:pPr indent="0" lvl="0" marL="31750" marR="0" rtl="0" algn="l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solidFill>
                            <a:srgbClr val="FA913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r>
                        <a:rPr lang="en-US" sz="900" u="none" cap="none" strike="noStrike">
                          <a:solidFill>
                            <a:srgbClr val="E2E7F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: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31750" marR="0" rtl="0" algn="l">
                        <a:lnSpc>
                          <a:spcPct val="100000"/>
                        </a:lnSpc>
                        <a:spcBef>
                          <a:spcPts val="27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solidFill>
                            <a:srgbClr val="FA913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r>
                        <a:rPr lang="en-US" sz="900" u="none" cap="none" strike="noStrike">
                          <a:solidFill>
                            <a:srgbClr val="E2E7F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: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31750" marR="0" rtl="0" algn="l">
                        <a:lnSpc>
                          <a:spcPct val="100000"/>
                        </a:lnSpc>
                        <a:spcBef>
                          <a:spcPts val="27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solidFill>
                            <a:srgbClr val="FA913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r>
                        <a:rPr lang="en-US" sz="900" u="none" cap="none" strike="noStrike">
                          <a:solidFill>
                            <a:srgbClr val="E2E7F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: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35560" marR="0" rtl="0" algn="l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solidFill>
                            <a:srgbClr val="E2E7F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aload_0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35560" marR="20701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solidFill>
                            <a:srgbClr val="E2E7F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dup getfield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7112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solidFill>
                            <a:srgbClr val="E2E7F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</a:t>
                      </a:r>
                      <a:r>
                        <a:rPr lang="en-US" sz="900" u="none" cap="none" strike="noStrike">
                          <a:solidFill>
                            <a:srgbClr val="FA913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142875" marR="0" rtl="0" algn="l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900" u="none" cap="none" strike="noStrike">
                          <a:solidFill>
                            <a:srgbClr val="64738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//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58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428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900" u="none" cap="none" strike="noStrike">
                          <a:solidFill>
                            <a:srgbClr val="64738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//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35560" marR="0" rtl="0" algn="l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900" u="none" cap="none" strike="noStrike">
                          <a:solidFill>
                            <a:srgbClr val="64738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Load current object reference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58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355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900" u="none" cap="none" strike="noStrike">
                          <a:solidFill>
                            <a:srgbClr val="64738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Field count:I (Reads value)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</a:tr>
              <a:tr h="502275">
                <a:tc>
                  <a:txBody>
                    <a:bodyPr/>
                    <a:lstStyle/>
                    <a:p>
                      <a:pPr indent="0" lvl="0" marL="31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solidFill>
                            <a:srgbClr val="FA913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r>
                        <a:rPr lang="en-US" sz="900" u="none" cap="none" strike="noStrike">
                          <a:solidFill>
                            <a:srgbClr val="E2E7F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: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31750" marR="0" rtl="0" algn="l">
                        <a:lnSpc>
                          <a:spcPct val="100000"/>
                        </a:lnSpc>
                        <a:spcBef>
                          <a:spcPts val="27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solidFill>
                            <a:srgbClr val="FA913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r>
                        <a:rPr lang="en-US" sz="900" u="none" cap="none" strike="noStrike">
                          <a:solidFill>
                            <a:srgbClr val="E2E7F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: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31750" marR="0" rtl="0" algn="l">
                        <a:lnSpc>
                          <a:spcPct val="113222"/>
                        </a:lnSpc>
                        <a:spcBef>
                          <a:spcPts val="27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solidFill>
                            <a:srgbClr val="FA913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r>
                        <a:rPr lang="en-US" sz="900" u="none" cap="none" strike="noStrike">
                          <a:solidFill>
                            <a:srgbClr val="E2E7F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: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17150" marB="0" marR="0" marL="0"/>
                </a:tc>
                <a:tc>
                  <a:txBody>
                    <a:bodyPr/>
                    <a:lstStyle/>
                    <a:p>
                      <a:pPr indent="0" lvl="0" marL="355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solidFill>
                            <a:srgbClr val="E2E7F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iconst_1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35560" marR="20701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solidFill>
                            <a:srgbClr val="E2E7F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iadd putfield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1715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7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71120" marR="0" rtl="0" algn="ctr">
                        <a:lnSpc>
                          <a:spcPct val="1132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solidFill>
                            <a:srgbClr val="E2E7F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</a:t>
                      </a:r>
                      <a:r>
                        <a:rPr lang="en-US" sz="900" u="none" cap="none" strike="noStrike">
                          <a:solidFill>
                            <a:srgbClr val="FA913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1428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900" u="none" cap="none" strike="noStrike">
                          <a:solidFill>
                            <a:srgbClr val="64738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//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142875" marR="0" rtl="0" algn="l">
                        <a:lnSpc>
                          <a:spcPct val="100000"/>
                        </a:lnSpc>
                        <a:spcBef>
                          <a:spcPts val="27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900" u="none" cap="none" strike="noStrike">
                          <a:solidFill>
                            <a:srgbClr val="64738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//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142875" marR="0" rtl="0" algn="l">
                        <a:lnSpc>
                          <a:spcPct val="113222"/>
                        </a:lnSpc>
                        <a:spcBef>
                          <a:spcPts val="27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900" u="none" cap="none" strike="noStrike">
                          <a:solidFill>
                            <a:srgbClr val="64738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//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17150" marB="0" marR="0" marL="0"/>
                </a:tc>
                <a:tc>
                  <a:txBody>
                    <a:bodyPr/>
                    <a:lstStyle/>
                    <a:p>
                      <a:pPr indent="0" lvl="0" marL="355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900" u="none" cap="none" strike="noStrike">
                          <a:solidFill>
                            <a:srgbClr val="64738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Load constant 1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35560" marR="23876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900" u="none" cap="none" strike="noStrike">
                          <a:solidFill>
                            <a:srgbClr val="64738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Increment value (Modify) Field count:I (Write back)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17150" marB="0" marR="0" marL="0"/>
                </a:tc>
              </a:tr>
            </a:tbl>
          </a:graphicData>
        </a:graphic>
      </p:graphicFrame>
      <p:pic>
        <p:nvPicPr>
          <p:cNvPr id="254" name="Google Shape;25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225" y="4156075"/>
            <a:ext cx="50800" cy="8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225" y="4613275"/>
            <a:ext cx="50800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0"/>
          <p:cNvSpPr txBox="1"/>
          <p:nvPr/>
        </p:nvSpPr>
        <p:spPr>
          <a:xfrm>
            <a:off x="692150" y="4065159"/>
            <a:ext cx="4514850" cy="961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5080" rtl="0" algn="l">
              <a:lnSpc>
                <a:spcPct val="106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READ 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getfield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): </a:t>
            </a: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Fetches the current value of the object field into the thread stack frame.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MODIFY 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iadd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): </a:t>
            </a: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Increments the stack-loaded local register.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WRITE 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putfield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): </a:t>
            </a: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Writes the stack value back to the heap field.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57" name="Google Shape;2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225" y="4889499"/>
            <a:ext cx="50800" cy="8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62" name="Google Shape;262;p11"/>
          <p:cNvSpPr txBox="1"/>
          <p:nvPr>
            <p:ph type="title"/>
          </p:nvPr>
        </p:nvSpPr>
        <p:spPr>
          <a:xfrm>
            <a:off x="463549" y="409883"/>
            <a:ext cx="4530725" cy="353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FF8B00"/>
                </a:solidFill>
              </a:rPr>
              <a:t>11. </a:t>
            </a:r>
            <a:r>
              <a:rPr lang="en-US"/>
              <a:t>Hardware Cache Coherency </a:t>
            </a:r>
            <a:r>
              <a:rPr lang="en-US" sz="2050"/>
              <a:t>(</a:t>
            </a:r>
            <a:r>
              <a:rPr lang="en-US"/>
              <a:t>MESI</a:t>
            </a:r>
            <a:r>
              <a:rPr lang="en-US" sz="2050"/>
              <a:t>)</a:t>
            </a:r>
            <a:endParaRPr sz="2050"/>
          </a:p>
        </p:txBody>
      </p:sp>
      <p:grpSp>
        <p:nvGrpSpPr>
          <p:cNvPr id="263" name="Google Shape;263;p11"/>
          <p:cNvGrpSpPr/>
          <p:nvPr/>
        </p:nvGrpSpPr>
        <p:grpSpPr>
          <a:xfrm>
            <a:off x="9658349" y="495293"/>
            <a:ext cx="552451" cy="228606"/>
            <a:chOff x="9658349" y="495293"/>
            <a:chExt cx="552451" cy="228606"/>
          </a:xfrm>
        </p:grpSpPr>
        <p:sp>
          <p:nvSpPr>
            <p:cNvPr id="264" name="Google Shape;264;p11"/>
            <p:cNvSpPr/>
            <p:nvPr/>
          </p:nvSpPr>
          <p:spPr>
            <a:xfrm>
              <a:off x="9658349" y="495293"/>
              <a:ext cx="552450" cy="228600"/>
            </a:xfrm>
            <a:custGeom>
              <a:rect b="b" l="l" r="r" t="t"/>
              <a:pathLst>
                <a:path extrusionOk="0" h="228600" w="552450">
                  <a:moveTo>
                    <a:pt x="438149" y="228599"/>
                  </a:moveTo>
                  <a:lnTo>
                    <a:pt x="114299" y="228599"/>
                  </a:lnTo>
                  <a:lnTo>
                    <a:pt x="103039" y="228056"/>
                  </a:lnTo>
                  <a:lnTo>
                    <a:pt x="60363" y="215088"/>
                  </a:lnTo>
                  <a:lnTo>
                    <a:pt x="25899" y="186775"/>
                  </a:lnTo>
                  <a:lnTo>
                    <a:pt x="4892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0" y="60364"/>
                  </a:lnTo>
                  <a:lnTo>
                    <a:pt x="41823" y="25900"/>
                  </a:lnTo>
                  <a:lnTo>
                    <a:pt x="81168" y="4894"/>
                  </a:lnTo>
                  <a:lnTo>
                    <a:pt x="114299" y="0"/>
                  </a:lnTo>
                  <a:lnTo>
                    <a:pt x="438149" y="0"/>
                  </a:lnTo>
                  <a:lnTo>
                    <a:pt x="481889" y="8700"/>
                  </a:lnTo>
                  <a:lnTo>
                    <a:pt x="518971" y="33477"/>
                  </a:lnTo>
                  <a:lnTo>
                    <a:pt x="543747" y="70559"/>
                  </a:lnTo>
                  <a:lnTo>
                    <a:pt x="552449" y="114299"/>
                  </a:lnTo>
                  <a:lnTo>
                    <a:pt x="551905" y="125559"/>
                  </a:lnTo>
                  <a:lnTo>
                    <a:pt x="538936" y="168235"/>
                  </a:lnTo>
                  <a:lnTo>
                    <a:pt x="510625" y="202699"/>
                  </a:lnTo>
                  <a:lnTo>
                    <a:pt x="471278" y="223705"/>
                  </a:lnTo>
                  <a:lnTo>
                    <a:pt x="438149" y="228599"/>
                  </a:lnTo>
                  <a:close/>
                </a:path>
              </a:pathLst>
            </a:custGeom>
            <a:solidFill>
              <a:srgbClr val="0567E1">
                <a:alpha val="1215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1"/>
            <p:cNvSpPr/>
            <p:nvPr/>
          </p:nvSpPr>
          <p:spPr>
            <a:xfrm>
              <a:off x="9658350" y="495299"/>
              <a:ext cx="552450" cy="228600"/>
            </a:xfrm>
            <a:custGeom>
              <a:rect b="b" l="l" r="r" t="t"/>
              <a:pathLst>
                <a:path extrusionOk="0" h="228600" w="552450">
                  <a:moveTo>
                    <a:pt x="438149" y="228599"/>
                  </a:moveTo>
                  <a:lnTo>
                    <a:pt x="114299" y="228599"/>
                  </a:lnTo>
                  <a:lnTo>
                    <a:pt x="103039" y="228056"/>
                  </a:lnTo>
                  <a:lnTo>
                    <a:pt x="60363" y="215088"/>
                  </a:lnTo>
                  <a:lnTo>
                    <a:pt x="25899" y="186775"/>
                  </a:lnTo>
                  <a:lnTo>
                    <a:pt x="4892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0" y="60364"/>
                  </a:lnTo>
                  <a:lnTo>
                    <a:pt x="41823" y="25900"/>
                  </a:lnTo>
                  <a:lnTo>
                    <a:pt x="81168" y="4894"/>
                  </a:lnTo>
                  <a:lnTo>
                    <a:pt x="114299" y="0"/>
                  </a:lnTo>
                  <a:lnTo>
                    <a:pt x="438149" y="0"/>
                  </a:lnTo>
                  <a:lnTo>
                    <a:pt x="481889" y="8700"/>
                  </a:lnTo>
                  <a:lnTo>
                    <a:pt x="483636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121179"/>
                  </a:lnTo>
                  <a:lnTo>
                    <a:pt x="20133" y="160751"/>
                  </a:lnTo>
                  <a:lnTo>
                    <a:pt x="45077" y="193251"/>
                  </a:lnTo>
                  <a:lnTo>
                    <a:pt x="80560" y="213732"/>
                  </a:lnTo>
                  <a:lnTo>
                    <a:pt x="107420" y="219074"/>
                  </a:lnTo>
                  <a:lnTo>
                    <a:pt x="483635" y="219074"/>
                  </a:lnTo>
                  <a:lnTo>
                    <a:pt x="481889" y="219899"/>
                  </a:lnTo>
                  <a:lnTo>
                    <a:pt x="471278" y="223705"/>
                  </a:lnTo>
                  <a:lnTo>
                    <a:pt x="460451" y="226424"/>
                  </a:lnTo>
                  <a:lnTo>
                    <a:pt x="449408" y="228056"/>
                  </a:lnTo>
                  <a:lnTo>
                    <a:pt x="438149" y="228599"/>
                  </a:lnTo>
                  <a:close/>
                </a:path>
                <a:path extrusionOk="0" h="228600" w="552450">
                  <a:moveTo>
                    <a:pt x="483635" y="219074"/>
                  </a:moveTo>
                  <a:lnTo>
                    <a:pt x="445029" y="219074"/>
                  </a:lnTo>
                  <a:lnTo>
                    <a:pt x="451842" y="218403"/>
                  </a:lnTo>
                  <a:lnTo>
                    <a:pt x="465337" y="215719"/>
                  </a:lnTo>
                  <a:lnTo>
                    <a:pt x="502079" y="197595"/>
                  </a:lnTo>
                  <a:lnTo>
                    <a:pt x="529089" y="166789"/>
                  </a:lnTo>
                  <a:lnTo>
                    <a:pt x="542253" y="127993"/>
                  </a:lnTo>
                  <a:lnTo>
                    <a:pt x="542924" y="121179"/>
                  </a:lnTo>
                  <a:lnTo>
                    <a:pt x="542924" y="107420"/>
                  </a:lnTo>
                  <a:lnTo>
                    <a:pt x="532316" y="67848"/>
                  </a:lnTo>
                  <a:lnTo>
                    <a:pt x="507372" y="35348"/>
                  </a:lnTo>
                  <a:lnTo>
                    <a:pt x="471889" y="14867"/>
                  </a:lnTo>
                  <a:lnTo>
                    <a:pt x="445029" y="9524"/>
                  </a:lnTo>
                  <a:lnTo>
                    <a:pt x="483636" y="9524"/>
                  </a:lnTo>
                  <a:lnTo>
                    <a:pt x="518971" y="33477"/>
                  </a:lnTo>
                  <a:lnTo>
                    <a:pt x="543747" y="70559"/>
                  </a:lnTo>
                  <a:lnTo>
                    <a:pt x="552449" y="114299"/>
                  </a:lnTo>
                  <a:lnTo>
                    <a:pt x="551905" y="125559"/>
                  </a:lnTo>
                  <a:lnTo>
                    <a:pt x="538936" y="168235"/>
                  </a:lnTo>
                  <a:lnTo>
                    <a:pt x="510625" y="202699"/>
                  </a:lnTo>
                  <a:lnTo>
                    <a:pt x="492084" y="215088"/>
                  </a:lnTo>
                  <a:lnTo>
                    <a:pt x="483635" y="219074"/>
                  </a:lnTo>
                  <a:close/>
                </a:path>
              </a:pathLst>
            </a:custGeom>
            <a:solidFill>
              <a:srgbClr val="0567E1">
                <a:alpha val="3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6" name="Google Shape;266;p11"/>
          <p:cNvSpPr txBox="1"/>
          <p:nvPr/>
        </p:nvSpPr>
        <p:spPr>
          <a:xfrm>
            <a:off x="9770516" y="523830"/>
            <a:ext cx="314960" cy="159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567E1"/>
                </a:solidFill>
                <a:latin typeface="Arial"/>
                <a:ea typeface="Arial"/>
                <a:cs typeface="Arial"/>
                <a:sym typeface="Arial"/>
              </a:rPr>
              <a:t>J MM</a:t>
            </a:r>
            <a:endParaRPr sz="8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7" name="Google Shape;267;p11"/>
          <p:cNvGrpSpPr/>
          <p:nvPr/>
        </p:nvGrpSpPr>
        <p:grpSpPr>
          <a:xfrm>
            <a:off x="476237" y="2743193"/>
            <a:ext cx="4724412" cy="2781306"/>
            <a:chOff x="476237" y="2743193"/>
            <a:chExt cx="4724412" cy="2781306"/>
          </a:xfrm>
        </p:grpSpPr>
        <p:sp>
          <p:nvSpPr>
            <p:cNvPr id="268" name="Google Shape;268;p11"/>
            <p:cNvSpPr/>
            <p:nvPr/>
          </p:nvSpPr>
          <p:spPr>
            <a:xfrm>
              <a:off x="476249" y="2743193"/>
              <a:ext cx="4724400" cy="2781300"/>
            </a:xfrm>
            <a:custGeom>
              <a:rect b="b" l="l" r="r" t="t"/>
              <a:pathLst>
                <a:path extrusionOk="0" h="2781300" w="4724400">
                  <a:moveTo>
                    <a:pt x="4629149" y="2781299"/>
                  </a:moveTo>
                  <a:lnTo>
                    <a:pt x="95249" y="2781299"/>
                  </a:lnTo>
                  <a:lnTo>
                    <a:pt x="85866" y="2780846"/>
                  </a:lnTo>
                  <a:lnTo>
                    <a:pt x="42321" y="2765261"/>
                  </a:lnTo>
                  <a:lnTo>
                    <a:pt x="11259" y="2730994"/>
                  </a:lnTo>
                  <a:lnTo>
                    <a:pt x="0" y="268604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4629149" y="0"/>
                  </a:lnTo>
                  <a:lnTo>
                    <a:pt x="4674095" y="11259"/>
                  </a:lnTo>
                  <a:lnTo>
                    <a:pt x="4708361" y="42321"/>
                  </a:lnTo>
                  <a:lnTo>
                    <a:pt x="4723946" y="85866"/>
                  </a:lnTo>
                  <a:lnTo>
                    <a:pt x="4724399" y="95249"/>
                  </a:lnTo>
                  <a:lnTo>
                    <a:pt x="4724399" y="2686049"/>
                  </a:lnTo>
                  <a:lnTo>
                    <a:pt x="4713139" y="2730994"/>
                  </a:lnTo>
                  <a:lnTo>
                    <a:pt x="4682077" y="2765261"/>
                  </a:lnTo>
                  <a:lnTo>
                    <a:pt x="4638532" y="2780846"/>
                  </a:lnTo>
                  <a:lnTo>
                    <a:pt x="4629149" y="2781299"/>
                  </a:lnTo>
                  <a:close/>
                </a:path>
              </a:pathLst>
            </a:custGeom>
            <a:solidFill>
              <a:srgbClr val="05091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1"/>
            <p:cNvSpPr/>
            <p:nvPr/>
          </p:nvSpPr>
          <p:spPr>
            <a:xfrm>
              <a:off x="476237" y="2743199"/>
              <a:ext cx="4724400" cy="2781300"/>
            </a:xfrm>
            <a:custGeom>
              <a:rect b="b" l="l" r="r" t="t"/>
              <a:pathLst>
                <a:path extrusionOk="0" h="2781300" w="4724400">
                  <a:moveTo>
                    <a:pt x="9525" y="2633230"/>
                  </a:moveTo>
                  <a:lnTo>
                    <a:pt x="0" y="2633230"/>
                  </a:lnTo>
                  <a:lnTo>
                    <a:pt x="0" y="2661805"/>
                  </a:lnTo>
                  <a:lnTo>
                    <a:pt x="9525" y="2661805"/>
                  </a:lnTo>
                  <a:lnTo>
                    <a:pt x="9525" y="2633230"/>
                  </a:lnTo>
                  <a:close/>
                </a:path>
                <a:path extrusionOk="0" h="2781300" w="4724400">
                  <a:moveTo>
                    <a:pt x="9525" y="2585669"/>
                  </a:moveTo>
                  <a:lnTo>
                    <a:pt x="0" y="2585669"/>
                  </a:lnTo>
                  <a:lnTo>
                    <a:pt x="0" y="2614244"/>
                  </a:lnTo>
                  <a:lnTo>
                    <a:pt x="9525" y="2614244"/>
                  </a:lnTo>
                  <a:lnTo>
                    <a:pt x="9525" y="2585669"/>
                  </a:lnTo>
                  <a:close/>
                </a:path>
                <a:path extrusionOk="0" h="2781300" w="4724400">
                  <a:moveTo>
                    <a:pt x="9525" y="2538107"/>
                  </a:moveTo>
                  <a:lnTo>
                    <a:pt x="0" y="2538107"/>
                  </a:lnTo>
                  <a:lnTo>
                    <a:pt x="0" y="2566682"/>
                  </a:lnTo>
                  <a:lnTo>
                    <a:pt x="9525" y="2566682"/>
                  </a:lnTo>
                  <a:lnTo>
                    <a:pt x="9525" y="2538107"/>
                  </a:lnTo>
                  <a:close/>
                </a:path>
                <a:path extrusionOk="0" h="2781300" w="4724400">
                  <a:moveTo>
                    <a:pt x="9525" y="2490546"/>
                  </a:moveTo>
                  <a:lnTo>
                    <a:pt x="0" y="2490546"/>
                  </a:lnTo>
                  <a:lnTo>
                    <a:pt x="0" y="2519121"/>
                  </a:lnTo>
                  <a:lnTo>
                    <a:pt x="9525" y="2519121"/>
                  </a:lnTo>
                  <a:lnTo>
                    <a:pt x="9525" y="2490546"/>
                  </a:lnTo>
                  <a:close/>
                </a:path>
                <a:path extrusionOk="0" h="2781300" w="4724400">
                  <a:moveTo>
                    <a:pt x="9525" y="2442972"/>
                  </a:moveTo>
                  <a:lnTo>
                    <a:pt x="0" y="2442972"/>
                  </a:lnTo>
                  <a:lnTo>
                    <a:pt x="0" y="2471547"/>
                  </a:lnTo>
                  <a:lnTo>
                    <a:pt x="9525" y="2471547"/>
                  </a:lnTo>
                  <a:lnTo>
                    <a:pt x="9525" y="2442972"/>
                  </a:lnTo>
                  <a:close/>
                </a:path>
                <a:path extrusionOk="0" h="2781300" w="4724400">
                  <a:moveTo>
                    <a:pt x="9525" y="2395410"/>
                  </a:moveTo>
                  <a:lnTo>
                    <a:pt x="0" y="2395410"/>
                  </a:lnTo>
                  <a:lnTo>
                    <a:pt x="0" y="2423985"/>
                  </a:lnTo>
                  <a:lnTo>
                    <a:pt x="9525" y="2423985"/>
                  </a:lnTo>
                  <a:lnTo>
                    <a:pt x="9525" y="2395410"/>
                  </a:lnTo>
                  <a:close/>
                </a:path>
                <a:path extrusionOk="0" h="2781300" w="4724400">
                  <a:moveTo>
                    <a:pt x="9525" y="2347849"/>
                  </a:moveTo>
                  <a:lnTo>
                    <a:pt x="0" y="2347849"/>
                  </a:lnTo>
                  <a:lnTo>
                    <a:pt x="0" y="2376424"/>
                  </a:lnTo>
                  <a:lnTo>
                    <a:pt x="9525" y="2376424"/>
                  </a:lnTo>
                  <a:lnTo>
                    <a:pt x="9525" y="2347849"/>
                  </a:lnTo>
                  <a:close/>
                </a:path>
                <a:path extrusionOk="0" h="2781300" w="4724400">
                  <a:moveTo>
                    <a:pt x="9525" y="2300287"/>
                  </a:moveTo>
                  <a:lnTo>
                    <a:pt x="0" y="2300287"/>
                  </a:lnTo>
                  <a:lnTo>
                    <a:pt x="0" y="2328862"/>
                  </a:lnTo>
                  <a:lnTo>
                    <a:pt x="9525" y="2328862"/>
                  </a:lnTo>
                  <a:lnTo>
                    <a:pt x="9525" y="2300287"/>
                  </a:lnTo>
                  <a:close/>
                </a:path>
                <a:path extrusionOk="0" h="2781300" w="4724400">
                  <a:moveTo>
                    <a:pt x="9525" y="2252713"/>
                  </a:moveTo>
                  <a:lnTo>
                    <a:pt x="0" y="2252713"/>
                  </a:lnTo>
                  <a:lnTo>
                    <a:pt x="0" y="2281288"/>
                  </a:lnTo>
                  <a:lnTo>
                    <a:pt x="9525" y="2281288"/>
                  </a:lnTo>
                  <a:lnTo>
                    <a:pt x="9525" y="2252713"/>
                  </a:lnTo>
                  <a:close/>
                </a:path>
                <a:path extrusionOk="0" h="2781300" w="4724400">
                  <a:moveTo>
                    <a:pt x="9525" y="2205164"/>
                  </a:moveTo>
                  <a:lnTo>
                    <a:pt x="0" y="2205164"/>
                  </a:lnTo>
                  <a:lnTo>
                    <a:pt x="0" y="2233739"/>
                  </a:lnTo>
                  <a:lnTo>
                    <a:pt x="9525" y="2233739"/>
                  </a:lnTo>
                  <a:lnTo>
                    <a:pt x="9525" y="2205164"/>
                  </a:lnTo>
                  <a:close/>
                </a:path>
                <a:path extrusionOk="0" h="2781300" w="4724400">
                  <a:moveTo>
                    <a:pt x="9525" y="2157603"/>
                  </a:moveTo>
                  <a:lnTo>
                    <a:pt x="0" y="2157603"/>
                  </a:lnTo>
                  <a:lnTo>
                    <a:pt x="0" y="2186178"/>
                  </a:lnTo>
                  <a:lnTo>
                    <a:pt x="9525" y="2186178"/>
                  </a:lnTo>
                  <a:lnTo>
                    <a:pt x="9525" y="2157603"/>
                  </a:lnTo>
                  <a:close/>
                </a:path>
                <a:path extrusionOk="0" h="2781300" w="4724400">
                  <a:moveTo>
                    <a:pt x="9525" y="2110028"/>
                  </a:moveTo>
                  <a:lnTo>
                    <a:pt x="0" y="2110028"/>
                  </a:lnTo>
                  <a:lnTo>
                    <a:pt x="0" y="2138603"/>
                  </a:lnTo>
                  <a:lnTo>
                    <a:pt x="9525" y="2138603"/>
                  </a:lnTo>
                  <a:lnTo>
                    <a:pt x="9525" y="2110028"/>
                  </a:lnTo>
                  <a:close/>
                </a:path>
                <a:path extrusionOk="0" h="2781300" w="4724400">
                  <a:moveTo>
                    <a:pt x="9525" y="2062467"/>
                  </a:moveTo>
                  <a:lnTo>
                    <a:pt x="0" y="2062467"/>
                  </a:lnTo>
                  <a:lnTo>
                    <a:pt x="0" y="2091042"/>
                  </a:lnTo>
                  <a:lnTo>
                    <a:pt x="9525" y="2091042"/>
                  </a:lnTo>
                  <a:lnTo>
                    <a:pt x="9525" y="2062467"/>
                  </a:lnTo>
                  <a:close/>
                </a:path>
                <a:path extrusionOk="0" h="2781300" w="4724400">
                  <a:moveTo>
                    <a:pt x="9525" y="2014905"/>
                  </a:moveTo>
                  <a:lnTo>
                    <a:pt x="0" y="2014905"/>
                  </a:lnTo>
                  <a:lnTo>
                    <a:pt x="0" y="2043480"/>
                  </a:lnTo>
                  <a:lnTo>
                    <a:pt x="9525" y="2043480"/>
                  </a:lnTo>
                  <a:lnTo>
                    <a:pt x="9525" y="2014905"/>
                  </a:lnTo>
                  <a:close/>
                </a:path>
                <a:path extrusionOk="0" h="2781300" w="4724400">
                  <a:moveTo>
                    <a:pt x="9525" y="1967344"/>
                  </a:moveTo>
                  <a:lnTo>
                    <a:pt x="0" y="1967344"/>
                  </a:lnTo>
                  <a:lnTo>
                    <a:pt x="0" y="1995919"/>
                  </a:lnTo>
                  <a:lnTo>
                    <a:pt x="9525" y="1995919"/>
                  </a:lnTo>
                  <a:lnTo>
                    <a:pt x="9525" y="1967344"/>
                  </a:lnTo>
                  <a:close/>
                </a:path>
                <a:path extrusionOk="0" h="2781300" w="4724400">
                  <a:moveTo>
                    <a:pt x="9525" y="1919770"/>
                  </a:moveTo>
                  <a:lnTo>
                    <a:pt x="0" y="1919770"/>
                  </a:lnTo>
                  <a:lnTo>
                    <a:pt x="0" y="1948345"/>
                  </a:lnTo>
                  <a:lnTo>
                    <a:pt x="9525" y="1948345"/>
                  </a:lnTo>
                  <a:lnTo>
                    <a:pt x="9525" y="1919770"/>
                  </a:lnTo>
                  <a:close/>
                </a:path>
                <a:path extrusionOk="0" h="2781300" w="4724400">
                  <a:moveTo>
                    <a:pt x="9525" y="1872208"/>
                  </a:moveTo>
                  <a:lnTo>
                    <a:pt x="0" y="1872208"/>
                  </a:lnTo>
                  <a:lnTo>
                    <a:pt x="0" y="1900783"/>
                  </a:lnTo>
                  <a:lnTo>
                    <a:pt x="9525" y="1900783"/>
                  </a:lnTo>
                  <a:lnTo>
                    <a:pt x="9525" y="1872208"/>
                  </a:lnTo>
                  <a:close/>
                </a:path>
                <a:path extrusionOk="0" h="2781300" w="4724400">
                  <a:moveTo>
                    <a:pt x="9525" y="1824647"/>
                  </a:moveTo>
                  <a:lnTo>
                    <a:pt x="0" y="1824647"/>
                  </a:lnTo>
                  <a:lnTo>
                    <a:pt x="0" y="1853222"/>
                  </a:lnTo>
                  <a:lnTo>
                    <a:pt x="9525" y="1853222"/>
                  </a:lnTo>
                  <a:lnTo>
                    <a:pt x="9525" y="1824647"/>
                  </a:lnTo>
                  <a:close/>
                </a:path>
                <a:path extrusionOk="0" h="2781300" w="4724400">
                  <a:moveTo>
                    <a:pt x="9525" y="1777085"/>
                  </a:moveTo>
                  <a:lnTo>
                    <a:pt x="0" y="1777085"/>
                  </a:lnTo>
                  <a:lnTo>
                    <a:pt x="0" y="1805660"/>
                  </a:lnTo>
                  <a:lnTo>
                    <a:pt x="9525" y="1805660"/>
                  </a:lnTo>
                  <a:lnTo>
                    <a:pt x="9525" y="1777085"/>
                  </a:lnTo>
                  <a:close/>
                </a:path>
                <a:path extrusionOk="0" h="2781300" w="4724400">
                  <a:moveTo>
                    <a:pt x="9525" y="1729511"/>
                  </a:moveTo>
                  <a:lnTo>
                    <a:pt x="0" y="1729511"/>
                  </a:lnTo>
                  <a:lnTo>
                    <a:pt x="0" y="1758086"/>
                  </a:lnTo>
                  <a:lnTo>
                    <a:pt x="9525" y="1758086"/>
                  </a:lnTo>
                  <a:lnTo>
                    <a:pt x="9525" y="1729511"/>
                  </a:lnTo>
                  <a:close/>
                </a:path>
                <a:path extrusionOk="0" h="2781300" w="4724400">
                  <a:moveTo>
                    <a:pt x="9525" y="1681949"/>
                  </a:moveTo>
                  <a:lnTo>
                    <a:pt x="0" y="1681949"/>
                  </a:lnTo>
                  <a:lnTo>
                    <a:pt x="0" y="1710524"/>
                  </a:lnTo>
                  <a:lnTo>
                    <a:pt x="9525" y="1710524"/>
                  </a:lnTo>
                  <a:lnTo>
                    <a:pt x="9525" y="1681949"/>
                  </a:lnTo>
                  <a:close/>
                </a:path>
                <a:path extrusionOk="0" h="2781300" w="4724400">
                  <a:moveTo>
                    <a:pt x="9525" y="1634388"/>
                  </a:moveTo>
                  <a:lnTo>
                    <a:pt x="0" y="1634388"/>
                  </a:lnTo>
                  <a:lnTo>
                    <a:pt x="0" y="1662963"/>
                  </a:lnTo>
                  <a:lnTo>
                    <a:pt x="9525" y="1662963"/>
                  </a:lnTo>
                  <a:lnTo>
                    <a:pt x="9525" y="1634388"/>
                  </a:lnTo>
                  <a:close/>
                </a:path>
                <a:path extrusionOk="0" h="2781300" w="4724400">
                  <a:moveTo>
                    <a:pt x="9525" y="1586826"/>
                  </a:moveTo>
                  <a:lnTo>
                    <a:pt x="0" y="1586826"/>
                  </a:lnTo>
                  <a:lnTo>
                    <a:pt x="0" y="1615401"/>
                  </a:lnTo>
                  <a:lnTo>
                    <a:pt x="9525" y="1615401"/>
                  </a:lnTo>
                  <a:lnTo>
                    <a:pt x="9525" y="1586826"/>
                  </a:lnTo>
                  <a:close/>
                </a:path>
                <a:path extrusionOk="0" h="2781300" w="4724400">
                  <a:moveTo>
                    <a:pt x="9525" y="1539265"/>
                  </a:moveTo>
                  <a:lnTo>
                    <a:pt x="0" y="1539265"/>
                  </a:lnTo>
                  <a:lnTo>
                    <a:pt x="0" y="1567840"/>
                  </a:lnTo>
                  <a:lnTo>
                    <a:pt x="9525" y="1567840"/>
                  </a:lnTo>
                  <a:lnTo>
                    <a:pt x="9525" y="1539265"/>
                  </a:lnTo>
                  <a:close/>
                </a:path>
                <a:path extrusionOk="0" h="2781300" w="4724400">
                  <a:moveTo>
                    <a:pt x="9525" y="1491691"/>
                  </a:moveTo>
                  <a:lnTo>
                    <a:pt x="0" y="1491691"/>
                  </a:lnTo>
                  <a:lnTo>
                    <a:pt x="0" y="1520266"/>
                  </a:lnTo>
                  <a:lnTo>
                    <a:pt x="9525" y="1520266"/>
                  </a:lnTo>
                  <a:lnTo>
                    <a:pt x="9525" y="1491691"/>
                  </a:lnTo>
                  <a:close/>
                </a:path>
                <a:path extrusionOk="0" h="2781300" w="4724400">
                  <a:moveTo>
                    <a:pt x="9525" y="1444129"/>
                  </a:moveTo>
                  <a:lnTo>
                    <a:pt x="0" y="1444129"/>
                  </a:lnTo>
                  <a:lnTo>
                    <a:pt x="0" y="1472704"/>
                  </a:lnTo>
                  <a:lnTo>
                    <a:pt x="9525" y="1472704"/>
                  </a:lnTo>
                  <a:lnTo>
                    <a:pt x="9525" y="1444129"/>
                  </a:lnTo>
                  <a:close/>
                </a:path>
                <a:path extrusionOk="0" h="2781300" w="4724400">
                  <a:moveTo>
                    <a:pt x="9525" y="1396568"/>
                  </a:moveTo>
                  <a:lnTo>
                    <a:pt x="0" y="1396568"/>
                  </a:lnTo>
                  <a:lnTo>
                    <a:pt x="0" y="1425143"/>
                  </a:lnTo>
                  <a:lnTo>
                    <a:pt x="9525" y="1425143"/>
                  </a:lnTo>
                  <a:lnTo>
                    <a:pt x="9525" y="1396568"/>
                  </a:lnTo>
                  <a:close/>
                </a:path>
                <a:path extrusionOk="0" h="2781300" w="4724400">
                  <a:moveTo>
                    <a:pt x="9525" y="1349006"/>
                  </a:moveTo>
                  <a:lnTo>
                    <a:pt x="0" y="1349006"/>
                  </a:lnTo>
                  <a:lnTo>
                    <a:pt x="0" y="1377581"/>
                  </a:lnTo>
                  <a:lnTo>
                    <a:pt x="9525" y="1377581"/>
                  </a:lnTo>
                  <a:lnTo>
                    <a:pt x="9525" y="1349006"/>
                  </a:lnTo>
                  <a:close/>
                </a:path>
                <a:path extrusionOk="0" h="2781300" w="4724400">
                  <a:moveTo>
                    <a:pt x="9525" y="1301445"/>
                  </a:moveTo>
                  <a:lnTo>
                    <a:pt x="0" y="1301445"/>
                  </a:lnTo>
                  <a:lnTo>
                    <a:pt x="0" y="1330020"/>
                  </a:lnTo>
                  <a:lnTo>
                    <a:pt x="9525" y="1330020"/>
                  </a:lnTo>
                  <a:lnTo>
                    <a:pt x="9525" y="1301445"/>
                  </a:lnTo>
                  <a:close/>
                </a:path>
                <a:path extrusionOk="0" h="2781300" w="4724400">
                  <a:moveTo>
                    <a:pt x="9525" y="1253871"/>
                  </a:moveTo>
                  <a:lnTo>
                    <a:pt x="0" y="1253871"/>
                  </a:lnTo>
                  <a:lnTo>
                    <a:pt x="0" y="1282446"/>
                  </a:lnTo>
                  <a:lnTo>
                    <a:pt x="9525" y="1282446"/>
                  </a:lnTo>
                  <a:lnTo>
                    <a:pt x="9525" y="1253871"/>
                  </a:lnTo>
                  <a:close/>
                </a:path>
                <a:path extrusionOk="0" h="2781300" w="4724400">
                  <a:moveTo>
                    <a:pt x="9525" y="1206322"/>
                  </a:moveTo>
                  <a:lnTo>
                    <a:pt x="0" y="1206322"/>
                  </a:lnTo>
                  <a:lnTo>
                    <a:pt x="0" y="1234897"/>
                  </a:lnTo>
                  <a:lnTo>
                    <a:pt x="9525" y="1234897"/>
                  </a:lnTo>
                  <a:lnTo>
                    <a:pt x="9525" y="1206322"/>
                  </a:lnTo>
                  <a:close/>
                </a:path>
                <a:path extrusionOk="0" h="2781300" w="4724400">
                  <a:moveTo>
                    <a:pt x="9525" y="1158748"/>
                  </a:moveTo>
                  <a:lnTo>
                    <a:pt x="0" y="1158748"/>
                  </a:lnTo>
                  <a:lnTo>
                    <a:pt x="0" y="1187323"/>
                  </a:lnTo>
                  <a:lnTo>
                    <a:pt x="9525" y="1187323"/>
                  </a:lnTo>
                  <a:lnTo>
                    <a:pt x="9525" y="1158748"/>
                  </a:lnTo>
                  <a:close/>
                </a:path>
                <a:path extrusionOk="0" h="2781300" w="4724400">
                  <a:moveTo>
                    <a:pt x="9525" y="1111186"/>
                  </a:moveTo>
                  <a:lnTo>
                    <a:pt x="0" y="1111186"/>
                  </a:lnTo>
                  <a:lnTo>
                    <a:pt x="0" y="1139761"/>
                  </a:lnTo>
                  <a:lnTo>
                    <a:pt x="9525" y="1139761"/>
                  </a:lnTo>
                  <a:lnTo>
                    <a:pt x="9525" y="1111186"/>
                  </a:lnTo>
                  <a:close/>
                </a:path>
                <a:path extrusionOk="0" h="2781300" w="4724400">
                  <a:moveTo>
                    <a:pt x="9525" y="1063612"/>
                  </a:moveTo>
                  <a:lnTo>
                    <a:pt x="0" y="1063612"/>
                  </a:lnTo>
                  <a:lnTo>
                    <a:pt x="0" y="1092187"/>
                  </a:lnTo>
                  <a:lnTo>
                    <a:pt x="9525" y="1092187"/>
                  </a:lnTo>
                  <a:lnTo>
                    <a:pt x="9525" y="1063612"/>
                  </a:lnTo>
                  <a:close/>
                </a:path>
                <a:path extrusionOk="0" h="2781300" w="4724400">
                  <a:moveTo>
                    <a:pt x="9525" y="1016063"/>
                  </a:moveTo>
                  <a:lnTo>
                    <a:pt x="0" y="1016063"/>
                  </a:lnTo>
                  <a:lnTo>
                    <a:pt x="0" y="1044638"/>
                  </a:lnTo>
                  <a:lnTo>
                    <a:pt x="9525" y="1044638"/>
                  </a:lnTo>
                  <a:lnTo>
                    <a:pt x="9525" y="1016063"/>
                  </a:lnTo>
                  <a:close/>
                </a:path>
                <a:path extrusionOk="0" h="2781300" w="4724400">
                  <a:moveTo>
                    <a:pt x="9525" y="968502"/>
                  </a:moveTo>
                  <a:lnTo>
                    <a:pt x="0" y="968502"/>
                  </a:lnTo>
                  <a:lnTo>
                    <a:pt x="0" y="997077"/>
                  </a:lnTo>
                  <a:lnTo>
                    <a:pt x="9525" y="997077"/>
                  </a:lnTo>
                  <a:lnTo>
                    <a:pt x="9525" y="968502"/>
                  </a:lnTo>
                  <a:close/>
                </a:path>
                <a:path extrusionOk="0" h="2781300" w="4724400">
                  <a:moveTo>
                    <a:pt x="9525" y="920927"/>
                  </a:moveTo>
                  <a:lnTo>
                    <a:pt x="0" y="920927"/>
                  </a:lnTo>
                  <a:lnTo>
                    <a:pt x="0" y="949502"/>
                  </a:lnTo>
                  <a:lnTo>
                    <a:pt x="9525" y="949502"/>
                  </a:lnTo>
                  <a:lnTo>
                    <a:pt x="9525" y="920927"/>
                  </a:lnTo>
                  <a:close/>
                </a:path>
                <a:path extrusionOk="0" h="2781300" w="4724400">
                  <a:moveTo>
                    <a:pt x="9525" y="873366"/>
                  </a:moveTo>
                  <a:lnTo>
                    <a:pt x="0" y="873366"/>
                  </a:lnTo>
                  <a:lnTo>
                    <a:pt x="0" y="901941"/>
                  </a:lnTo>
                  <a:lnTo>
                    <a:pt x="9525" y="901941"/>
                  </a:lnTo>
                  <a:lnTo>
                    <a:pt x="9525" y="873366"/>
                  </a:lnTo>
                  <a:close/>
                </a:path>
                <a:path extrusionOk="0" h="2781300" w="4724400">
                  <a:moveTo>
                    <a:pt x="9525" y="825804"/>
                  </a:moveTo>
                  <a:lnTo>
                    <a:pt x="0" y="825804"/>
                  </a:lnTo>
                  <a:lnTo>
                    <a:pt x="0" y="854379"/>
                  </a:lnTo>
                  <a:lnTo>
                    <a:pt x="9525" y="854379"/>
                  </a:lnTo>
                  <a:lnTo>
                    <a:pt x="9525" y="825804"/>
                  </a:lnTo>
                  <a:close/>
                </a:path>
                <a:path extrusionOk="0" h="2781300" w="4724400">
                  <a:moveTo>
                    <a:pt x="9525" y="778243"/>
                  </a:moveTo>
                  <a:lnTo>
                    <a:pt x="0" y="778243"/>
                  </a:lnTo>
                  <a:lnTo>
                    <a:pt x="0" y="806818"/>
                  </a:lnTo>
                  <a:lnTo>
                    <a:pt x="9525" y="806818"/>
                  </a:lnTo>
                  <a:lnTo>
                    <a:pt x="9525" y="778243"/>
                  </a:lnTo>
                  <a:close/>
                </a:path>
                <a:path extrusionOk="0" h="2781300" w="4724400">
                  <a:moveTo>
                    <a:pt x="9525" y="730669"/>
                  </a:moveTo>
                  <a:lnTo>
                    <a:pt x="0" y="730669"/>
                  </a:lnTo>
                  <a:lnTo>
                    <a:pt x="0" y="759244"/>
                  </a:lnTo>
                  <a:lnTo>
                    <a:pt x="9525" y="759244"/>
                  </a:lnTo>
                  <a:lnTo>
                    <a:pt x="9525" y="730669"/>
                  </a:lnTo>
                  <a:close/>
                </a:path>
                <a:path extrusionOk="0" h="2781300" w="4724400">
                  <a:moveTo>
                    <a:pt x="9525" y="683107"/>
                  </a:moveTo>
                  <a:lnTo>
                    <a:pt x="0" y="683107"/>
                  </a:lnTo>
                  <a:lnTo>
                    <a:pt x="0" y="711682"/>
                  </a:lnTo>
                  <a:lnTo>
                    <a:pt x="9525" y="711682"/>
                  </a:lnTo>
                  <a:lnTo>
                    <a:pt x="9525" y="683107"/>
                  </a:lnTo>
                  <a:close/>
                </a:path>
                <a:path extrusionOk="0" h="2781300" w="4724400">
                  <a:moveTo>
                    <a:pt x="9525" y="635546"/>
                  </a:moveTo>
                  <a:lnTo>
                    <a:pt x="0" y="635546"/>
                  </a:lnTo>
                  <a:lnTo>
                    <a:pt x="0" y="664121"/>
                  </a:lnTo>
                  <a:lnTo>
                    <a:pt x="9525" y="664121"/>
                  </a:lnTo>
                  <a:lnTo>
                    <a:pt x="9525" y="635546"/>
                  </a:lnTo>
                  <a:close/>
                </a:path>
                <a:path extrusionOk="0" h="2781300" w="4724400">
                  <a:moveTo>
                    <a:pt x="9525" y="587984"/>
                  </a:moveTo>
                  <a:lnTo>
                    <a:pt x="0" y="587984"/>
                  </a:lnTo>
                  <a:lnTo>
                    <a:pt x="0" y="616559"/>
                  </a:lnTo>
                  <a:lnTo>
                    <a:pt x="9525" y="616559"/>
                  </a:lnTo>
                  <a:lnTo>
                    <a:pt x="9525" y="587984"/>
                  </a:lnTo>
                  <a:close/>
                </a:path>
                <a:path extrusionOk="0" h="2781300" w="4724400">
                  <a:moveTo>
                    <a:pt x="9525" y="540423"/>
                  </a:moveTo>
                  <a:lnTo>
                    <a:pt x="0" y="540423"/>
                  </a:lnTo>
                  <a:lnTo>
                    <a:pt x="0" y="568998"/>
                  </a:lnTo>
                  <a:lnTo>
                    <a:pt x="9525" y="568998"/>
                  </a:lnTo>
                  <a:lnTo>
                    <a:pt x="9525" y="540423"/>
                  </a:lnTo>
                  <a:close/>
                </a:path>
                <a:path extrusionOk="0" h="2781300" w="4724400">
                  <a:moveTo>
                    <a:pt x="9525" y="492848"/>
                  </a:moveTo>
                  <a:lnTo>
                    <a:pt x="0" y="492848"/>
                  </a:lnTo>
                  <a:lnTo>
                    <a:pt x="0" y="521423"/>
                  </a:lnTo>
                  <a:lnTo>
                    <a:pt x="9525" y="521423"/>
                  </a:lnTo>
                  <a:lnTo>
                    <a:pt x="9525" y="492848"/>
                  </a:lnTo>
                  <a:close/>
                </a:path>
                <a:path extrusionOk="0" h="2781300" w="4724400">
                  <a:moveTo>
                    <a:pt x="9525" y="445287"/>
                  </a:moveTo>
                  <a:lnTo>
                    <a:pt x="0" y="445287"/>
                  </a:lnTo>
                  <a:lnTo>
                    <a:pt x="0" y="473862"/>
                  </a:lnTo>
                  <a:lnTo>
                    <a:pt x="9525" y="473862"/>
                  </a:lnTo>
                  <a:lnTo>
                    <a:pt x="9525" y="445287"/>
                  </a:lnTo>
                  <a:close/>
                </a:path>
                <a:path extrusionOk="0" h="2781300" w="4724400">
                  <a:moveTo>
                    <a:pt x="9525" y="397725"/>
                  </a:moveTo>
                  <a:lnTo>
                    <a:pt x="0" y="397725"/>
                  </a:lnTo>
                  <a:lnTo>
                    <a:pt x="0" y="426300"/>
                  </a:lnTo>
                  <a:lnTo>
                    <a:pt x="9525" y="426300"/>
                  </a:lnTo>
                  <a:lnTo>
                    <a:pt x="9525" y="397725"/>
                  </a:lnTo>
                  <a:close/>
                </a:path>
                <a:path extrusionOk="0" h="2781300" w="4724400">
                  <a:moveTo>
                    <a:pt x="9525" y="350164"/>
                  </a:moveTo>
                  <a:lnTo>
                    <a:pt x="0" y="350164"/>
                  </a:lnTo>
                  <a:lnTo>
                    <a:pt x="0" y="378739"/>
                  </a:lnTo>
                  <a:lnTo>
                    <a:pt x="9525" y="378739"/>
                  </a:lnTo>
                  <a:lnTo>
                    <a:pt x="9525" y="350164"/>
                  </a:lnTo>
                  <a:close/>
                </a:path>
                <a:path extrusionOk="0" h="2781300" w="4724400">
                  <a:moveTo>
                    <a:pt x="9525" y="302602"/>
                  </a:moveTo>
                  <a:lnTo>
                    <a:pt x="0" y="302602"/>
                  </a:lnTo>
                  <a:lnTo>
                    <a:pt x="0" y="331177"/>
                  </a:lnTo>
                  <a:lnTo>
                    <a:pt x="9525" y="331177"/>
                  </a:lnTo>
                  <a:lnTo>
                    <a:pt x="9525" y="302602"/>
                  </a:lnTo>
                  <a:close/>
                </a:path>
                <a:path extrusionOk="0" h="2781300" w="4724400">
                  <a:moveTo>
                    <a:pt x="9525" y="255041"/>
                  </a:moveTo>
                  <a:lnTo>
                    <a:pt x="0" y="255041"/>
                  </a:lnTo>
                  <a:lnTo>
                    <a:pt x="0" y="283616"/>
                  </a:lnTo>
                  <a:lnTo>
                    <a:pt x="9525" y="283616"/>
                  </a:lnTo>
                  <a:lnTo>
                    <a:pt x="9525" y="255041"/>
                  </a:lnTo>
                  <a:close/>
                </a:path>
                <a:path extrusionOk="0" h="2781300" w="4724400">
                  <a:moveTo>
                    <a:pt x="9525" y="207479"/>
                  </a:moveTo>
                  <a:lnTo>
                    <a:pt x="0" y="207479"/>
                  </a:lnTo>
                  <a:lnTo>
                    <a:pt x="0" y="236054"/>
                  </a:lnTo>
                  <a:lnTo>
                    <a:pt x="9525" y="236054"/>
                  </a:lnTo>
                  <a:lnTo>
                    <a:pt x="9525" y="207479"/>
                  </a:lnTo>
                  <a:close/>
                </a:path>
                <a:path extrusionOk="0" h="2781300" w="4724400">
                  <a:moveTo>
                    <a:pt x="9525" y="159905"/>
                  </a:moveTo>
                  <a:lnTo>
                    <a:pt x="0" y="159905"/>
                  </a:lnTo>
                  <a:lnTo>
                    <a:pt x="0" y="188480"/>
                  </a:lnTo>
                  <a:lnTo>
                    <a:pt x="9525" y="188480"/>
                  </a:lnTo>
                  <a:lnTo>
                    <a:pt x="9525" y="159905"/>
                  </a:lnTo>
                  <a:close/>
                </a:path>
                <a:path extrusionOk="0" h="2781300" w="4724400">
                  <a:moveTo>
                    <a:pt x="9525" y="112344"/>
                  </a:moveTo>
                  <a:lnTo>
                    <a:pt x="0" y="112344"/>
                  </a:lnTo>
                  <a:lnTo>
                    <a:pt x="0" y="140919"/>
                  </a:lnTo>
                  <a:lnTo>
                    <a:pt x="9525" y="140919"/>
                  </a:lnTo>
                  <a:lnTo>
                    <a:pt x="9525" y="112344"/>
                  </a:lnTo>
                  <a:close/>
                </a:path>
                <a:path extrusionOk="0" h="2781300" w="4724400">
                  <a:moveTo>
                    <a:pt x="12103" y="2706535"/>
                  </a:moveTo>
                  <a:lnTo>
                    <a:pt x="11163" y="2702776"/>
                  </a:lnTo>
                  <a:lnTo>
                    <a:pt x="9944" y="2694495"/>
                  </a:lnTo>
                  <a:lnTo>
                    <a:pt x="9525" y="2686050"/>
                  </a:lnTo>
                  <a:lnTo>
                    <a:pt x="9525" y="2680792"/>
                  </a:lnTo>
                  <a:lnTo>
                    <a:pt x="0" y="2680792"/>
                  </a:lnTo>
                  <a:lnTo>
                    <a:pt x="0" y="2686050"/>
                  </a:lnTo>
                  <a:lnTo>
                    <a:pt x="457" y="2695435"/>
                  </a:lnTo>
                  <a:lnTo>
                    <a:pt x="1816" y="2704642"/>
                  </a:lnTo>
                  <a:lnTo>
                    <a:pt x="2870" y="2708808"/>
                  </a:lnTo>
                  <a:lnTo>
                    <a:pt x="12103" y="2706535"/>
                  </a:lnTo>
                  <a:close/>
                </a:path>
                <a:path extrusionOk="0" h="2781300" w="4724400">
                  <a:moveTo>
                    <a:pt x="13931" y="68376"/>
                  </a:moveTo>
                  <a:lnTo>
                    <a:pt x="4889" y="65392"/>
                  </a:lnTo>
                  <a:lnTo>
                    <a:pt x="4089" y="67640"/>
                  </a:lnTo>
                  <a:lnTo>
                    <a:pt x="1816" y="76669"/>
                  </a:lnTo>
                  <a:lnTo>
                    <a:pt x="457" y="85864"/>
                  </a:lnTo>
                  <a:lnTo>
                    <a:pt x="419" y="86804"/>
                  </a:lnTo>
                  <a:lnTo>
                    <a:pt x="88" y="93459"/>
                  </a:lnTo>
                  <a:lnTo>
                    <a:pt x="9613" y="93637"/>
                  </a:lnTo>
                  <a:lnTo>
                    <a:pt x="9613" y="93459"/>
                  </a:lnTo>
                  <a:lnTo>
                    <a:pt x="9944" y="86804"/>
                  </a:lnTo>
                  <a:lnTo>
                    <a:pt x="11163" y="78524"/>
                  </a:lnTo>
                  <a:lnTo>
                    <a:pt x="13208" y="70408"/>
                  </a:lnTo>
                  <a:lnTo>
                    <a:pt x="13931" y="68376"/>
                  </a:lnTo>
                  <a:close/>
                </a:path>
                <a:path extrusionOk="0" h="2781300" w="4724400">
                  <a:moveTo>
                    <a:pt x="32512" y="2744330"/>
                  </a:moveTo>
                  <a:lnTo>
                    <a:pt x="28956" y="2740406"/>
                  </a:lnTo>
                  <a:lnTo>
                    <a:pt x="23964" y="2733687"/>
                  </a:lnTo>
                  <a:lnTo>
                    <a:pt x="19659" y="2726499"/>
                  </a:lnTo>
                  <a:lnTo>
                    <a:pt x="17983" y="2722956"/>
                  </a:lnTo>
                  <a:lnTo>
                    <a:pt x="9398" y="2727045"/>
                  </a:lnTo>
                  <a:lnTo>
                    <a:pt x="11264" y="2730995"/>
                  </a:lnTo>
                  <a:lnTo>
                    <a:pt x="16040" y="2738983"/>
                  </a:lnTo>
                  <a:lnTo>
                    <a:pt x="21590" y="2746451"/>
                  </a:lnTo>
                  <a:lnTo>
                    <a:pt x="25539" y="2750807"/>
                  </a:lnTo>
                  <a:lnTo>
                    <a:pt x="32512" y="2744330"/>
                  </a:lnTo>
                  <a:close/>
                </a:path>
                <a:path extrusionOk="0" h="2781300" w="4724400">
                  <a:moveTo>
                    <a:pt x="37160" y="32346"/>
                  </a:moveTo>
                  <a:lnTo>
                    <a:pt x="30708" y="25361"/>
                  </a:lnTo>
                  <a:lnTo>
                    <a:pt x="27901" y="27901"/>
                  </a:lnTo>
                  <a:lnTo>
                    <a:pt x="21590" y="34861"/>
                  </a:lnTo>
                  <a:lnTo>
                    <a:pt x="16040" y="42329"/>
                  </a:lnTo>
                  <a:lnTo>
                    <a:pt x="12687" y="47929"/>
                  </a:lnTo>
                  <a:lnTo>
                    <a:pt x="20942" y="52666"/>
                  </a:lnTo>
                  <a:lnTo>
                    <a:pt x="23964" y="47612"/>
                  </a:lnTo>
                  <a:lnTo>
                    <a:pt x="28956" y="40894"/>
                  </a:lnTo>
                  <a:lnTo>
                    <a:pt x="34645" y="34632"/>
                  </a:lnTo>
                  <a:lnTo>
                    <a:pt x="37160" y="32346"/>
                  </a:lnTo>
                  <a:close/>
                </a:path>
                <a:path extrusionOk="0" h="2781300" w="4724400">
                  <a:moveTo>
                    <a:pt x="68605" y="2767457"/>
                  </a:moveTo>
                  <a:lnTo>
                    <a:pt x="62445" y="2765247"/>
                  </a:lnTo>
                  <a:lnTo>
                    <a:pt x="54800" y="2761640"/>
                  </a:lnTo>
                  <a:lnTo>
                    <a:pt x="47625" y="2757347"/>
                  </a:lnTo>
                  <a:lnTo>
                    <a:pt x="45554" y="2755798"/>
                  </a:lnTo>
                  <a:lnTo>
                    <a:pt x="40030" y="2763558"/>
                  </a:lnTo>
                  <a:lnTo>
                    <a:pt x="42316" y="2765247"/>
                  </a:lnTo>
                  <a:lnTo>
                    <a:pt x="50304" y="2770047"/>
                  </a:lnTo>
                  <a:lnTo>
                    <a:pt x="58801" y="2774048"/>
                  </a:lnTo>
                  <a:lnTo>
                    <a:pt x="65646" y="2776512"/>
                  </a:lnTo>
                  <a:lnTo>
                    <a:pt x="68605" y="2767457"/>
                  </a:lnTo>
                  <a:close/>
                </a:path>
                <a:path extrusionOk="0" h="2781300" w="4724400">
                  <a:moveTo>
                    <a:pt x="75018" y="12039"/>
                  </a:moveTo>
                  <a:lnTo>
                    <a:pt x="72771" y="2794"/>
                  </a:lnTo>
                  <a:lnTo>
                    <a:pt x="67652" y="4076"/>
                  </a:lnTo>
                  <a:lnTo>
                    <a:pt x="58801" y="7251"/>
                  </a:lnTo>
                  <a:lnTo>
                    <a:pt x="50304" y="11264"/>
                  </a:lnTo>
                  <a:lnTo>
                    <a:pt x="46075" y="13804"/>
                  </a:lnTo>
                  <a:lnTo>
                    <a:pt x="50990" y="21945"/>
                  </a:lnTo>
                  <a:lnTo>
                    <a:pt x="54800" y="19659"/>
                  </a:lnTo>
                  <a:lnTo>
                    <a:pt x="62445" y="16052"/>
                  </a:lnTo>
                  <a:lnTo>
                    <a:pt x="70408" y="13195"/>
                  </a:lnTo>
                  <a:lnTo>
                    <a:pt x="75018" y="12039"/>
                  </a:lnTo>
                  <a:close/>
                </a:path>
                <a:path extrusionOk="0" h="2781300" w="4724400">
                  <a:moveTo>
                    <a:pt x="112610" y="2771775"/>
                  </a:moveTo>
                  <a:lnTo>
                    <a:pt x="95250" y="2771775"/>
                  </a:lnTo>
                  <a:lnTo>
                    <a:pt x="86817" y="2771368"/>
                  </a:lnTo>
                  <a:lnTo>
                    <a:pt x="85547" y="2771178"/>
                  </a:lnTo>
                  <a:lnTo>
                    <a:pt x="85471" y="2771775"/>
                  </a:lnTo>
                  <a:lnTo>
                    <a:pt x="84467" y="2780639"/>
                  </a:lnTo>
                  <a:lnTo>
                    <a:pt x="85877" y="2780855"/>
                  </a:lnTo>
                  <a:lnTo>
                    <a:pt x="95250" y="2781300"/>
                  </a:lnTo>
                  <a:lnTo>
                    <a:pt x="112610" y="2781300"/>
                  </a:lnTo>
                  <a:lnTo>
                    <a:pt x="112610" y="2771775"/>
                  </a:lnTo>
                  <a:close/>
                </a:path>
                <a:path extrusionOk="0" h="2781300" w="4724400">
                  <a:moveTo>
                    <a:pt x="123825" y="0"/>
                  </a:moveTo>
                  <a:lnTo>
                    <a:pt x="95250" y="0"/>
                  </a:lnTo>
                  <a:lnTo>
                    <a:pt x="91389" y="190"/>
                  </a:lnTo>
                  <a:lnTo>
                    <a:pt x="91757" y="9702"/>
                  </a:lnTo>
                  <a:lnTo>
                    <a:pt x="95250" y="9525"/>
                  </a:lnTo>
                  <a:lnTo>
                    <a:pt x="123825" y="9525"/>
                  </a:lnTo>
                  <a:lnTo>
                    <a:pt x="123825" y="0"/>
                  </a:lnTo>
                  <a:close/>
                </a:path>
                <a:path extrusionOk="0" h="2781300" w="4724400">
                  <a:moveTo>
                    <a:pt x="160185" y="2771775"/>
                  </a:moveTo>
                  <a:lnTo>
                    <a:pt x="131610" y="2771775"/>
                  </a:lnTo>
                  <a:lnTo>
                    <a:pt x="131610" y="2781300"/>
                  </a:lnTo>
                  <a:lnTo>
                    <a:pt x="160185" y="2781300"/>
                  </a:lnTo>
                  <a:lnTo>
                    <a:pt x="160185" y="2771775"/>
                  </a:lnTo>
                  <a:close/>
                </a:path>
                <a:path extrusionOk="0" h="2781300" w="4724400">
                  <a:moveTo>
                    <a:pt x="171399" y="0"/>
                  </a:moveTo>
                  <a:lnTo>
                    <a:pt x="142824" y="0"/>
                  </a:lnTo>
                  <a:lnTo>
                    <a:pt x="142824" y="9525"/>
                  </a:lnTo>
                  <a:lnTo>
                    <a:pt x="171399" y="9525"/>
                  </a:lnTo>
                  <a:lnTo>
                    <a:pt x="171399" y="0"/>
                  </a:lnTo>
                  <a:close/>
                </a:path>
                <a:path extrusionOk="0" h="2781300" w="4724400">
                  <a:moveTo>
                    <a:pt x="207746" y="2771775"/>
                  </a:moveTo>
                  <a:lnTo>
                    <a:pt x="179171" y="2771775"/>
                  </a:lnTo>
                  <a:lnTo>
                    <a:pt x="179171" y="2781300"/>
                  </a:lnTo>
                  <a:lnTo>
                    <a:pt x="207746" y="2781300"/>
                  </a:lnTo>
                  <a:lnTo>
                    <a:pt x="207746" y="2771775"/>
                  </a:lnTo>
                  <a:close/>
                </a:path>
                <a:path extrusionOk="0" h="2781300" w="4724400">
                  <a:moveTo>
                    <a:pt x="218960" y="0"/>
                  </a:moveTo>
                  <a:lnTo>
                    <a:pt x="190385" y="0"/>
                  </a:lnTo>
                  <a:lnTo>
                    <a:pt x="190385" y="9525"/>
                  </a:lnTo>
                  <a:lnTo>
                    <a:pt x="218960" y="9525"/>
                  </a:lnTo>
                  <a:lnTo>
                    <a:pt x="218960" y="0"/>
                  </a:lnTo>
                  <a:close/>
                </a:path>
                <a:path extrusionOk="0" h="2781300" w="4724400">
                  <a:moveTo>
                    <a:pt x="255308" y="2771775"/>
                  </a:moveTo>
                  <a:lnTo>
                    <a:pt x="226733" y="2771775"/>
                  </a:lnTo>
                  <a:lnTo>
                    <a:pt x="226733" y="2781300"/>
                  </a:lnTo>
                  <a:lnTo>
                    <a:pt x="255308" y="2781300"/>
                  </a:lnTo>
                  <a:lnTo>
                    <a:pt x="255308" y="2771775"/>
                  </a:lnTo>
                  <a:close/>
                </a:path>
                <a:path extrusionOk="0" h="2781300" w="4724400">
                  <a:moveTo>
                    <a:pt x="266522" y="0"/>
                  </a:moveTo>
                  <a:lnTo>
                    <a:pt x="237947" y="0"/>
                  </a:lnTo>
                  <a:lnTo>
                    <a:pt x="237947" y="9525"/>
                  </a:lnTo>
                  <a:lnTo>
                    <a:pt x="266522" y="9525"/>
                  </a:lnTo>
                  <a:lnTo>
                    <a:pt x="266522" y="0"/>
                  </a:lnTo>
                  <a:close/>
                </a:path>
                <a:path extrusionOk="0" h="2781300" w="4724400">
                  <a:moveTo>
                    <a:pt x="302869" y="2771775"/>
                  </a:moveTo>
                  <a:lnTo>
                    <a:pt x="274294" y="2771775"/>
                  </a:lnTo>
                  <a:lnTo>
                    <a:pt x="274294" y="2781300"/>
                  </a:lnTo>
                  <a:lnTo>
                    <a:pt x="302869" y="2781300"/>
                  </a:lnTo>
                  <a:lnTo>
                    <a:pt x="302869" y="2771775"/>
                  </a:lnTo>
                  <a:close/>
                </a:path>
                <a:path extrusionOk="0" h="2781300" w="4724400">
                  <a:moveTo>
                    <a:pt x="314083" y="0"/>
                  </a:moveTo>
                  <a:lnTo>
                    <a:pt x="285508" y="0"/>
                  </a:lnTo>
                  <a:lnTo>
                    <a:pt x="285508" y="9525"/>
                  </a:lnTo>
                  <a:lnTo>
                    <a:pt x="314083" y="9525"/>
                  </a:lnTo>
                  <a:lnTo>
                    <a:pt x="314083" y="0"/>
                  </a:lnTo>
                  <a:close/>
                </a:path>
                <a:path extrusionOk="0" h="2781300" w="4724400">
                  <a:moveTo>
                    <a:pt x="350431" y="2771775"/>
                  </a:moveTo>
                  <a:lnTo>
                    <a:pt x="321856" y="2771775"/>
                  </a:lnTo>
                  <a:lnTo>
                    <a:pt x="321856" y="2781300"/>
                  </a:lnTo>
                  <a:lnTo>
                    <a:pt x="350431" y="2781300"/>
                  </a:lnTo>
                  <a:lnTo>
                    <a:pt x="350431" y="2771775"/>
                  </a:lnTo>
                  <a:close/>
                </a:path>
                <a:path extrusionOk="0" h="2781300" w="4724400">
                  <a:moveTo>
                    <a:pt x="361645" y="0"/>
                  </a:moveTo>
                  <a:lnTo>
                    <a:pt x="333070" y="0"/>
                  </a:lnTo>
                  <a:lnTo>
                    <a:pt x="333070" y="9525"/>
                  </a:lnTo>
                  <a:lnTo>
                    <a:pt x="361645" y="9525"/>
                  </a:lnTo>
                  <a:lnTo>
                    <a:pt x="361645" y="0"/>
                  </a:lnTo>
                  <a:close/>
                </a:path>
                <a:path extrusionOk="0" h="2781300" w="4724400">
                  <a:moveTo>
                    <a:pt x="398005" y="2771775"/>
                  </a:moveTo>
                  <a:lnTo>
                    <a:pt x="369430" y="2771775"/>
                  </a:lnTo>
                  <a:lnTo>
                    <a:pt x="369430" y="2781300"/>
                  </a:lnTo>
                  <a:lnTo>
                    <a:pt x="398005" y="2781300"/>
                  </a:lnTo>
                  <a:lnTo>
                    <a:pt x="398005" y="2771775"/>
                  </a:lnTo>
                  <a:close/>
                </a:path>
                <a:path extrusionOk="0" h="2781300" w="4724400">
                  <a:moveTo>
                    <a:pt x="409219" y="0"/>
                  </a:moveTo>
                  <a:lnTo>
                    <a:pt x="380644" y="0"/>
                  </a:lnTo>
                  <a:lnTo>
                    <a:pt x="380644" y="9525"/>
                  </a:lnTo>
                  <a:lnTo>
                    <a:pt x="409219" y="9525"/>
                  </a:lnTo>
                  <a:lnTo>
                    <a:pt x="409219" y="0"/>
                  </a:lnTo>
                  <a:close/>
                </a:path>
                <a:path extrusionOk="0" h="2781300" w="4724400">
                  <a:moveTo>
                    <a:pt x="445566" y="2771775"/>
                  </a:moveTo>
                  <a:lnTo>
                    <a:pt x="416991" y="2771775"/>
                  </a:lnTo>
                  <a:lnTo>
                    <a:pt x="416991" y="2781300"/>
                  </a:lnTo>
                  <a:lnTo>
                    <a:pt x="445566" y="2781300"/>
                  </a:lnTo>
                  <a:lnTo>
                    <a:pt x="445566" y="2771775"/>
                  </a:lnTo>
                  <a:close/>
                </a:path>
                <a:path extrusionOk="0" h="2781300" w="4724400">
                  <a:moveTo>
                    <a:pt x="456780" y="0"/>
                  </a:moveTo>
                  <a:lnTo>
                    <a:pt x="428205" y="0"/>
                  </a:lnTo>
                  <a:lnTo>
                    <a:pt x="428205" y="9525"/>
                  </a:lnTo>
                  <a:lnTo>
                    <a:pt x="456780" y="9525"/>
                  </a:lnTo>
                  <a:lnTo>
                    <a:pt x="456780" y="0"/>
                  </a:lnTo>
                  <a:close/>
                </a:path>
                <a:path extrusionOk="0" h="2781300" w="4724400">
                  <a:moveTo>
                    <a:pt x="493128" y="2771775"/>
                  </a:moveTo>
                  <a:lnTo>
                    <a:pt x="464553" y="2771775"/>
                  </a:lnTo>
                  <a:lnTo>
                    <a:pt x="464553" y="2781300"/>
                  </a:lnTo>
                  <a:lnTo>
                    <a:pt x="493128" y="2781300"/>
                  </a:lnTo>
                  <a:lnTo>
                    <a:pt x="493128" y="2771775"/>
                  </a:lnTo>
                  <a:close/>
                </a:path>
                <a:path extrusionOk="0" h="2781300" w="4724400">
                  <a:moveTo>
                    <a:pt x="504342" y="0"/>
                  </a:moveTo>
                  <a:lnTo>
                    <a:pt x="475767" y="0"/>
                  </a:lnTo>
                  <a:lnTo>
                    <a:pt x="475767" y="9525"/>
                  </a:lnTo>
                  <a:lnTo>
                    <a:pt x="504342" y="9525"/>
                  </a:lnTo>
                  <a:lnTo>
                    <a:pt x="504342" y="0"/>
                  </a:lnTo>
                  <a:close/>
                </a:path>
                <a:path extrusionOk="0" h="2781300" w="4724400">
                  <a:moveTo>
                    <a:pt x="540689" y="2771775"/>
                  </a:moveTo>
                  <a:lnTo>
                    <a:pt x="512114" y="2771775"/>
                  </a:lnTo>
                  <a:lnTo>
                    <a:pt x="512114" y="2781300"/>
                  </a:lnTo>
                  <a:lnTo>
                    <a:pt x="540689" y="2781300"/>
                  </a:lnTo>
                  <a:lnTo>
                    <a:pt x="540689" y="2771775"/>
                  </a:lnTo>
                  <a:close/>
                </a:path>
                <a:path extrusionOk="0" h="2781300" w="4724400">
                  <a:moveTo>
                    <a:pt x="551903" y="0"/>
                  </a:moveTo>
                  <a:lnTo>
                    <a:pt x="523328" y="0"/>
                  </a:lnTo>
                  <a:lnTo>
                    <a:pt x="523328" y="9525"/>
                  </a:lnTo>
                  <a:lnTo>
                    <a:pt x="551903" y="9525"/>
                  </a:lnTo>
                  <a:lnTo>
                    <a:pt x="551903" y="0"/>
                  </a:lnTo>
                  <a:close/>
                </a:path>
                <a:path extrusionOk="0" h="2781300" w="4724400">
                  <a:moveTo>
                    <a:pt x="588251" y="2771775"/>
                  </a:moveTo>
                  <a:lnTo>
                    <a:pt x="559676" y="2771775"/>
                  </a:lnTo>
                  <a:lnTo>
                    <a:pt x="559676" y="2781300"/>
                  </a:lnTo>
                  <a:lnTo>
                    <a:pt x="588251" y="2781300"/>
                  </a:lnTo>
                  <a:lnTo>
                    <a:pt x="588251" y="2771775"/>
                  </a:lnTo>
                  <a:close/>
                </a:path>
                <a:path extrusionOk="0" h="2781300" w="4724400">
                  <a:moveTo>
                    <a:pt x="599465" y="0"/>
                  </a:moveTo>
                  <a:lnTo>
                    <a:pt x="570890" y="0"/>
                  </a:lnTo>
                  <a:lnTo>
                    <a:pt x="570890" y="9525"/>
                  </a:lnTo>
                  <a:lnTo>
                    <a:pt x="599465" y="9525"/>
                  </a:lnTo>
                  <a:lnTo>
                    <a:pt x="599465" y="0"/>
                  </a:lnTo>
                  <a:close/>
                </a:path>
                <a:path extrusionOk="0" h="2781300" w="4724400">
                  <a:moveTo>
                    <a:pt x="635812" y="2771775"/>
                  </a:moveTo>
                  <a:lnTo>
                    <a:pt x="607237" y="2771775"/>
                  </a:lnTo>
                  <a:lnTo>
                    <a:pt x="607237" y="2781300"/>
                  </a:lnTo>
                  <a:lnTo>
                    <a:pt x="635812" y="2781300"/>
                  </a:lnTo>
                  <a:lnTo>
                    <a:pt x="635812" y="2771775"/>
                  </a:lnTo>
                  <a:close/>
                </a:path>
                <a:path extrusionOk="0" h="2781300" w="4724400">
                  <a:moveTo>
                    <a:pt x="647039" y="0"/>
                  </a:moveTo>
                  <a:lnTo>
                    <a:pt x="618464" y="0"/>
                  </a:lnTo>
                  <a:lnTo>
                    <a:pt x="618464" y="9525"/>
                  </a:lnTo>
                  <a:lnTo>
                    <a:pt x="647039" y="9525"/>
                  </a:lnTo>
                  <a:lnTo>
                    <a:pt x="647039" y="0"/>
                  </a:lnTo>
                  <a:close/>
                </a:path>
                <a:path extrusionOk="0" h="2781300" w="4724400">
                  <a:moveTo>
                    <a:pt x="683387" y="2771775"/>
                  </a:moveTo>
                  <a:lnTo>
                    <a:pt x="654812" y="2771775"/>
                  </a:lnTo>
                  <a:lnTo>
                    <a:pt x="654812" y="2781300"/>
                  </a:lnTo>
                  <a:lnTo>
                    <a:pt x="683387" y="2781300"/>
                  </a:lnTo>
                  <a:lnTo>
                    <a:pt x="683387" y="2771775"/>
                  </a:lnTo>
                  <a:close/>
                </a:path>
                <a:path extrusionOk="0" h="2781300" w="4724400">
                  <a:moveTo>
                    <a:pt x="694601" y="0"/>
                  </a:moveTo>
                  <a:lnTo>
                    <a:pt x="666026" y="0"/>
                  </a:lnTo>
                  <a:lnTo>
                    <a:pt x="666026" y="9525"/>
                  </a:lnTo>
                  <a:lnTo>
                    <a:pt x="694601" y="9525"/>
                  </a:lnTo>
                  <a:lnTo>
                    <a:pt x="694601" y="0"/>
                  </a:lnTo>
                  <a:close/>
                </a:path>
                <a:path extrusionOk="0" h="2781300" w="4724400">
                  <a:moveTo>
                    <a:pt x="730948" y="2771775"/>
                  </a:moveTo>
                  <a:lnTo>
                    <a:pt x="702373" y="2771775"/>
                  </a:lnTo>
                  <a:lnTo>
                    <a:pt x="702373" y="2781300"/>
                  </a:lnTo>
                  <a:lnTo>
                    <a:pt x="730948" y="2781300"/>
                  </a:lnTo>
                  <a:lnTo>
                    <a:pt x="730948" y="2771775"/>
                  </a:lnTo>
                  <a:close/>
                </a:path>
                <a:path extrusionOk="0" h="2781300" w="4724400">
                  <a:moveTo>
                    <a:pt x="742162" y="0"/>
                  </a:moveTo>
                  <a:lnTo>
                    <a:pt x="713587" y="0"/>
                  </a:lnTo>
                  <a:lnTo>
                    <a:pt x="713587" y="9525"/>
                  </a:lnTo>
                  <a:lnTo>
                    <a:pt x="742162" y="9525"/>
                  </a:lnTo>
                  <a:lnTo>
                    <a:pt x="742162" y="0"/>
                  </a:lnTo>
                  <a:close/>
                </a:path>
                <a:path extrusionOk="0" h="2781300" w="4724400">
                  <a:moveTo>
                    <a:pt x="778510" y="2771775"/>
                  </a:moveTo>
                  <a:lnTo>
                    <a:pt x="749935" y="2771775"/>
                  </a:lnTo>
                  <a:lnTo>
                    <a:pt x="749935" y="2781300"/>
                  </a:lnTo>
                  <a:lnTo>
                    <a:pt x="778510" y="2781300"/>
                  </a:lnTo>
                  <a:lnTo>
                    <a:pt x="778510" y="2771775"/>
                  </a:lnTo>
                  <a:close/>
                </a:path>
                <a:path extrusionOk="0" h="2781300" w="4724400">
                  <a:moveTo>
                    <a:pt x="789724" y="0"/>
                  </a:moveTo>
                  <a:lnTo>
                    <a:pt x="761149" y="0"/>
                  </a:lnTo>
                  <a:lnTo>
                    <a:pt x="761149" y="9525"/>
                  </a:lnTo>
                  <a:lnTo>
                    <a:pt x="789724" y="9525"/>
                  </a:lnTo>
                  <a:lnTo>
                    <a:pt x="789724" y="0"/>
                  </a:lnTo>
                  <a:close/>
                </a:path>
                <a:path extrusionOk="0" h="2781300" w="4724400">
                  <a:moveTo>
                    <a:pt x="826071" y="2771775"/>
                  </a:moveTo>
                  <a:lnTo>
                    <a:pt x="797496" y="2771775"/>
                  </a:lnTo>
                  <a:lnTo>
                    <a:pt x="797496" y="2781300"/>
                  </a:lnTo>
                  <a:lnTo>
                    <a:pt x="826071" y="2781300"/>
                  </a:lnTo>
                  <a:lnTo>
                    <a:pt x="826071" y="2771775"/>
                  </a:lnTo>
                  <a:close/>
                </a:path>
                <a:path extrusionOk="0" h="2781300" w="4724400">
                  <a:moveTo>
                    <a:pt x="837285" y="0"/>
                  </a:moveTo>
                  <a:lnTo>
                    <a:pt x="808710" y="0"/>
                  </a:lnTo>
                  <a:lnTo>
                    <a:pt x="808710" y="9525"/>
                  </a:lnTo>
                  <a:lnTo>
                    <a:pt x="837285" y="9525"/>
                  </a:lnTo>
                  <a:lnTo>
                    <a:pt x="837285" y="0"/>
                  </a:lnTo>
                  <a:close/>
                </a:path>
                <a:path extrusionOk="0" h="2781300" w="4724400">
                  <a:moveTo>
                    <a:pt x="873633" y="2771775"/>
                  </a:moveTo>
                  <a:lnTo>
                    <a:pt x="845058" y="2771775"/>
                  </a:lnTo>
                  <a:lnTo>
                    <a:pt x="845058" y="2781300"/>
                  </a:lnTo>
                  <a:lnTo>
                    <a:pt x="873633" y="2781300"/>
                  </a:lnTo>
                  <a:lnTo>
                    <a:pt x="873633" y="2771775"/>
                  </a:lnTo>
                  <a:close/>
                </a:path>
                <a:path extrusionOk="0" h="2781300" w="4724400">
                  <a:moveTo>
                    <a:pt x="884859" y="0"/>
                  </a:moveTo>
                  <a:lnTo>
                    <a:pt x="856284" y="0"/>
                  </a:lnTo>
                  <a:lnTo>
                    <a:pt x="856284" y="9525"/>
                  </a:lnTo>
                  <a:lnTo>
                    <a:pt x="884859" y="9525"/>
                  </a:lnTo>
                  <a:lnTo>
                    <a:pt x="884859" y="0"/>
                  </a:lnTo>
                  <a:close/>
                </a:path>
                <a:path extrusionOk="0" h="2781300" w="4724400">
                  <a:moveTo>
                    <a:pt x="921207" y="2771775"/>
                  </a:moveTo>
                  <a:lnTo>
                    <a:pt x="892632" y="2771775"/>
                  </a:lnTo>
                  <a:lnTo>
                    <a:pt x="892632" y="2781300"/>
                  </a:lnTo>
                  <a:lnTo>
                    <a:pt x="921207" y="2781300"/>
                  </a:lnTo>
                  <a:lnTo>
                    <a:pt x="921207" y="2771775"/>
                  </a:lnTo>
                  <a:close/>
                </a:path>
                <a:path extrusionOk="0" h="2781300" w="4724400">
                  <a:moveTo>
                    <a:pt x="932421" y="0"/>
                  </a:moveTo>
                  <a:lnTo>
                    <a:pt x="903846" y="0"/>
                  </a:lnTo>
                  <a:lnTo>
                    <a:pt x="903846" y="9525"/>
                  </a:lnTo>
                  <a:lnTo>
                    <a:pt x="932421" y="9525"/>
                  </a:lnTo>
                  <a:lnTo>
                    <a:pt x="932421" y="0"/>
                  </a:lnTo>
                  <a:close/>
                </a:path>
                <a:path extrusionOk="0" h="2781300" w="4724400">
                  <a:moveTo>
                    <a:pt x="968768" y="2771775"/>
                  </a:moveTo>
                  <a:lnTo>
                    <a:pt x="940193" y="2771775"/>
                  </a:lnTo>
                  <a:lnTo>
                    <a:pt x="940193" y="2781300"/>
                  </a:lnTo>
                  <a:lnTo>
                    <a:pt x="968768" y="2781300"/>
                  </a:lnTo>
                  <a:lnTo>
                    <a:pt x="968768" y="2771775"/>
                  </a:lnTo>
                  <a:close/>
                </a:path>
                <a:path extrusionOk="0" h="2781300" w="4724400">
                  <a:moveTo>
                    <a:pt x="979982" y="0"/>
                  </a:moveTo>
                  <a:lnTo>
                    <a:pt x="951407" y="0"/>
                  </a:lnTo>
                  <a:lnTo>
                    <a:pt x="951407" y="9525"/>
                  </a:lnTo>
                  <a:lnTo>
                    <a:pt x="979982" y="9525"/>
                  </a:lnTo>
                  <a:lnTo>
                    <a:pt x="979982" y="0"/>
                  </a:lnTo>
                  <a:close/>
                </a:path>
                <a:path extrusionOk="0" h="2781300" w="4724400">
                  <a:moveTo>
                    <a:pt x="1016330" y="2771775"/>
                  </a:moveTo>
                  <a:lnTo>
                    <a:pt x="987755" y="2771775"/>
                  </a:lnTo>
                  <a:lnTo>
                    <a:pt x="987755" y="2781300"/>
                  </a:lnTo>
                  <a:lnTo>
                    <a:pt x="1016330" y="2781300"/>
                  </a:lnTo>
                  <a:lnTo>
                    <a:pt x="1016330" y="2771775"/>
                  </a:lnTo>
                  <a:close/>
                </a:path>
                <a:path extrusionOk="0" h="2781300" w="4724400">
                  <a:moveTo>
                    <a:pt x="1027544" y="0"/>
                  </a:moveTo>
                  <a:lnTo>
                    <a:pt x="998969" y="0"/>
                  </a:lnTo>
                  <a:lnTo>
                    <a:pt x="998969" y="9525"/>
                  </a:lnTo>
                  <a:lnTo>
                    <a:pt x="1027544" y="9525"/>
                  </a:lnTo>
                  <a:lnTo>
                    <a:pt x="1027544" y="0"/>
                  </a:lnTo>
                  <a:close/>
                </a:path>
                <a:path extrusionOk="0" h="2781300" w="4724400">
                  <a:moveTo>
                    <a:pt x="1063891" y="2771775"/>
                  </a:moveTo>
                  <a:lnTo>
                    <a:pt x="1035316" y="2771775"/>
                  </a:lnTo>
                  <a:lnTo>
                    <a:pt x="1035316" y="2781300"/>
                  </a:lnTo>
                  <a:lnTo>
                    <a:pt x="1063891" y="2781300"/>
                  </a:lnTo>
                  <a:lnTo>
                    <a:pt x="1063891" y="2771775"/>
                  </a:lnTo>
                  <a:close/>
                </a:path>
                <a:path extrusionOk="0" h="2781300" w="4724400">
                  <a:moveTo>
                    <a:pt x="1075105" y="0"/>
                  </a:moveTo>
                  <a:lnTo>
                    <a:pt x="1046530" y="0"/>
                  </a:lnTo>
                  <a:lnTo>
                    <a:pt x="1046530" y="9525"/>
                  </a:lnTo>
                  <a:lnTo>
                    <a:pt x="1075105" y="9525"/>
                  </a:lnTo>
                  <a:lnTo>
                    <a:pt x="1075105" y="0"/>
                  </a:lnTo>
                  <a:close/>
                </a:path>
                <a:path extrusionOk="0" h="2781300" w="4724400">
                  <a:moveTo>
                    <a:pt x="1111453" y="2771775"/>
                  </a:moveTo>
                  <a:lnTo>
                    <a:pt x="1082878" y="2771775"/>
                  </a:lnTo>
                  <a:lnTo>
                    <a:pt x="1082878" y="2781300"/>
                  </a:lnTo>
                  <a:lnTo>
                    <a:pt x="1111453" y="2781300"/>
                  </a:lnTo>
                  <a:lnTo>
                    <a:pt x="1111453" y="2771775"/>
                  </a:lnTo>
                  <a:close/>
                </a:path>
                <a:path extrusionOk="0" h="2781300" w="4724400">
                  <a:moveTo>
                    <a:pt x="1122680" y="0"/>
                  </a:moveTo>
                  <a:lnTo>
                    <a:pt x="1094105" y="0"/>
                  </a:lnTo>
                  <a:lnTo>
                    <a:pt x="1094105" y="9525"/>
                  </a:lnTo>
                  <a:lnTo>
                    <a:pt x="1122680" y="9525"/>
                  </a:lnTo>
                  <a:lnTo>
                    <a:pt x="1122680" y="0"/>
                  </a:lnTo>
                  <a:close/>
                </a:path>
                <a:path extrusionOk="0" h="2781300" w="4724400">
                  <a:moveTo>
                    <a:pt x="1159027" y="2771775"/>
                  </a:moveTo>
                  <a:lnTo>
                    <a:pt x="1130452" y="2771775"/>
                  </a:lnTo>
                  <a:lnTo>
                    <a:pt x="1130452" y="2781300"/>
                  </a:lnTo>
                  <a:lnTo>
                    <a:pt x="1159027" y="2781300"/>
                  </a:lnTo>
                  <a:lnTo>
                    <a:pt x="1159027" y="2771775"/>
                  </a:lnTo>
                  <a:close/>
                </a:path>
                <a:path extrusionOk="0" h="2781300" w="4724400">
                  <a:moveTo>
                    <a:pt x="1170241" y="0"/>
                  </a:moveTo>
                  <a:lnTo>
                    <a:pt x="1141666" y="0"/>
                  </a:lnTo>
                  <a:lnTo>
                    <a:pt x="1141666" y="9525"/>
                  </a:lnTo>
                  <a:lnTo>
                    <a:pt x="1170241" y="9525"/>
                  </a:lnTo>
                  <a:lnTo>
                    <a:pt x="1170241" y="0"/>
                  </a:lnTo>
                  <a:close/>
                </a:path>
                <a:path extrusionOk="0" h="2781300" w="4724400">
                  <a:moveTo>
                    <a:pt x="1206588" y="2771775"/>
                  </a:moveTo>
                  <a:lnTo>
                    <a:pt x="1178013" y="2771775"/>
                  </a:lnTo>
                  <a:lnTo>
                    <a:pt x="1178013" y="2781300"/>
                  </a:lnTo>
                  <a:lnTo>
                    <a:pt x="1206588" y="2781300"/>
                  </a:lnTo>
                  <a:lnTo>
                    <a:pt x="1206588" y="2771775"/>
                  </a:lnTo>
                  <a:close/>
                </a:path>
                <a:path extrusionOk="0" h="2781300" w="4724400">
                  <a:moveTo>
                    <a:pt x="1217803" y="0"/>
                  </a:moveTo>
                  <a:lnTo>
                    <a:pt x="1189228" y="0"/>
                  </a:lnTo>
                  <a:lnTo>
                    <a:pt x="1189228" y="9525"/>
                  </a:lnTo>
                  <a:lnTo>
                    <a:pt x="1217803" y="9525"/>
                  </a:lnTo>
                  <a:lnTo>
                    <a:pt x="1217803" y="0"/>
                  </a:lnTo>
                  <a:close/>
                </a:path>
                <a:path extrusionOk="0" h="2781300" w="4724400">
                  <a:moveTo>
                    <a:pt x="1254150" y="2771775"/>
                  </a:moveTo>
                  <a:lnTo>
                    <a:pt x="1225575" y="2771775"/>
                  </a:lnTo>
                  <a:lnTo>
                    <a:pt x="1225575" y="2781300"/>
                  </a:lnTo>
                  <a:lnTo>
                    <a:pt x="1254150" y="2781300"/>
                  </a:lnTo>
                  <a:lnTo>
                    <a:pt x="1254150" y="2771775"/>
                  </a:lnTo>
                  <a:close/>
                </a:path>
                <a:path extrusionOk="0" h="2781300" w="4724400">
                  <a:moveTo>
                    <a:pt x="1265364" y="0"/>
                  </a:moveTo>
                  <a:lnTo>
                    <a:pt x="1236789" y="0"/>
                  </a:lnTo>
                  <a:lnTo>
                    <a:pt x="1236789" y="9525"/>
                  </a:lnTo>
                  <a:lnTo>
                    <a:pt x="1265364" y="9525"/>
                  </a:lnTo>
                  <a:lnTo>
                    <a:pt x="1265364" y="0"/>
                  </a:lnTo>
                  <a:close/>
                </a:path>
                <a:path extrusionOk="0" h="2781300" w="4724400">
                  <a:moveTo>
                    <a:pt x="1301711" y="2771775"/>
                  </a:moveTo>
                  <a:lnTo>
                    <a:pt x="1273136" y="2771775"/>
                  </a:lnTo>
                  <a:lnTo>
                    <a:pt x="1273136" y="2781300"/>
                  </a:lnTo>
                  <a:lnTo>
                    <a:pt x="1301711" y="2781300"/>
                  </a:lnTo>
                  <a:lnTo>
                    <a:pt x="1301711" y="2771775"/>
                  </a:lnTo>
                  <a:close/>
                </a:path>
                <a:path extrusionOk="0" h="2781300" w="4724400">
                  <a:moveTo>
                    <a:pt x="1312926" y="0"/>
                  </a:moveTo>
                  <a:lnTo>
                    <a:pt x="1284351" y="0"/>
                  </a:lnTo>
                  <a:lnTo>
                    <a:pt x="1284351" y="9525"/>
                  </a:lnTo>
                  <a:lnTo>
                    <a:pt x="1312926" y="9525"/>
                  </a:lnTo>
                  <a:lnTo>
                    <a:pt x="1312926" y="0"/>
                  </a:lnTo>
                  <a:close/>
                </a:path>
                <a:path extrusionOk="0" h="2781300" w="4724400">
                  <a:moveTo>
                    <a:pt x="1349273" y="2771775"/>
                  </a:moveTo>
                  <a:lnTo>
                    <a:pt x="1320698" y="2771775"/>
                  </a:lnTo>
                  <a:lnTo>
                    <a:pt x="1320698" y="2781300"/>
                  </a:lnTo>
                  <a:lnTo>
                    <a:pt x="1349273" y="2781300"/>
                  </a:lnTo>
                  <a:lnTo>
                    <a:pt x="1349273" y="2771775"/>
                  </a:lnTo>
                  <a:close/>
                </a:path>
                <a:path extrusionOk="0" h="2781300" w="4724400">
                  <a:moveTo>
                    <a:pt x="1360487" y="0"/>
                  </a:moveTo>
                  <a:lnTo>
                    <a:pt x="1331912" y="0"/>
                  </a:lnTo>
                  <a:lnTo>
                    <a:pt x="1331912" y="9525"/>
                  </a:lnTo>
                  <a:lnTo>
                    <a:pt x="1360487" y="9525"/>
                  </a:lnTo>
                  <a:lnTo>
                    <a:pt x="1360487" y="0"/>
                  </a:lnTo>
                  <a:close/>
                </a:path>
                <a:path extrusionOk="0" h="2781300" w="4724400">
                  <a:moveTo>
                    <a:pt x="1396847" y="2771775"/>
                  </a:moveTo>
                  <a:lnTo>
                    <a:pt x="1368272" y="2771775"/>
                  </a:lnTo>
                  <a:lnTo>
                    <a:pt x="1368272" y="2781300"/>
                  </a:lnTo>
                  <a:lnTo>
                    <a:pt x="1396847" y="2781300"/>
                  </a:lnTo>
                  <a:lnTo>
                    <a:pt x="1396847" y="2771775"/>
                  </a:lnTo>
                  <a:close/>
                </a:path>
                <a:path extrusionOk="0" h="2781300" w="4724400">
                  <a:moveTo>
                    <a:pt x="1408061" y="0"/>
                  </a:moveTo>
                  <a:lnTo>
                    <a:pt x="1379486" y="0"/>
                  </a:lnTo>
                  <a:lnTo>
                    <a:pt x="1379486" y="9525"/>
                  </a:lnTo>
                  <a:lnTo>
                    <a:pt x="1408061" y="9525"/>
                  </a:lnTo>
                  <a:lnTo>
                    <a:pt x="1408061" y="0"/>
                  </a:lnTo>
                  <a:close/>
                </a:path>
                <a:path extrusionOk="0" h="2781300" w="4724400">
                  <a:moveTo>
                    <a:pt x="1444409" y="2771775"/>
                  </a:moveTo>
                  <a:lnTo>
                    <a:pt x="1415834" y="2771775"/>
                  </a:lnTo>
                  <a:lnTo>
                    <a:pt x="1415834" y="2781300"/>
                  </a:lnTo>
                  <a:lnTo>
                    <a:pt x="1444409" y="2781300"/>
                  </a:lnTo>
                  <a:lnTo>
                    <a:pt x="1444409" y="2771775"/>
                  </a:lnTo>
                  <a:close/>
                </a:path>
                <a:path extrusionOk="0" h="2781300" w="4724400">
                  <a:moveTo>
                    <a:pt x="1455623" y="0"/>
                  </a:moveTo>
                  <a:lnTo>
                    <a:pt x="1427048" y="0"/>
                  </a:lnTo>
                  <a:lnTo>
                    <a:pt x="1427048" y="9525"/>
                  </a:lnTo>
                  <a:lnTo>
                    <a:pt x="1455623" y="9525"/>
                  </a:lnTo>
                  <a:lnTo>
                    <a:pt x="1455623" y="0"/>
                  </a:lnTo>
                  <a:close/>
                </a:path>
                <a:path extrusionOk="0" h="2781300" w="4724400">
                  <a:moveTo>
                    <a:pt x="1491970" y="2771775"/>
                  </a:moveTo>
                  <a:lnTo>
                    <a:pt x="1463395" y="2771775"/>
                  </a:lnTo>
                  <a:lnTo>
                    <a:pt x="1463395" y="2781300"/>
                  </a:lnTo>
                  <a:lnTo>
                    <a:pt x="1491970" y="2781300"/>
                  </a:lnTo>
                  <a:lnTo>
                    <a:pt x="1491970" y="2771775"/>
                  </a:lnTo>
                  <a:close/>
                </a:path>
                <a:path extrusionOk="0" h="2781300" w="4724400">
                  <a:moveTo>
                    <a:pt x="1503184" y="0"/>
                  </a:moveTo>
                  <a:lnTo>
                    <a:pt x="1474609" y="0"/>
                  </a:lnTo>
                  <a:lnTo>
                    <a:pt x="1474609" y="9525"/>
                  </a:lnTo>
                  <a:lnTo>
                    <a:pt x="1503184" y="9525"/>
                  </a:lnTo>
                  <a:lnTo>
                    <a:pt x="1503184" y="0"/>
                  </a:lnTo>
                  <a:close/>
                </a:path>
                <a:path extrusionOk="0" h="2781300" w="4724400">
                  <a:moveTo>
                    <a:pt x="1539532" y="2771775"/>
                  </a:moveTo>
                  <a:lnTo>
                    <a:pt x="1510957" y="2771775"/>
                  </a:lnTo>
                  <a:lnTo>
                    <a:pt x="1510957" y="2781300"/>
                  </a:lnTo>
                  <a:lnTo>
                    <a:pt x="1539532" y="2781300"/>
                  </a:lnTo>
                  <a:lnTo>
                    <a:pt x="1539532" y="2771775"/>
                  </a:lnTo>
                  <a:close/>
                </a:path>
                <a:path extrusionOk="0" h="2781300" w="4724400">
                  <a:moveTo>
                    <a:pt x="1550746" y="0"/>
                  </a:moveTo>
                  <a:lnTo>
                    <a:pt x="1522171" y="0"/>
                  </a:lnTo>
                  <a:lnTo>
                    <a:pt x="1522171" y="9525"/>
                  </a:lnTo>
                  <a:lnTo>
                    <a:pt x="1550746" y="9525"/>
                  </a:lnTo>
                  <a:lnTo>
                    <a:pt x="1550746" y="0"/>
                  </a:lnTo>
                  <a:close/>
                </a:path>
                <a:path extrusionOk="0" h="2781300" w="4724400">
                  <a:moveTo>
                    <a:pt x="1587093" y="2771775"/>
                  </a:moveTo>
                  <a:lnTo>
                    <a:pt x="1558518" y="2771775"/>
                  </a:lnTo>
                  <a:lnTo>
                    <a:pt x="1558518" y="2781300"/>
                  </a:lnTo>
                  <a:lnTo>
                    <a:pt x="1587093" y="2781300"/>
                  </a:lnTo>
                  <a:lnTo>
                    <a:pt x="1587093" y="2771775"/>
                  </a:lnTo>
                  <a:close/>
                </a:path>
                <a:path extrusionOk="0" h="2781300" w="4724400">
                  <a:moveTo>
                    <a:pt x="1598307" y="0"/>
                  </a:moveTo>
                  <a:lnTo>
                    <a:pt x="1569732" y="0"/>
                  </a:lnTo>
                  <a:lnTo>
                    <a:pt x="1569732" y="9525"/>
                  </a:lnTo>
                  <a:lnTo>
                    <a:pt x="1598307" y="9525"/>
                  </a:lnTo>
                  <a:lnTo>
                    <a:pt x="1598307" y="0"/>
                  </a:lnTo>
                  <a:close/>
                </a:path>
                <a:path extrusionOk="0" h="2781300" w="4724400">
                  <a:moveTo>
                    <a:pt x="1634655" y="2771775"/>
                  </a:moveTo>
                  <a:lnTo>
                    <a:pt x="1606080" y="2771775"/>
                  </a:lnTo>
                  <a:lnTo>
                    <a:pt x="1606080" y="2781300"/>
                  </a:lnTo>
                  <a:lnTo>
                    <a:pt x="1634655" y="2781300"/>
                  </a:lnTo>
                  <a:lnTo>
                    <a:pt x="1634655" y="2771775"/>
                  </a:lnTo>
                  <a:close/>
                </a:path>
                <a:path extrusionOk="0" h="2781300" w="4724400">
                  <a:moveTo>
                    <a:pt x="1645881" y="0"/>
                  </a:moveTo>
                  <a:lnTo>
                    <a:pt x="1617306" y="0"/>
                  </a:lnTo>
                  <a:lnTo>
                    <a:pt x="1617306" y="9525"/>
                  </a:lnTo>
                  <a:lnTo>
                    <a:pt x="1645881" y="9525"/>
                  </a:lnTo>
                  <a:lnTo>
                    <a:pt x="1645881" y="0"/>
                  </a:lnTo>
                  <a:close/>
                </a:path>
                <a:path extrusionOk="0" h="2781300" w="4724400">
                  <a:moveTo>
                    <a:pt x="1682229" y="2771775"/>
                  </a:moveTo>
                  <a:lnTo>
                    <a:pt x="1653654" y="2771775"/>
                  </a:lnTo>
                  <a:lnTo>
                    <a:pt x="1653654" y="2781300"/>
                  </a:lnTo>
                  <a:lnTo>
                    <a:pt x="1682229" y="2781300"/>
                  </a:lnTo>
                  <a:lnTo>
                    <a:pt x="1682229" y="2771775"/>
                  </a:lnTo>
                  <a:close/>
                </a:path>
                <a:path extrusionOk="0" h="2781300" w="4724400">
                  <a:moveTo>
                    <a:pt x="1693443" y="0"/>
                  </a:moveTo>
                  <a:lnTo>
                    <a:pt x="1664868" y="0"/>
                  </a:lnTo>
                  <a:lnTo>
                    <a:pt x="1664868" y="9525"/>
                  </a:lnTo>
                  <a:lnTo>
                    <a:pt x="1693443" y="9525"/>
                  </a:lnTo>
                  <a:lnTo>
                    <a:pt x="1693443" y="0"/>
                  </a:lnTo>
                  <a:close/>
                </a:path>
                <a:path extrusionOk="0" h="2781300" w="4724400">
                  <a:moveTo>
                    <a:pt x="1729790" y="2771775"/>
                  </a:moveTo>
                  <a:lnTo>
                    <a:pt x="1701215" y="2771775"/>
                  </a:lnTo>
                  <a:lnTo>
                    <a:pt x="1701215" y="2781300"/>
                  </a:lnTo>
                  <a:lnTo>
                    <a:pt x="1729790" y="2781300"/>
                  </a:lnTo>
                  <a:lnTo>
                    <a:pt x="1729790" y="2771775"/>
                  </a:lnTo>
                  <a:close/>
                </a:path>
                <a:path extrusionOk="0" h="2781300" w="4724400">
                  <a:moveTo>
                    <a:pt x="1741004" y="0"/>
                  </a:moveTo>
                  <a:lnTo>
                    <a:pt x="1712429" y="0"/>
                  </a:lnTo>
                  <a:lnTo>
                    <a:pt x="1712429" y="9525"/>
                  </a:lnTo>
                  <a:lnTo>
                    <a:pt x="1741004" y="9525"/>
                  </a:lnTo>
                  <a:lnTo>
                    <a:pt x="1741004" y="0"/>
                  </a:lnTo>
                  <a:close/>
                </a:path>
                <a:path extrusionOk="0" h="2781300" w="4724400">
                  <a:moveTo>
                    <a:pt x="1777352" y="2771775"/>
                  </a:moveTo>
                  <a:lnTo>
                    <a:pt x="1748777" y="2771775"/>
                  </a:lnTo>
                  <a:lnTo>
                    <a:pt x="1748777" y="2781300"/>
                  </a:lnTo>
                  <a:lnTo>
                    <a:pt x="1777352" y="2781300"/>
                  </a:lnTo>
                  <a:lnTo>
                    <a:pt x="1777352" y="2771775"/>
                  </a:lnTo>
                  <a:close/>
                </a:path>
                <a:path extrusionOk="0" h="2781300" w="4724400">
                  <a:moveTo>
                    <a:pt x="1788566" y="0"/>
                  </a:moveTo>
                  <a:lnTo>
                    <a:pt x="1759991" y="0"/>
                  </a:lnTo>
                  <a:lnTo>
                    <a:pt x="1759991" y="9525"/>
                  </a:lnTo>
                  <a:lnTo>
                    <a:pt x="1788566" y="9525"/>
                  </a:lnTo>
                  <a:lnTo>
                    <a:pt x="1788566" y="0"/>
                  </a:lnTo>
                  <a:close/>
                </a:path>
                <a:path extrusionOk="0" h="2781300" w="4724400">
                  <a:moveTo>
                    <a:pt x="1824913" y="2771775"/>
                  </a:moveTo>
                  <a:lnTo>
                    <a:pt x="1796338" y="2771775"/>
                  </a:lnTo>
                  <a:lnTo>
                    <a:pt x="1796338" y="2781300"/>
                  </a:lnTo>
                  <a:lnTo>
                    <a:pt x="1824913" y="2781300"/>
                  </a:lnTo>
                  <a:lnTo>
                    <a:pt x="1824913" y="2771775"/>
                  </a:lnTo>
                  <a:close/>
                </a:path>
                <a:path extrusionOk="0" h="2781300" w="4724400">
                  <a:moveTo>
                    <a:pt x="1836127" y="0"/>
                  </a:moveTo>
                  <a:lnTo>
                    <a:pt x="1807552" y="0"/>
                  </a:lnTo>
                  <a:lnTo>
                    <a:pt x="1807552" y="9525"/>
                  </a:lnTo>
                  <a:lnTo>
                    <a:pt x="1836127" y="9525"/>
                  </a:lnTo>
                  <a:lnTo>
                    <a:pt x="1836127" y="0"/>
                  </a:lnTo>
                  <a:close/>
                </a:path>
                <a:path extrusionOk="0" h="2781300" w="4724400">
                  <a:moveTo>
                    <a:pt x="1872475" y="2771775"/>
                  </a:moveTo>
                  <a:lnTo>
                    <a:pt x="1843900" y="2771775"/>
                  </a:lnTo>
                  <a:lnTo>
                    <a:pt x="1843900" y="2781300"/>
                  </a:lnTo>
                  <a:lnTo>
                    <a:pt x="1872475" y="2781300"/>
                  </a:lnTo>
                  <a:lnTo>
                    <a:pt x="1872475" y="2771775"/>
                  </a:lnTo>
                  <a:close/>
                </a:path>
                <a:path extrusionOk="0" h="2781300" w="4724400">
                  <a:moveTo>
                    <a:pt x="1883702" y="0"/>
                  </a:moveTo>
                  <a:lnTo>
                    <a:pt x="1855127" y="0"/>
                  </a:lnTo>
                  <a:lnTo>
                    <a:pt x="1855127" y="9525"/>
                  </a:lnTo>
                  <a:lnTo>
                    <a:pt x="1883702" y="9525"/>
                  </a:lnTo>
                  <a:lnTo>
                    <a:pt x="1883702" y="0"/>
                  </a:lnTo>
                  <a:close/>
                </a:path>
                <a:path extrusionOk="0" h="2781300" w="4724400">
                  <a:moveTo>
                    <a:pt x="1920049" y="2771775"/>
                  </a:moveTo>
                  <a:lnTo>
                    <a:pt x="1891474" y="2771775"/>
                  </a:lnTo>
                  <a:lnTo>
                    <a:pt x="1891474" y="2781300"/>
                  </a:lnTo>
                  <a:lnTo>
                    <a:pt x="1920049" y="2781300"/>
                  </a:lnTo>
                  <a:lnTo>
                    <a:pt x="1920049" y="2771775"/>
                  </a:lnTo>
                  <a:close/>
                </a:path>
                <a:path extrusionOk="0" h="2781300" w="4724400">
                  <a:moveTo>
                    <a:pt x="1931263" y="0"/>
                  </a:moveTo>
                  <a:lnTo>
                    <a:pt x="1902688" y="0"/>
                  </a:lnTo>
                  <a:lnTo>
                    <a:pt x="1902688" y="9525"/>
                  </a:lnTo>
                  <a:lnTo>
                    <a:pt x="1931263" y="9525"/>
                  </a:lnTo>
                  <a:lnTo>
                    <a:pt x="1931263" y="0"/>
                  </a:lnTo>
                  <a:close/>
                </a:path>
                <a:path extrusionOk="0" h="2781300" w="4724400">
                  <a:moveTo>
                    <a:pt x="1967611" y="2771775"/>
                  </a:moveTo>
                  <a:lnTo>
                    <a:pt x="1939036" y="2771775"/>
                  </a:lnTo>
                  <a:lnTo>
                    <a:pt x="1939036" y="2781300"/>
                  </a:lnTo>
                  <a:lnTo>
                    <a:pt x="1967611" y="2781300"/>
                  </a:lnTo>
                  <a:lnTo>
                    <a:pt x="1967611" y="2771775"/>
                  </a:lnTo>
                  <a:close/>
                </a:path>
                <a:path extrusionOk="0" h="2781300" w="4724400">
                  <a:moveTo>
                    <a:pt x="1978825" y="0"/>
                  </a:moveTo>
                  <a:lnTo>
                    <a:pt x="1950250" y="0"/>
                  </a:lnTo>
                  <a:lnTo>
                    <a:pt x="1950250" y="9525"/>
                  </a:lnTo>
                  <a:lnTo>
                    <a:pt x="1978825" y="9525"/>
                  </a:lnTo>
                  <a:lnTo>
                    <a:pt x="1978825" y="0"/>
                  </a:lnTo>
                  <a:close/>
                </a:path>
                <a:path extrusionOk="0" h="2781300" w="4724400">
                  <a:moveTo>
                    <a:pt x="2015172" y="2771775"/>
                  </a:moveTo>
                  <a:lnTo>
                    <a:pt x="1986597" y="2771775"/>
                  </a:lnTo>
                  <a:lnTo>
                    <a:pt x="1986597" y="2781300"/>
                  </a:lnTo>
                  <a:lnTo>
                    <a:pt x="2015172" y="2781300"/>
                  </a:lnTo>
                  <a:lnTo>
                    <a:pt x="2015172" y="2771775"/>
                  </a:lnTo>
                  <a:close/>
                </a:path>
                <a:path extrusionOk="0" h="2781300" w="4724400">
                  <a:moveTo>
                    <a:pt x="2026386" y="0"/>
                  </a:moveTo>
                  <a:lnTo>
                    <a:pt x="1997811" y="0"/>
                  </a:lnTo>
                  <a:lnTo>
                    <a:pt x="1997811" y="9525"/>
                  </a:lnTo>
                  <a:lnTo>
                    <a:pt x="2026386" y="9525"/>
                  </a:lnTo>
                  <a:lnTo>
                    <a:pt x="2026386" y="0"/>
                  </a:lnTo>
                  <a:close/>
                </a:path>
                <a:path extrusionOk="0" h="2781300" w="4724400">
                  <a:moveTo>
                    <a:pt x="2062734" y="2771775"/>
                  </a:moveTo>
                  <a:lnTo>
                    <a:pt x="2034159" y="2771775"/>
                  </a:lnTo>
                  <a:lnTo>
                    <a:pt x="2034159" y="2781300"/>
                  </a:lnTo>
                  <a:lnTo>
                    <a:pt x="2062734" y="2781300"/>
                  </a:lnTo>
                  <a:lnTo>
                    <a:pt x="2062734" y="2771775"/>
                  </a:lnTo>
                  <a:close/>
                </a:path>
                <a:path extrusionOk="0" h="2781300" w="4724400">
                  <a:moveTo>
                    <a:pt x="2073948" y="0"/>
                  </a:moveTo>
                  <a:lnTo>
                    <a:pt x="2045373" y="0"/>
                  </a:lnTo>
                  <a:lnTo>
                    <a:pt x="2045373" y="9525"/>
                  </a:lnTo>
                  <a:lnTo>
                    <a:pt x="2073948" y="9525"/>
                  </a:lnTo>
                  <a:lnTo>
                    <a:pt x="2073948" y="0"/>
                  </a:lnTo>
                  <a:close/>
                </a:path>
                <a:path extrusionOk="0" h="2781300" w="4724400">
                  <a:moveTo>
                    <a:pt x="2110295" y="2771775"/>
                  </a:moveTo>
                  <a:lnTo>
                    <a:pt x="2081720" y="2771775"/>
                  </a:lnTo>
                  <a:lnTo>
                    <a:pt x="2081720" y="2781300"/>
                  </a:lnTo>
                  <a:lnTo>
                    <a:pt x="2110295" y="2781300"/>
                  </a:lnTo>
                  <a:lnTo>
                    <a:pt x="2110295" y="2771775"/>
                  </a:lnTo>
                  <a:close/>
                </a:path>
                <a:path extrusionOk="0" h="2781300" w="4724400">
                  <a:moveTo>
                    <a:pt x="2121522" y="0"/>
                  </a:moveTo>
                  <a:lnTo>
                    <a:pt x="2092947" y="0"/>
                  </a:lnTo>
                  <a:lnTo>
                    <a:pt x="2092947" y="9525"/>
                  </a:lnTo>
                  <a:lnTo>
                    <a:pt x="2121522" y="9525"/>
                  </a:lnTo>
                  <a:lnTo>
                    <a:pt x="2121522" y="0"/>
                  </a:lnTo>
                  <a:close/>
                </a:path>
                <a:path extrusionOk="0" h="2781300" w="4724400">
                  <a:moveTo>
                    <a:pt x="2157869" y="2771775"/>
                  </a:moveTo>
                  <a:lnTo>
                    <a:pt x="2129294" y="2771775"/>
                  </a:lnTo>
                  <a:lnTo>
                    <a:pt x="2129294" y="2781300"/>
                  </a:lnTo>
                  <a:lnTo>
                    <a:pt x="2157869" y="2781300"/>
                  </a:lnTo>
                  <a:lnTo>
                    <a:pt x="2157869" y="2771775"/>
                  </a:lnTo>
                  <a:close/>
                </a:path>
                <a:path extrusionOk="0" h="2781300" w="4724400">
                  <a:moveTo>
                    <a:pt x="2169083" y="0"/>
                  </a:moveTo>
                  <a:lnTo>
                    <a:pt x="2140508" y="0"/>
                  </a:lnTo>
                  <a:lnTo>
                    <a:pt x="2140508" y="9525"/>
                  </a:lnTo>
                  <a:lnTo>
                    <a:pt x="2169083" y="9525"/>
                  </a:lnTo>
                  <a:lnTo>
                    <a:pt x="2169083" y="0"/>
                  </a:lnTo>
                  <a:close/>
                </a:path>
                <a:path extrusionOk="0" h="2781300" w="4724400">
                  <a:moveTo>
                    <a:pt x="2205431" y="2771775"/>
                  </a:moveTo>
                  <a:lnTo>
                    <a:pt x="2176856" y="2771775"/>
                  </a:lnTo>
                  <a:lnTo>
                    <a:pt x="2176856" y="2781300"/>
                  </a:lnTo>
                  <a:lnTo>
                    <a:pt x="2205431" y="2781300"/>
                  </a:lnTo>
                  <a:lnTo>
                    <a:pt x="2205431" y="2771775"/>
                  </a:lnTo>
                  <a:close/>
                </a:path>
                <a:path extrusionOk="0" h="2781300" w="4724400">
                  <a:moveTo>
                    <a:pt x="2216645" y="0"/>
                  </a:moveTo>
                  <a:lnTo>
                    <a:pt x="2188070" y="0"/>
                  </a:lnTo>
                  <a:lnTo>
                    <a:pt x="2188070" y="9525"/>
                  </a:lnTo>
                  <a:lnTo>
                    <a:pt x="2216645" y="9525"/>
                  </a:lnTo>
                  <a:lnTo>
                    <a:pt x="2216645" y="0"/>
                  </a:lnTo>
                  <a:close/>
                </a:path>
                <a:path extrusionOk="0" h="2781300" w="4724400">
                  <a:moveTo>
                    <a:pt x="2252992" y="2771775"/>
                  </a:moveTo>
                  <a:lnTo>
                    <a:pt x="2224417" y="2771775"/>
                  </a:lnTo>
                  <a:lnTo>
                    <a:pt x="2224417" y="2781300"/>
                  </a:lnTo>
                  <a:lnTo>
                    <a:pt x="2252992" y="2781300"/>
                  </a:lnTo>
                  <a:lnTo>
                    <a:pt x="2252992" y="2771775"/>
                  </a:lnTo>
                  <a:close/>
                </a:path>
                <a:path extrusionOk="0" h="2781300" w="4724400">
                  <a:moveTo>
                    <a:pt x="2264206" y="0"/>
                  </a:moveTo>
                  <a:lnTo>
                    <a:pt x="2235631" y="0"/>
                  </a:lnTo>
                  <a:lnTo>
                    <a:pt x="2235631" y="9525"/>
                  </a:lnTo>
                  <a:lnTo>
                    <a:pt x="2264206" y="9525"/>
                  </a:lnTo>
                  <a:lnTo>
                    <a:pt x="2264206" y="0"/>
                  </a:lnTo>
                  <a:close/>
                </a:path>
                <a:path extrusionOk="0" h="2781300" w="4724400">
                  <a:moveTo>
                    <a:pt x="2300554" y="2771775"/>
                  </a:moveTo>
                  <a:lnTo>
                    <a:pt x="2271979" y="2771775"/>
                  </a:lnTo>
                  <a:lnTo>
                    <a:pt x="2271979" y="2781300"/>
                  </a:lnTo>
                  <a:lnTo>
                    <a:pt x="2300554" y="2781300"/>
                  </a:lnTo>
                  <a:lnTo>
                    <a:pt x="2300554" y="2771775"/>
                  </a:lnTo>
                  <a:close/>
                </a:path>
                <a:path extrusionOk="0" h="2781300" w="4724400">
                  <a:moveTo>
                    <a:pt x="2311768" y="0"/>
                  </a:moveTo>
                  <a:lnTo>
                    <a:pt x="2283193" y="0"/>
                  </a:lnTo>
                  <a:lnTo>
                    <a:pt x="2283193" y="9525"/>
                  </a:lnTo>
                  <a:lnTo>
                    <a:pt x="2311768" y="9525"/>
                  </a:lnTo>
                  <a:lnTo>
                    <a:pt x="2311768" y="0"/>
                  </a:lnTo>
                  <a:close/>
                </a:path>
                <a:path extrusionOk="0" h="2781300" w="4724400">
                  <a:moveTo>
                    <a:pt x="2348115" y="2771775"/>
                  </a:moveTo>
                  <a:lnTo>
                    <a:pt x="2319540" y="2771775"/>
                  </a:lnTo>
                  <a:lnTo>
                    <a:pt x="2319540" y="2781300"/>
                  </a:lnTo>
                  <a:lnTo>
                    <a:pt x="2348115" y="2781300"/>
                  </a:lnTo>
                  <a:lnTo>
                    <a:pt x="2348115" y="2771775"/>
                  </a:lnTo>
                  <a:close/>
                </a:path>
                <a:path extrusionOk="0" h="2781300" w="4724400">
                  <a:moveTo>
                    <a:pt x="2359342" y="0"/>
                  </a:moveTo>
                  <a:lnTo>
                    <a:pt x="2330767" y="0"/>
                  </a:lnTo>
                  <a:lnTo>
                    <a:pt x="2330767" y="9525"/>
                  </a:lnTo>
                  <a:lnTo>
                    <a:pt x="2359342" y="9525"/>
                  </a:lnTo>
                  <a:lnTo>
                    <a:pt x="2359342" y="0"/>
                  </a:lnTo>
                  <a:close/>
                </a:path>
                <a:path extrusionOk="0" h="2781300" w="4724400">
                  <a:moveTo>
                    <a:pt x="2395690" y="2771775"/>
                  </a:moveTo>
                  <a:lnTo>
                    <a:pt x="2367115" y="2771775"/>
                  </a:lnTo>
                  <a:lnTo>
                    <a:pt x="2367115" y="2781300"/>
                  </a:lnTo>
                  <a:lnTo>
                    <a:pt x="2395690" y="2781300"/>
                  </a:lnTo>
                  <a:lnTo>
                    <a:pt x="2395690" y="2771775"/>
                  </a:lnTo>
                  <a:close/>
                </a:path>
                <a:path extrusionOk="0" h="2781300" w="4724400">
                  <a:moveTo>
                    <a:pt x="2406904" y="0"/>
                  </a:moveTo>
                  <a:lnTo>
                    <a:pt x="2378329" y="0"/>
                  </a:lnTo>
                  <a:lnTo>
                    <a:pt x="2378329" y="9525"/>
                  </a:lnTo>
                  <a:lnTo>
                    <a:pt x="2406904" y="9525"/>
                  </a:lnTo>
                  <a:lnTo>
                    <a:pt x="2406904" y="0"/>
                  </a:lnTo>
                  <a:close/>
                </a:path>
                <a:path extrusionOk="0" h="2781300" w="4724400">
                  <a:moveTo>
                    <a:pt x="2443251" y="2771775"/>
                  </a:moveTo>
                  <a:lnTo>
                    <a:pt x="2414676" y="2771775"/>
                  </a:lnTo>
                  <a:lnTo>
                    <a:pt x="2414676" y="2781300"/>
                  </a:lnTo>
                  <a:lnTo>
                    <a:pt x="2443251" y="2781300"/>
                  </a:lnTo>
                  <a:lnTo>
                    <a:pt x="2443251" y="2771775"/>
                  </a:lnTo>
                  <a:close/>
                </a:path>
                <a:path extrusionOk="0" h="2781300" w="4724400">
                  <a:moveTo>
                    <a:pt x="2454465" y="0"/>
                  </a:moveTo>
                  <a:lnTo>
                    <a:pt x="2425890" y="0"/>
                  </a:lnTo>
                  <a:lnTo>
                    <a:pt x="2425890" y="9525"/>
                  </a:lnTo>
                  <a:lnTo>
                    <a:pt x="2454465" y="9525"/>
                  </a:lnTo>
                  <a:lnTo>
                    <a:pt x="2454465" y="0"/>
                  </a:lnTo>
                  <a:close/>
                </a:path>
                <a:path extrusionOk="0" h="2781300" w="4724400">
                  <a:moveTo>
                    <a:pt x="2490813" y="2771775"/>
                  </a:moveTo>
                  <a:lnTo>
                    <a:pt x="2462238" y="2771775"/>
                  </a:lnTo>
                  <a:lnTo>
                    <a:pt x="2462238" y="2781300"/>
                  </a:lnTo>
                  <a:lnTo>
                    <a:pt x="2490813" y="2781300"/>
                  </a:lnTo>
                  <a:lnTo>
                    <a:pt x="2490813" y="2771775"/>
                  </a:lnTo>
                  <a:close/>
                </a:path>
                <a:path extrusionOk="0" h="2781300" w="4724400">
                  <a:moveTo>
                    <a:pt x="2502027" y="0"/>
                  </a:moveTo>
                  <a:lnTo>
                    <a:pt x="2473452" y="0"/>
                  </a:lnTo>
                  <a:lnTo>
                    <a:pt x="2473452" y="9525"/>
                  </a:lnTo>
                  <a:lnTo>
                    <a:pt x="2502027" y="9525"/>
                  </a:lnTo>
                  <a:lnTo>
                    <a:pt x="2502027" y="0"/>
                  </a:lnTo>
                  <a:close/>
                </a:path>
                <a:path extrusionOk="0" h="2781300" w="4724400">
                  <a:moveTo>
                    <a:pt x="2538374" y="2771775"/>
                  </a:moveTo>
                  <a:lnTo>
                    <a:pt x="2509799" y="2771775"/>
                  </a:lnTo>
                  <a:lnTo>
                    <a:pt x="2509799" y="2781300"/>
                  </a:lnTo>
                  <a:lnTo>
                    <a:pt x="2538374" y="2781300"/>
                  </a:lnTo>
                  <a:lnTo>
                    <a:pt x="2538374" y="2771775"/>
                  </a:lnTo>
                  <a:close/>
                </a:path>
                <a:path extrusionOk="0" h="2781300" w="4724400">
                  <a:moveTo>
                    <a:pt x="2549588" y="0"/>
                  </a:moveTo>
                  <a:lnTo>
                    <a:pt x="2521013" y="0"/>
                  </a:lnTo>
                  <a:lnTo>
                    <a:pt x="2521013" y="9525"/>
                  </a:lnTo>
                  <a:lnTo>
                    <a:pt x="2549588" y="9525"/>
                  </a:lnTo>
                  <a:lnTo>
                    <a:pt x="2549588" y="0"/>
                  </a:lnTo>
                  <a:close/>
                </a:path>
                <a:path extrusionOk="0" h="2781300" w="4724400">
                  <a:moveTo>
                    <a:pt x="2585936" y="2771775"/>
                  </a:moveTo>
                  <a:lnTo>
                    <a:pt x="2557361" y="2771775"/>
                  </a:lnTo>
                  <a:lnTo>
                    <a:pt x="2557361" y="2781300"/>
                  </a:lnTo>
                  <a:lnTo>
                    <a:pt x="2585936" y="2781300"/>
                  </a:lnTo>
                  <a:lnTo>
                    <a:pt x="2585936" y="2771775"/>
                  </a:lnTo>
                  <a:close/>
                </a:path>
                <a:path extrusionOk="0" h="2781300" w="4724400">
                  <a:moveTo>
                    <a:pt x="2597150" y="0"/>
                  </a:moveTo>
                  <a:lnTo>
                    <a:pt x="2568575" y="0"/>
                  </a:lnTo>
                  <a:lnTo>
                    <a:pt x="2568575" y="9525"/>
                  </a:lnTo>
                  <a:lnTo>
                    <a:pt x="2597150" y="9525"/>
                  </a:lnTo>
                  <a:lnTo>
                    <a:pt x="2597150" y="0"/>
                  </a:lnTo>
                  <a:close/>
                </a:path>
                <a:path extrusionOk="0" h="2781300" w="4724400">
                  <a:moveTo>
                    <a:pt x="2633510" y="2771775"/>
                  </a:moveTo>
                  <a:lnTo>
                    <a:pt x="2604935" y="2771775"/>
                  </a:lnTo>
                  <a:lnTo>
                    <a:pt x="2604935" y="2781300"/>
                  </a:lnTo>
                  <a:lnTo>
                    <a:pt x="2633510" y="2781300"/>
                  </a:lnTo>
                  <a:lnTo>
                    <a:pt x="2633510" y="2771775"/>
                  </a:lnTo>
                  <a:close/>
                </a:path>
                <a:path extrusionOk="0" h="2781300" w="4724400">
                  <a:moveTo>
                    <a:pt x="2644724" y="0"/>
                  </a:moveTo>
                  <a:lnTo>
                    <a:pt x="2616149" y="0"/>
                  </a:lnTo>
                  <a:lnTo>
                    <a:pt x="2616149" y="9525"/>
                  </a:lnTo>
                  <a:lnTo>
                    <a:pt x="2644724" y="9525"/>
                  </a:lnTo>
                  <a:lnTo>
                    <a:pt x="2644724" y="0"/>
                  </a:lnTo>
                  <a:close/>
                </a:path>
                <a:path extrusionOk="0" h="2781300" w="4724400">
                  <a:moveTo>
                    <a:pt x="2681071" y="2771775"/>
                  </a:moveTo>
                  <a:lnTo>
                    <a:pt x="2652496" y="2771775"/>
                  </a:lnTo>
                  <a:lnTo>
                    <a:pt x="2652496" y="2781300"/>
                  </a:lnTo>
                  <a:lnTo>
                    <a:pt x="2681071" y="2781300"/>
                  </a:lnTo>
                  <a:lnTo>
                    <a:pt x="2681071" y="2771775"/>
                  </a:lnTo>
                  <a:close/>
                </a:path>
                <a:path extrusionOk="0" h="2781300" w="4724400">
                  <a:moveTo>
                    <a:pt x="2692285" y="0"/>
                  </a:moveTo>
                  <a:lnTo>
                    <a:pt x="2663710" y="0"/>
                  </a:lnTo>
                  <a:lnTo>
                    <a:pt x="2663710" y="9525"/>
                  </a:lnTo>
                  <a:lnTo>
                    <a:pt x="2692285" y="9525"/>
                  </a:lnTo>
                  <a:lnTo>
                    <a:pt x="2692285" y="0"/>
                  </a:lnTo>
                  <a:close/>
                </a:path>
                <a:path extrusionOk="0" h="2781300" w="4724400">
                  <a:moveTo>
                    <a:pt x="2728633" y="2771775"/>
                  </a:moveTo>
                  <a:lnTo>
                    <a:pt x="2700058" y="2771775"/>
                  </a:lnTo>
                  <a:lnTo>
                    <a:pt x="2700058" y="2781300"/>
                  </a:lnTo>
                  <a:lnTo>
                    <a:pt x="2728633" y="2781300"/>
                  </a:lnTo>
                  <a:lnTo>
                    <a:pt x="2728633" y="2771775"/>
                  </a:lnTo>
                  <a:close/>
                </a:path>
                <a:path extrusionOk="0" h="2781300" w="4724400">
                  <a:moveTo>
                    <a:pt x="2739847" y="0"/>
                  </a:moveTo>
                  <a:lnTo>
                    <a:pt x="2711272" y="0"/>
                  </a:lnTo>
                  <a:lnTo>
                    <a:pt x="2711272" y="9525"/>
                  </a:lnTo>
                  <a:lnTo>
                    <a:pt x="2739847" y="9525"/>
                  </a:lnTo>
                  <a:lnTo>
                    <a:pt x="2739847" y="0"/>
                  </a:lnTo>
                  <a:close/>
                </a:path>
                <a:path extrusionOk="0" h="2781300" w="4724400">
                  <a:moveTo>
                    <a:pt x="2776194" y="2771775"/>
                  </a:moveTo>
                  <a:lnTo>
                    <a:pt x="2747619" y="2771775"/>
                  </a:lnTo>
                  <a:lnTo>
                    <a:pt x="2747619" y="2781300"/>
                  </a:lnTo>
                  <a:lnTo>
                    <a:pt x="2776194" y="2781300"/>
                  </a:lnTo>
                  <a:lnTo>
                    <a:pt x="2776194" y="2771775"/>
                  </a:lnTo>
                  <a:close/>
                </a:path>
                <a:path extrusionOk="0" h="2781300" w="4724400">
                  <a:moveTo>
                    <a:pt x="2787408" y="0"/>
                  </a:moveTo>
                  <a:lnTo>
                    <a:pt x="2758833" y="0"/>
                  </a:lnTo>
                  <a:lnTo>
                    <a:pt x="2758833" y="9525"/>
                  </a:lnTo>
                  <a:lnTo>
                    <a:pt x="2787408" y="9525"/>
                  </a:lnTo>
                  <a:lnTo>
                    <a:pt x="2787408" y="0"/>
                  </a:lnTo>
                  <a:close/>
                </a:path>
                <a:path extrusionOk="0" h="2781300" w="4724400">
                  <a:moveTo>
                    <a:pt x="2823756" y="2771775"/>
                  </a:moveTo>
                  <a:lnTo>
                    <a:pt x="2795181" y="2771775"/>
                  </a:lnTo>
                  <a:lnTo>
                    <a:pt x="2795181" y="2781300"/>
                  </a:lnTo>
                  <a:lnTo>
                    <a:pt x="2823756" y="2781300"/>
                  </a:lnTo>
                  <a:lnTo>
                    <a:pt x="2823756" y="2771775"/>
                  </a:lnTo>
                  <a:close/>
                </a:path>
                <a:path extrusionOk="0" h="2781300" w="4724400">
                  <a:moveTo>
                    <a:pt x="2834970" y="0"/>
                  </a:moveTo>
                  <a:lnTo>
                    <a:pt x="2806395" y="0"/>
                  </a:lnTo>
                  <a:lnTo>
                    <a:pt x="2806395" y="9525"/>
                  </a:lnTo>
                  <a:lnTo>
                    <a:pt x="2834970" y="9525"/>
                  </a:lnTo>
                  <a:lnTo>
                    <a:pt x="2834970" y="0"/>
                  </a:lnTo>
                  <a:close/>
                </a:path>
                <a:path extrusionOk="0" h="2781300" w="4724400">
                  <a:moveTo>
                    <a:pt x="2871317" y="2771775"/>
                  </a:moveTo>
                  <a:lnTo>
                    <a:pt x="2842742" y="2771775"/>
                  </a:lnTo>
                  <a:lnTo>
                    <a:pt x="2842742" y="2781300"/>
                  </a:lnTo>
                  <a:lnTo>
                    <a:pt x="2871317" y="2781300"/>
                  </a:lnTo>
                  <a:lnTo>
                    <a:pt x="2871317" y="2771775"/>
                  </a:lnTo>
                  <a:close/>
                </a:path>
                <a:path extrusionOk="0" h="2781300" w="4724400">
                  <a:moveTo>
                    <a:pt x="2882544" y="0"/>
                  </a:moveTo>
                  <a:lnTo>
                    <a:pt x="2853969" y="0"/>
                  </a:lnTo>
                  <a:lnTo>
                    <a:pt x="2853969" y="9525"/>
                  </a:lnTo>
                  <a:lnTo>
                    <a:pt x="2882544" y="9525"/>
                  </a:lnTo>
                  <a:lnTo>
                    <a:pt x="2882544" y="0"/>
                  </a:lnTo>
                  <a:close/>
                </a:path>
                <a:path extrusionOk="0" h="2781300" w="4724400">
                  <a:moveTo>
                    <a:pt x="2918891" y="2771775"/>
                  </a:moveTo>
                  <a:lnTo>
                    <a:pt x="2890316" y="2771775"/>
                  </a:lnTo>
                  <a:lnTo>
                    <a:pt x="2890316" y="2781300"/>
                  </a:lnTo>
                  <a:lnTo>
                    <a:pt x="2918891" y="2781300"/>
                  </a:lnTo>
                  <a:lnTo>
                    <a:pt x="2918891" y="2771775"/>
                  </a:lnTo>
                  <a:close/>
                </a:path>
                <a:path extrusionOk="0" h="2781300" w="4724400">
                  <a:moveTo>
                    <a:pt x="2930106" y="0"/>
                  </a:moveTo>
                  <a:lnTo>
                    <a:pt x="2901531" y="0"/>
                  </a:lnTo>
                  <a:lnTo>
                    <a:pt x="2901531" y="9525"/>
                  </a:lnTo>
                  <a:lnTo>
                    <a:pt x="2930106" y="9525"/>
                  </a:lnTo>
                  <a:lnTo>
                    <a:pt x="2930106" y="0"/>
                  </a:lnTo>
                  <a:close/>
                </a:path>
                <a:path extrusionOk="0" h="2781300" w="4724400">
                  <a:moveTo>
                    <a:pt x="2966453" y="2771775"/>
                  </a:moveTo>
                  <a:lnTo>
                    <a:pt x="2937878" y="2771775"/>
                  </a:lnTo>
                  <a:lnTo>
                    <a:pt x="2937878" y="2781300"/>
                  </a:lnTo>
                  <a:lnTo>
                    <a:pt x="2966453" y="2781300"/>
                  </a:lnTo>
                  <a:lnTo>
                    <a:pt x="2966453" y="2771775"/>
                  </a:lnTo>
                  <a:close/>
                </a:path>
                <a:path extrusionOk="0" h="2781300" w="4724400">
                  <a:moveTo>
                    <a:pt x="2977667" y="0"/>
                  </a:moveTo>
                  <a:lnTo>
                    <a:pt x="2949092" y="0"/>
                  </a:lnTo>
                  <a:lnTo>
                    <a:pt x="2949092" y="9525"/>
                  </a:lnTo>
                  <a:lnTo>
                    <a:pt x="2977667" y="9525"/>
                  </a:lnTo>
                  <a:lnTo>
                    <a:pt x="2977667" y="0"/>
                  </a:lnTo>
                  <a:close/>
                </a:path>
                <a:path extrusionOk="0" h="2781300" w="4724400">
                  <a:moveTo>
                    <a:pt x="3014014" y="2771775"/>
                  </a:moveTo>
                  <a:lnTo>
                    <a:pt x="2985439" y="2771775"/>
                  </a:lnTo>
                  <a:lnTo>
                    <a:pt x="2985439" y="2781300"/>
                  </a:lnTo>
                  <a:lnTo>
                    <a:pt x="3014014" y="2781300"/>
                  </a:lnTo>
                  <a:lnTo>
                    <a:pt x="3014014" y="2771775"/>
                  </a:lnTo>
                  <a:close/>
                </a:path>
                <a:path extrusionOk="0" h="2781300" w="4724400">
                  <a:moveTo>
                    <a:pt x="3025229" y="0"/>
                  </a:moveTo>
                  <a:lnTo>
                    <a:pt x="2996654" y="0"/>
                  </a:lnTo>
                  <a:lnTo>
                    <a:pt x="2996654" y="9525"/>
                  </a:lnTo>
                  <a:lnTo>
                    <a:pt x="3025229" y="9525"/>
                  </a:lnTo>
                  <a:lnTo>
                    <a:pt x="3025229" y="0"/>
                  </a:lnTo>
                  <a:close/>
                </a:path>
                <a:path extrusionOk="0" h="2781300" w="4724400">
                  <a:moveTo>
                    <a:pt x="3061576" y="2771775"/>
                  </a:moveTo>
                  <a:lnTo>
                    <a:pt x="3033001" y="2771775"/>
                  </a:lnTo>
                  <a:lnTo>
                    <a:pt x="3033001" y="2781300"/>
                  </a:lnTo>
                  <a:lnTo>
                    <a:pt x="3061576" y="2781300"/>
                  </a:lnTo>
                  <a:lnTo>
                    <a:pt x="3061576" y="2771775"/>
                  </a:lnTo>
                  <a:close/>
                </a:path>
                <a:path extrusionOk="0" h="2781300" w="4724400">
                  <a:moveTo>
                    <a:pt x="3072790" y="0"/>
                  </a:moveTo>
                  <a:lnTo>
                    <a:pt x="3044215" y="0"/>
                  </a:lnTo>
                  <a:lnTo>
                    <a:pt x="3044215" y="9525"/>
                  </a:lnTo>
                  <a:lnTo>
                    <a:pt x="3072790" y="9525"/>
                  </a:lnTo>
                  <a:lnTo>
                    <a:pt x="3072790" y="0"/>
                  </a:lnTo>
                  <a:close/>
                </a:path>
                <a:path extrusionOk="0" h="2781300" w="4724400">
                  <a:moveTo>
                    <a:pt x="3109137" y="2771775"/>
                  </a:moveTo>
                  <a:lnTo>
                    <a:pt x="3080562" y="2771775"/>
                  </a:lnTo>
                  <a:lnTo>
                    <a:pt x="3080562" y="2781300"/>
                  </a:lnTo>
                  <a:lnTo>
                    <a:pt x="3109137" y="2781300"/>
                  </a:lnTo>
                  <a:lnTo>
                    <a:pt x="3109137" y="2771775"/>
                  </a:lnTo>
                  <a:close/>
                </a:path>
                <a:path extrusionOk="0" h="2781300" w="4724400">
                  <a:moveTo>
                    <a:pt x="3120364" y="0"/>
                  </a:moveTo>
                  <a:lnTo>
                    <a:pt x="3091789" y="0"/>
                  </a:lnTo>
                  <a:lnTo>
                    <a:pt x="3091789" y="9525"/>
                  </a:lnTo>
                  <a:lnTo>
                    <a:pt x="3120364" y="9525"/>
                  </a:lnTo>
                  <a:lnTo>
                    <a:pt x="3120364" y="0"/>
                  </a:lnTo>
                  <a:close/>
                </a:path>
                <a:path extrusionOk="0" h="2781300" w="4724400">
                  <a:moveTo>
                    <a:pt x="3156712" y="2771775"/>
                  </a:moveTo>
                  <a:lnTo>
                    <a:pt x="3128137" y="2771775"/>
                  </a:lnTo>
                  <a:lnTo>
                    <a:pt x="3128137" y="2781300"/>
                  </a:lnTo>
                  <a:lnTo>
                    <a:pt x="3156712" y="2781300"/>
                  </a:lnTo>
                  <a:lnTo>
                    <a:pt x="3156712" y="2771775"/>
                  </a:lnTo>
                  <a:close/>
                </a:path>
                <a:path extrusionOk="0" h="2781300" w="4724400">
                  <a:moveTo>
                    <a:pt x="3167926" y="0"/>
                  </a:moveTo>
                  <a:lnTo>
                    <a:pt x="3139351" y="0"/>
                  </a:lnTo>
                  <a:lnTo>
                    <a:pt x="3139351" y="9525"/>
                  </a:lnTo>
                  <a:lnTo>
                    <a:pt x="3167926" y="9525"/>
                  </a:lnTo>
                  <a:lnTo>
                    <a:pt x="3167926" y="0"/>
                  </a:lnTo>
                  <a:close/>
                </a:path>
                <a:path extrusionOk="0" h="2781300" w="4724400">
                  <a:moveTo>
                    <a:pt x="3204273" y="2771775"/>
                  </a:moveTo>
                  <a:lnTo>
                    <a:pt x="3175698" y="2771775"/>
                  </a:lnTo>
                  <a:lnTo>
                    <a:pt x="3175698" y="2781300"/>
                  </a:lnTo>
                  <a:lnTo>
                    <a:pt x="3204273" y="2781300"/>
                  </a:lnTo>
                  <a:lnTo>
                    <a:pt x="3204273" y="2771775"/>
                  </a:lnTo>
                  <a:close/>
                </a:path>
                <a:path extrusionOk="0" h="2781300" w="4724400">
                  <a:moveTo>
                    <a:pt x="3215487" y="0"/>
                  </a:moveTo>
                  <a:lnTo>
                    <a:pt x="3186912" y="0"/>
                  </a:lnTo>
                  <a:lnTo>
                    <a:pt x="3186912" y="9525"/>
                  </a:lnTo>
                  <a:lnTo>
                    <a:pt x="3215487" y="9525"/>
                  </a:lnTo>
                  <a:lnTo>
                    <a:pt x="3215487" y="0"/>
                  </a:lnTo>
                  <a:close/>
                </a:path>
                <a:path extrusionOk="0" h="2781300" w="4724400">
                  <a:moveTo>
                    <a:pt x="3251835" y="2771775"/>
                  </a:moveTo>
                  <a:lnTo>
                    <a:pt x="3223260" y="2771775"/>
                  </a:lnTo>
                  <a:lnTo>
                    <a:pt x="3223260" y="2781300"/>
                  </a:lnTo>
                  <a:lnTo>
                    <a:pt x="3251835" y="2781300"/>
                  </a:lnTo>
                  <a:lnTo>
                    <a:pt x="3251835" y="2771775"/>
                  </a:lnTo>
                  <a:close/>
                </a:path>
                <a:path extrusionOk="0" h="2781300" w="4724400">
                  <a:moveTo>
                    <a:pt x="3263049" y="0"/>
                  </a:moveTo>
                  <a:lnTo>
                    <a:pt x="3234474" y="0"/>
                  </a:lnTo>
                  <a:lnTo>
                    <a:pt x="3234474" y="9525"/>
                  </a:lnTo>
                  <a:lnTo>
                    <a:pt x="3263049" y="9525"/>
                  </a:lnTo>
                  <a:lnTo>
                    <a:pt x="3263049" y="0"/>
                  </a:lnTo>
                  <a:close/>
                </a:path>
                <a:path extrusionOk="0" h="2781300" w="4724400">
                  <a:moveTo>
                    <a:pt x="3299396" y="2771775"/>
                  </a:moveTo>
                  <a:lnTo>
                    <a:pt x="3270821" y="2771775"/>
                  </a:lnTo>
                  <a:lnTo>
                    <a:pt x="3270821" y="2781300"/>
                  </a:lnTo>
                  <a:lnTo>
                    <a:pt x="3299396" y="2781300"/>
                  </a:lnTo>
                  <a:lnTo>
                    <a:pt x="3299396" y="2771775"/>
                  </a:lnTo>
                  <a:close/>
                </a:path>
                <a:path extrusionOk="0" h="2781300" w="4724400">
                  <a:moveTo>
                    <a:pt x="3310610" y="0"/>
                  </a:moveTo>
                  <a:lnTo>
                    <a:pt x="3282035" y="0"/>
                  </a:lnTo>
                  <a:lnTo>
                    <a:pt x="3282035" y="9525"/>
                  </a:lnTo>
                  <a:lnTo>
                    <a:pt x="3310610" y="9525"/>
                  </a:lnTo>
                  <a:lnTo>
                    <a:pt x="3310610" y="0"/>
                  </a:lnTo>
                  <a:close/>
                </a:path>
                <a:path extrusionOk="0" h="2781300" w="4724400">
                  <a:moveTo>
                    <a:pt x="3346958" y="2771775"/>
                  </a:moveTo>
                  <a:lnTo>
                    <a:pt x="3318383" y="2771775"/>
                  </a:lnTo>
                  <a:lnTo>
                    <a:pt x="3318383" y="2781300"/>
                  </a:lnTo>
                  <a:lnTo>
                    <a:pt x="3346958" y="2781300"/>
                  </a:lnTo>
                  <a:lnTo>
                    <a:pt x="3346958" y="2771775"/>
                  </a:lnTo>
                  <a:close/>
                </a:path>
                <a:path extrusionOk="0" h="2781300" w="4724400">
                  <a:moveTo>
                    <a:pt x="3358184" y="0"/>
                  </a:moveTo>
                  <a:lnTo>
                    <a:pt x="3329609" y="0"/>
                  </a:lnTo>
                  <a:lnTo>
                    <a:pt x="3329609" y="9525"/>
                  </a:lnTo>
                  <a:lnTo>
                    <a:pt x="3358184" y="9525"/>
                  </a:lnTo>
                  <a:lnTo>
                    <a:pt x="3358184" y="0"/>
                  </a:lnTo>
                  <a:close/>
                </a:path>
                <a:path extrusionOk="0" h="2781300" w="4724400">
                  <a:moveTo>
                    <a:pt x="3394532" y="2771775"/>
                  </a:moveTo>
                  <a:lnTo>
                    <a:pt x="3365957" y="2771775"/>
                  </a:lnTo>
                  <a:lnTo>
                    <a:pt x="3365957" y="2781300"/>
                  </a:lnTo>
                  <a:lnTo>
                    <a:pt x="3394532" y="2781300"/>
                  </a:lnTo>
                  <a:lnTo>
                    <a:pt x="3394532" y="2771775"/>
                  </a:lnTo>
                  <a:close/>
                </a:path>
                <a:path extrusionOk="0" h="2781300" w="4724400">
                  <a:moveTo>
                    <a:pt x="3405746" y="0"/>
                  </a:moveTo>
                  <a:lnTo>
                    <a:pt x="3377171" y="0"/>
                  </a:lnTo>
                  <a:lnTo>
                    <a:pt x="3377171" y="9525"/>
                  </a:lnTo>
                  <a:lnTo>
                    <a:pt x="3405746" y="9525"/>
                  </a:lnTo>
                  <a:lnTo>
                    <a:pt x="3405746" y="0"/>
                  </a:lnTo>
                  <a:close/>
                </a:path>
                <a:path extrusionOk="0" h="2781300" w="4724400">
                  <a:moveTo>
                    <a:pt x="3442093" y="2771775"/>
                  </a:moveTo>
                  <a:lnTo>
                    <a:pt x="3413518" y="2771775"/>
                  </a:lnTo>
                  <a:lnTo>
                    <a:pt x="3413518" y="2781300"/>
                  </a:lnTo>
                  <a:lnTo>
                    <a:pt x="3442093" y="2781300"/>
                  </a:lnTo>
                  <a:lnTo>
                    <a:pt x="3442093" y="2771775"/>
                  </a:lnTo>
                  <a:close/>
                </a:path>
                <a:path extrusionOk="0" h="2781300" w="4724400">
                  <a:moveTo>
                    <a:pt x="3453307" y="0"/>
                  </a:moveTo>
                  <a:lnTo>
                    <a:pt x="3424732" y="0"/>
                  </a:lnTo>
                  <a:lnTo>
                    <a:pt x="3424732" y="9525"/>
                  </a:lnTo>
                  <a:lnTo>
                    <a:pt x="3453307" y="9525"/>
                  </a:lnTo>
                  <a:lnTo>
                    <a:pt x="3453307" y="0"/>
                  </a:lnTo>
                  <a:close/>
                </a:path>
                <a:path extrusionOk="0" h="2781300" w="4724400">
                  <a:moveTo>
                    <a:pt x="3489655" y="2771775"/>
                  </a:moveTo>
                  <a:lnTo>
                    <a:pt x="3461080" y="2771775"/>
                  </a:lnTo>
                  <a:lnTo>
                    <a:pt x="3461080" y="2781300"/>
                  </a:lnTo>
                  <a:lnTo>
                    <a:pt x="3489655" y="2781300"/>
                  </a:lnTo>
                  <a:lnTo>
                    <a:pt x="3489655" y="2771775"/>
                  </a:lnTo>
                  <a:close/>
                </a:path>
                <a:path extrusionOk="0" h="2781300" w="4724400">
                  <a:moveTo>
                    <a:pt x="3500869" y="0"/>
                  </a:moveTo>
                  <a:lnTo>
                    <a:pt x="3472294" y="0"/>
                  </a:lnTo>
                  <a:lnTo>
                    <a:pt x="3472294" y="9525"/>
                  </a:lnTo>
                  <a:lnTo>
                    <a:pt x="3500869" y="9525"/>
                  </a:lnTo>
                  <a:lnTo>
                    <a:pt x="3500869" y="0"/>
                  </a:lnTo>
                  <a:close/>
                </a:path>
                <a:path extrusionOk="0" h="2781300" w="4724400">
                  <a:moveTo>
                    <a:pt x="3537216" y="2771775"/>
                  </a:moveTo>
                  <a:lnTo>
                    <a:pt x="3508641" y="2771775"/>
                  </a:lnTo>
                  <a:lnTo>
                    <a:pt x="3508641" y="2781300"/>
                  </a:lnTo>
                  <a:lnTo>
                    <a:pt x="3537216" y="2781300"/>
                  </a:lnTo>
                  <a:lnTo>
                    <a:pt x="3537216" y="2771775"/>
                  </a:lnTo>
                  <a:close/>
                </a:path>
                <a:path extrusionOk="0" h="2781300" w="4724400">
                  <a:moveTo>
                    <a:pt x="3548430" y="0"/>
                  </a:moveTo>
                  <a:lnTo>
                    <a:pt x="3519855" y="0"/>
                  </a:lnTo>
                  <a:lnTo>
                    <a:pt x="3519855" y="9525"/>
                  </a:lnTo>
                  <a:lnTo>
                    <a:pt x="3548430" y="9525"/>
                  </a:lnTo>
                  <a:lnTo>
                    <a:pt x="3548430" y="0"/>
                  </a:lnTo>
                  <a:close/>
                </a:path>
                <a:path extrusionOk="0" h="2781300" w="4724400">
                  <a:moveTo>
                    <a:pt x="3584778" y="2771775"/>
                  </a:moveTo>
                  <a:lnTo>
                    <a:pt x="3556203" y="2771775"/>
                  </a:lnTo>
                  <a:lnTo>
                    <a:pt x="3556203" y="2781300"/>
                  </a:lnTo>
                  <a:lnTo>
                    <a:pt x="3584778" y="2781300"/>
                  </a:lnTo>
                  <a:lnTo>
                    <a:pt x="3584778" y="2771775"/>
                  </a:lnTo>
                  <a:close/>
                </a:path>
                <a:path extrusionOk="0" h="2781300" w="4724400">
                  <a:moveTo>
                    <a:pt x="3596005" y="0"/>
                  </a:moveTo>
                  <a:lnTo>
                    <a:pt x="3567430" y="0"/>
                  </a:lnTo>
                  <a:lnTo>
                    <a:pt x="3567430" y="9525"/>
                  </a:lnTo>
                  <a:lnTo>
                    <a:pt x="3596005" y="9525"/>
                  </a:lnTo>
                  <a:lnTo>
                    <a:pt x="3596005" y="0"/>
                  </a:lnTo>
                  <a:close/>
                </a:path>
                <a:path extrusionOk="0" h="2781300" w="4724400">
                  <a:moveTo>
                    <a:pt x="3632352" y="2771775"/>
                  </a:moveTo>
                  <a:lnTo>
                    <a:pt x="3603777" y="2771775"/>
                  </a:lnTo>
                  <a:lnTo>
                    <a:pt x="3603777" y="2781300"/>
                  </a:lnTo>
                  <a:lnTo>
                    <a:pt x="3632352" y="2781300"/>
                  </a:lnTo>
                  <a:lnTo>
                    <a:pt x="3632352" y="2771775"/>
                  </a:lnTo>
                  <a:close/>
                </a:path>
                <a:path extrusionOk="0" h="2781300" w="4724400">
                  <a:moveTo>
                    <a:pt x="3643566" y="0"/>
                  </a:moveTo>
                  <a:lnTo>
                    <a:pt x="3614991" y="0"/>
                  </a:lnTo>
                  <a:lnTo>
                    <a:pt x="3614991" y="9525"/>
                  </a:lnTo>
                  <a:lnTo>
                    <a:pt x="3643566" y="9525"/>
                  </a:lnTo>
                  <a:lnTo>
                    <a:pt x="3643566" y="0"/>
                  </a:lnTo>
                  <a:close/>
                </a:path>
                <a:path extrusionOk="0" h="2781300" w="4724400">
                  <a:moveTo>
                    <a:pt x="3679914" y="2771775"/>
                  </a:moveTo>
                  <a:lnTo>
                    <a:pt x="3651339" y="2771775"/>
                  </a:lnTo>
                  <a:lnTo>
                    <a:pt x="3651339" y="2781300"/>
                  </a:lnTo>
                  <a:lnTo>
                    <a:pt x="3679914" y="2781300"/>
                  </a:lnTo>
                  <a:lnTo>
                    <a:pt x="3679914" y="2771775"/>
                  </a:lnTo>
                  <a:close/>
                </a:path>
                <a:path extrusionOk="0" h="2781300" w="4724400">
                  <a:moveTo>
                    <a:pt x="3691128" y="0"/>
                  </a:moveTo>
                  <a:lnTo>
                    <a:pt x="3662553" y="0"/>
                  </a:lnTo>
                  <a:lnTo>
                    <a:pt x="3662553" y="9525"/>
                  </a:lnTo>
                  <a:lnTo>
                    <a:pt x="3691128" y="9525"/>
                  </a:lnTo>
                  <a:lnTo>
                    <a:pt x="3691128" y="0"/>
                  </a:lnTo>
                  <a:close/>
                </a:path>
                <a:path extrusionOk="0" h="2781300" w="4724400">
                  <a:moveTo>
                    <a:pt x="3727475" y="2771775"/>
                  </a:moveTo>
                  <a:lnTo>
                    <a:pt x="3698900" y="2771775"/>
                  </a:lnTo>
                  <a:lnTo>
                    <a:pt x="3698900" y="2781300"/>
                  </a:lnTo>
                  <a:lnTo>
                    <a:pt x="3727475" y="2781300"/>
                  </a:lnTo>
                  <a:lnTo>
                    <a:pt x="3727475" y="2771775"/>
                  </a:lnTo>
                  <a:close/>
                </a:path>
                <a:path extrusionOk="0" h="2781300" w="4724400">
                  <a:moveTo>
                    <a:pt x="3738689" y="0"/>
                  </a:moveTo>
                  <a:lnTo>
                    <a:pt x="3710114" y="0"/>
                  </a:lnTo>
                  <a:lnTo>
                    <a:pt x="3710114" y="9525"/>
                  </a:lnTo>
                  <a:lnTo>
                    <a:pt x="3738689" y="9525"/>
                  </a:lnTo>
                  <a:lnTo>
                    <a:pt x="3738689" y="0"/>
                  </a:lnTo>
                  <a:close/>
                </a:path>
                <a:path extrusionOk="0" h="2781300" w="4724400">
                  <a:moveTo>
                    <a:pt x="3775037" y="2771775"/>
                  </a:moveTo>
                  <a:lnTo>
                    <a:pt x="3746462" y="2771775"/>
                  </a:lnTo>
                  <a:lnTo>
                    <a:pt x="3746462" y="2781300"/>
                  </a:lnTo>
                  <a:lnTo>
                    <a:pt x="3775037" y="2781300"/>
                  </a:lnTo>
                  <a:lnTo>
                    <a:pt x="3775037" y="2771775"/>
                  </a:lnTo>
                  <a:close/>
                </a:path>
                <a:path extrusionOk="0" h="2781300" w="4724400">
                  <a:moveTo>
                    <a:pt x="3786251" y="0"/>
                  </a:moveTo>
                  <a:lnTo>
                    <a:pt x="3757676" y="0"/>
                  </a:lnTo>
                  <a:lnTo>
                    <a:pt x="3757676" y="9525"/>
                  </a:lnTo>
                  <a:lnTo>
                    <a:pt x="3786251" y="9525"/>
                  </a:lnTo>
                  <a:lnTo>
                    <a:pt x="3786251" y="0"/>
                  </a:lnTo>
                  <a:close/>
                </a:path>
                <a:path extrusionOk="0" h="2781300" w="4724400">
                  <a:moveTo>
                    <a:pt x="3822598" y="2771775"/>
                  </a:moveTo>
                  <a:lnTo>
                    <a:pt x="3794023" y="2771775"/>
                  </a:lnTo>
                  <a:lnTo>
                    <a:pt x="3794023" y="2781300"/>
                  </a:lnTo>
                  <a:lnTo>
                    <a:pt x="3822598" y="2781300"/>
                  </a:lnTo>
                  <a:lnTo>
                    <a:pt x="3822598" y="2771775"/>
                  </a:lnTo>
                  <a:close/>
                </a:path>
                <a:path extrusionOk="0" h="2781300" w="4724400">
                  <a:moveTo>
                    <a:pt x="3833812" y="0"/>
                  </a:moveTo>
                  <a:lnTo>
                    <a:pt x="3805237" y="0"/>
                  </a:lnTo>
                  <a:lnTo>
                    <a:pt x="3805237" y="9525"/>
                  </a:lnTo>
                  <a:lnTo>
                    <a:pt x="3833812" y="9525"/>
                  </a:lnTo>
                  <a:lnTo>
                    <a:pt x="3833812" y="0"/>
                  </a:lnTo>
                  <a:close/>
                </a:path>
                <a:path extrusionOk="0" h="2781300" w="4724400">
                  <a:moveTo>
                    <a:pt x="3870160" y="2771775"/>
                  </a:moveTo>
                  <a:lnTo>
                    <a:pt x="3841585" y="2771775"/>
                  </a:lnTo>
                  <a:lnTo>
                    <a:pt x="3841585" y="2781300"/>
                  </a:lnTo>
                  <a:lnTo>
                    <a:pt x="3870160" y="2781300"/>
                  </a:lnTo>
                  <a:lnTo>
                    <a:pt x="3870160" y="2771775"/>
                  </a:lnTo>
                  <a:close/>
                </a:path>
                <a:path extrusionOk="0" h="2781300" w="4724400">
                  <a:moveTo>
                    <a:pt x="3881386" y="0"/>
                  </a:moveTo>
                  <a:lnTo>
                    <a:pt x="3852811" y="0"/>
                  </a:lnTo>
                  <a:lnTo>
                    <a:pt x="3852811" y="9525"/>
                  </a:lnTo>
                  <a:lnTo>
                    <a:pt x="3881386" y="9525"/>
                  </a:lnTo>
                  <a:lnTo>
                    <a:pt x="3881386" y="0"/>
                  </a:lnTo>
                  <a:close/>
                </a:path>
                <a:path extrusionOk="0" h="2781300" w="4724400">
                  <a:moveTo>
                    <a:pt x="3917734" y="2771775"/>
                  </a:moveTo>
                  <a:lnTo>
                    <a:pt x="3889159" y="2771775"/>
                  </a:lnTo>
                  <a:lnTo>
                    <a:pt x="3889159" y="2781300"/>
                  </a:lnTo>
                  <a:lnTo>
                    <a:pt x="3917734" y="2781300"/>
                  </a:lnTo>
                  <a:lnTo>
                    <a:pt x="3917734" y="2771775"/>
                  </a:lnTo>
                  <a:close/>
                </a:path>
                <a:path extrusionOk="0" h="2781300" w="4724400">
                  <a:moveTo>
                    <a:pt x="3928948" y="0"/>
                  </a:moveTo>
                  <a:lnTo>
                    <a:pt x="3900373" y="0"/>
                  </a:lnTo>
                  <a:lnTo>
                    <a:pt x="3900373" y="9525"/>
                  </a:lnTo>
                  <a:lnTo>
                    <a:pt x="3928948" y="9525"/>
                  </a:lnTo>
                  <a:lnTo>
                    <a:pt x="3928948" y="0"/>
                  </a:lnTo>
                  <a:close/>
                </a:path>
                <a:path extrusionOk="0" h="2781300" w="4724400">
                  <a:moveTo>
                    <a:pt x="3965295" y="2771775"/>
                  </a:moveTo>
                  <a:lnTo>
                    <a:pt x="3936720" y="2771775"/>
                  </a:lnTo>
                  <a:lnTo>
                    <a:pt x="3936720" y="2781300"/>
                  </a:lnTo>
                  <a:lnTo>
                    <a:pt x="3965295" y="2781300"/>
                  </a:lnTo>
                  <a:lnTo>
                    <a:pt x="3965295" y="2771775"/>
                  </a:lnTo>
                  <a:close/>
                </a:path>
                <a:path extrusionOk="0" h="2781300" w="4724400">
                  <a:moveTo>
                    <a:pt x="3976509" y="0"/>
                  </a:moveTo>
                  <a:lnTo>
                    <a:pt x="3947934" y="0"/>
                  </a:lnTo>
                  <a:lnTo>
                    <a:pt x="3947934" y="9525"/>
                  </a:lnTo>
                  <a:lnTo>
                    <a:pt x="3976509" y="9525"/>
                  </a:lnTo>
                  <a:lnTo>
                    <a:pt x="3976509" y="0"/>
                  </a:lnTo>
                  <a:close/>
                </a:path>
                <a:path extrusionOk="0" h="2781300" w="4724400">
                  <a:moveTo>
                    <a:pt x="4012857" y="2771775"/>
                  </a:moveTo>
                  <a:lnTo>
                    <a:pt x="3984282" y="2771775"/>
                  </a:lnTo>
                  <a:lnTo>
                    <a:pt x="3984282" y="2781300"/>
                  </a:lnTo>
                  <a:lnTo>
                    <a:pt x="4012857" y="2781300"/>
                  </a:lnTo>
                  <a:lnTo>
                    <a:pt x="4012857" y="2771775"/>
                  </a:lnTo>
                  <a:close/>
                </a:path>
                <a:path extrusionOk="0" h="2781300" w="4724400">
                  <a:moveTo>
                    <a:pt x="4024071" y="0"/>
                  </a:moveTo>
                  <a:lnTo>
                    <a:pt x="3995496" y="0"/>
                  </a:lnTo>
                  <a:lnTo>
                    <a:pt x="3995496" y="9525"/>
                  </a:lnTo>
                  <a:lnTo>
                    <a:pt x="4024071" y="9525"/>
                  </a:lnTo>
                  <a:lnTo>
                    <a:pt x="4024071" y="0"/>
                  </a:lnTo>
                  <a:close/>
                </a:path>
                <a:path extrusionOk="0" h="2781300" w="4724400">
                  <a:moveTo>
                    <a:pt x="4060418" y="2771775"/>
                  </a:moveTo>
                  <a:lnTo>
                    <a:pt x="4031843" y="2771775"/>
                  </a:lnTo>
                  <a:lnTo>
                    <a:pt x="4031843" y="2781300"/>
                  </a:lnTo>
                  <a:lnTo>
                    <a:pt x="4060418" y="2781300"/>
                  </a:lnTo>
                  <a:lnTo>
                    <a:pt x="4060418" y="2771775"/>
                  </a:lnTo>
                  <a:close/>
                </a:path>
                <a:path extrusionOk="0" h="2781300" w="4724400">
                  <a:moveTo>
                    <a:pt x="4071632" y="0"/>
                  </a:moveTo>
                  <a:lnTo>
                    <a:pt x="4043057" y="0"/>
                  </a:lnTo>
                  <a:lnTo>
                    <a:pt x="4043057" y="9525"/>
                  </a:lnTo>
                  <a:lnTo>
                    <a:pt x="4071632" y="9525"/>
                  </a:lnTo>
                  <a:lnTo>
                    <a:pt x="4071632" y="0"/>
                  </a:lnTo>
                  <a:close/>
                </a:path>
                <a:path extrusionOk="0" h="2781300" w="4724400">
                  <a:moveTo>
                    <a:pt x="4107980" y="2771775"/>
                  </a:moveTo>
                  <a:lnTo>
                    <a:pt x="4079405" y="2771775"/>
                  </a:lnTo>
                  <a:lnTo>
                    <a:pt x="4079405" y="2781300"/>
                  </a:lnTo>
                  <a:lnTo>
                    <a:pt x="4107980" y="2781300"/>
                  </a:lnTo>
                  <a:lnTo>
                    <a:pt x="4107980" y="2771775"/>
                  </a:lnTo>
                  <a:close/>
                </a:path>
                <a:path extrusionOk="0" h="2781300" w="4724400">
                  <a:moveTo>
                    <a:pt x="4119207" y="0"/>
                  </a:moveTo>
                  <a:lnTo>
                    <a:pt x="4090632" y="0"/>
                  </a:lnTo>
                  <a:lnTo>
                    <a:pt x="4090632" y="9525"/>
                  </a:lnTo>
                  <a:lnTo>
                    <a:pt x="4119207" y="9525"/>
                  </a:lnTo>
                  <a:lnTo>
                    <a:pt x="4119207" y="0"/>
                  </a:lnTo>
                  <a:close/>
                </a:path>
                <a:path extrusionOk="0" h="2781300" w="4724400">
                  <a:moveTo>
                    <a:pt x="4155554" y="2771775"/>
                  </a:moveTo>
                  <a:lnTo>
                    <a:pt x="4126979" y="2771775"/>
                  </a:lnTo>
                  <a:lnTo>
                    <a:pt x="4126979" y="2781300"/>
                  </a:lnTo>
                  <a:lnTo>
                    <a:pt x="4155554" y="2781300"/>
                  </a:lnTo>
                  <a:lnTo>
                    <a:pt x="4155554" y="2771775"/>
                  </a:lnTo>
                  <a:close/>
                </a:path>
                <a:path extrusionOk="0" h="2781300" w="4724400">
                  <a:moveTo>
                    <a:pt x="4166768" y="0"/>
                  </a:moveTo>
                  <a:lnTo>
                    <a:pt x="4138193" y="0"/>
                  </a:lnTo>
                  <a:lnTo>
                    <a:pt x="4138193" y="9525"/>
                  </a:lnTo>
                  <a:lnTo>
                    <a:pt x="4166768" y="9525"/>
                  </a:lnTo>
                  <a:lnTo>
                    <a:pt x="4166768" y="0"/>
                  </a:lnTo>
                  <a:close/>
                </a:path>
                <a:path extrusionOk="0" h="2781300" w="4724400">
                  <a:moveTo>
                    <a:pt x="4203115" y="2771775"/>
                  </a:moveTo>
                  <a:lnTo>
                    <a:pt x="4174540" y="2771775"/>
                  </a:lnTo>
                  <a:lnTo>
                    <a:pt x="4174540" y="2781300"/>
                  </a:lnTo>
                  <a:lnTo>
                    <a:pt x="4203115" y="2781300"/>
                  </a:lnTo>
                  <a:lnTo>
                    <a:pt x="4203115" y="2771775"/>
                  </a:lnTo>
                  <a:close/>
                </a:path>
                <a:path extrusionOk="0" h="2781300" w="4724400">
                  <a:moveTo>
                    <a:pt x="4214330" y="0"/>
                  </a:moveTo>
                  <a:lnTo>
                    <a:pt x="4185755" y="0"/>
                  </a:lnTo>
                  <a:lnTo>
                    <a:pt x="4185755" y="9525"/>
                  </a:lnTo>
                  <a:lnTo>
                    <a:pt x="4214330" y="9525"/>
                  </a:lnTo>
                  <a:lnTo>
                    <a:pt x="4214330" y="0"/>
                  </a:lnTo>
                  <a:close/>
                </a:path>
                <a:path extrusionOk="0" h="2781300" w="4724400">
                  <a:moveTo>
                    <a:pt x="4250677" y="2771775"/>
                  </a:moveTo>
                  <a:lnTo>
                    <a:pt x="4222102" y="2771775"/>
                  </a:lnTo>
                  <a:lnTo>
                    <a:pt x="4222102" y="2781300"/>
                  </a:lnTo>
                  <a:lnTo>
                    <a:pt x="4250677" y="2781300"/>
                  </a:lnTo>
                  <a:lnTo>
                    <a:pt x="4250677" y="2771775"/>
                  </a:lnTo>
                  <a:close/>
                </a:path>
                <a:path extrusionOk="0" h="2781300" w="4724400">
                  <a:moveTo>
                    <a:pt x="4261891" y="0"/>
                  </a:moveTo>
                  <a:lnTo>
                    <a:pt x="4233316" y="0"/>
                  </a:lnTo>
                  <a:lnTo>
                    <a:pt x="4233316" y="9525"/>
                  </a:lnTo>
                  <a:lnTo>
                    <a:pt x="4261891" y="9525"/>
                  </a:lnTo>
                  <a:lnTo>
                    <a:pt x="4261891" y="0"/>
                  </a:lnTo>
                  <a:close/>
                </a:path>
                <a:path extrusionOk="0" h="2781300" w="4724400">
                  <a:moveTo>
                    <a:pt x="4298239" y="2771775"/>
                  </a:moveTo>
                  <a:lnTo>
                    <a:pt x="4269664" y="2771775"/>
                  </a:lnTo>
                  <a:lnTo>
                    <a:pt x="4269664" y="2781300"/>
                  </a:lnTo>
                  <a:lnTo>
                    <a:pt x="4298239" y="2781300"/>
                  </a:lnTo>
                  <a:lnTo>
                    <a:pt x="4298239" y="2771775"/>
                  </a:lnTo>
                  <a:close/>
                </a:path>
                <a:path extrusionOk="0" h="2781300" w="4724400">
                  <a:moveTo>
                    <a:pt x="4309453" y="0"/>
                  </a:moveTo>
                  <a:lnTo>
                    <a:pt x="4280878" y="0"/>
                  </a:lnTo>
                  <a:lnTo>
                    <a:pt x="4280878" y="9525"/>
                  </a:lnTo>
                  <a:lnTo>
                    <a:pt x="4309453" y="9525"/>
                  </a:lnTo>
                  <a:lnTo>
                    <a:pt x="4309453" y="0"/>
                  </a:lnTo>
                  <a:close/>
                </a:path>
                <a:path extrusionOk="0" h="2781300" w="4724400">
                  <a:moveTo>
                    <a:pt x="4345800" y="2771775"/>
                  </a:moveTo>
                  <a:lnTo>
                    <a:pt x="4317225" y="2771775"/>
                  </a:lnTo>
                  <a:lnTo>
                    <a:pt x="4317225" y="2781300"/>
                  </a:lnTo>
                  <a:lnTo>
                    <a:pt x="4345800" y="2781300"/>
                  </a:lnTo>
                  <a:lnTo>
                    <a:pt x="4345800" y="2771775"/>
                  </a:lnTo>
                  <a:close/>
                </a:path>
                <a:path extrusionOk="0" h="2781300" w="4724400">
                  <a:moveTo>
                    <a:pt x="4357027" y="0"/>
                  </a:moveTo>
                  <a:lnTo>
                    <a:pt x="4328452" y="0"/>
                  </a:lnTo>
                  <a:lnTo>
                    <a:pt x="4328452" y="9525"/>
                  </a:lnTo>
                  <a:lnTo>
                    <a:pt x="4357027" y="9525"/>
                  </a:lnTo>
                  <a:lnTo>
                    <a:pt x="4357027" y="0"/>
                  </a:lnTo>
                  <a:close/>
                </a:path>
                <a:path extrusionOk="0" h="2781300" w="4724400">
                  <a:moveTo>
                    <a:pt x="4393374" y="2771775"/>
                  </a:moveTo>
                  <a:lnTo>
                    <a:pt x="4364799" y="2771775"/>
                  </a:lnTo>
                  <a:lnTo>
                    <a:pt x="4364799" y="2781300"/>
                  </a:lnTo>
                  <a:lnTo>
                    <a:pt x="4393374" y="2781300"/>
                  </a:lnTo>
                  <a:lnTo>
                    <a:pt x="4393374" y="2771775"/>
                  </a:lnTo>
                  <a:close/>
                </a:path>
                <a:path extrusionOk="0" h="2781300" w="4724400">
                  <a:moveTo>
                    <a:pt x="4404588" y="0"/>
                  </a:moveTo>
                  <a:lnTo>
                    <a:pt x="4376013" y="0"/>
                  </a:lnTo>
                  <a:lnTo>
                    <a:pt x="4376013" y="9525"/>
                  </a:lnTo>
                  <a:lnTo>
                    <a:pt x="4404588" y="9525"/>
                  </a:lnTo>
                  <a:lnTo>
                    <a:pt x="4404588" y="0"/>
                  </a:lnTo>
                  <a:close/>
                </a:path>
                <a:path extrusionOk="0" h="2781300" w="4724400">
                  <a:moveTo>
                    <a:pt x="4440936" y="2771775"/>
                  </a:moveTo>
                  <a:lnTo>
                    <a:pt x="4412361" y="2771775"/>
                  </a:lnTo>
                  <a:lnTo>
                    <a:pt x="4412361" y="2781300"/>
                  </a:lnTo>
                  <a:lnTo>
                    <a:pt x="4440936" y="2781300"/>
                  </a:lnTo>
                  <a:lnTo>
                    <a:pt x="4440936" y="2771775"/>
                  </a:lnTo>
                  <a:close/>
                </a:path>
                <a:path extrusionOk="0" h="2781300" w="4724400">
                  <a:moveTo>
                    <a:pt x="4452150" y="0"/>
                  </a:moveTo>
                  <a:lnTo>
                    <a:pt x="4423575" y="0"/>
                  </a:lnTo>
                  <a:lnTo>
                    <a:pt x="4423575" y="9525"/>
                  </a:lnTo>
                  <a:lnTo>
                    <a:pt x="4452150" y="9525"/>
                  </a:lnTo>
                  <a:lnTo>
                    <a:pt x="4452150" y="0"/>
                  </a:lnTo>
                  <a:close/>
                </a:path>
                <a:path extrusionOk="0" h="2781300" w="4724400">
                  <a:moveTo>
                    <a:pt x="4488497" y="2771775"/>
                  </a:moveTo>
                  <a:lnTo>
                    <a:pt x="4459922" y="2771775"/>
                  </a:lnTo>
                  <a:lnTo>
                    <a:pt x="4459922" y="2781300"/>
                  </a:lnTo>
                  <a:lnTo>
                    <a:pt x="4488497" y="2781300"/>
                  </a:lnTo>
                  <a:lnTo>
                    <a:pt x="4488497" y="2771775"/>
                  </a:lnTo>
                  <a:close/>
                </a:path>
                <a:path extrusionOk="0" h="2781300" w="4724400">
                  <a:moveTo>
                    <a:pt x="4499711" y="0"/>
                  </a:moveTo>
                  <a:lnTo>
                    <a:pt x="4471136" y="0"/>
                  </a:lnTo>
                  <a:lnTo>
                    <a:pt x="4471136" y="9525"/>
                  </a:lnTo>
                  <a:lnTo>
                    <a:pt x="4499711" y="9525"/>
                  </a:lnTo>
                  <a:lnTo>
                    <a:pt x="4499711" y="0"/>
                  </a:lnTo>
                  <a:close/>
                </a:path>
                <a:path extrusionOk="0" h="2781300" w="4724400">
                  <a:moveTo>
                    <a:pt x="4536059" y="2771775"/>
                  </a:moveTo>
                  <a:lnTo>
                    <a:pt x="4507484" y="2771775"/>
                  </a:lnTo>
                  <a:lnTo>
                    <a:pt x="4507484" y="2781300"/>
                  </a:lnTo>
                  <a:lnTo>
                    <a:pt x="4536059" y="2781300"/>
                  </a:lnTo>
                  <a:lnTo>
                    <a:pt x="4536059" y="2771775"/>
                  </a:lnTo>
                  <a:close/>
                </a:path>
                <a:path extrusionOk="0" h="2781300" w="4724400">
                  <a:moveTo>
                    <a:pt x="4547273" y="0"/>
                  </a:moveTo>
                  <a:lnTo>
                    <a:pt x="4518698" y="0"/>
                  </a:lnTo>
                  <a:lnTo>
                    <a:pt x="4518698" y="9525"/>
                  </a:lnTo>
                  <a:lnTo>
                    <a:pt x="4547273" y="9525"/>
                  </a:lnTo>
                  <a:lnTo>
                    <a:pt x="4547273" y="0"/>
                  </a:lnTo>
                  <a:close/>
                </a:path>
                <a:path extrusionOk="0" h="2781300" w="4724400">
                  <a:moveTo>
                    <a:pt x="4583620" y="2771775"/>
                  </a:moveTo>
                  <a:lnTo>
                    <a:pt x="4555045" y="2771775"/>
                  </a:lnTo>
                  <a:lnTo>
                    <a:pt x="4555045" y="2781300"/>
                  </a:lnTo>
                  <a:lnTo>
                    <a:pt x="4583620" y="2781300"/>
                  </a:lnTo>
                  <a:lnTo>
                    <a:pt x="4583620" y="2771775"/>
                  </a:lnTo>
                  <a:close/>
                </a:path>
                <a:path extrusionOk="0" h="2781300" w="4724400">
                  <a:moveTo>
                    <a:pt x="4594847" y="0"/>
                  </a:moveTo>
                  <a:lnTo>
                    <a:pt x="4566272" y="0"/>
                  </a:lnTo>
                  <a:lnTo>
                    <a:pt x="4566272" y="9525"/>
                  </a:lnTo>
                  <a:lnTo>
                    <a:pt x="4594847" y="9525"/>
                  </a:lnTo>
                  <a:lnTo>
                    <a:pt x="4594847" y="0"/>
                  </a:lnTo>
                  <a:close/>
                </a:path>
                <a:path extrusionOk="0" h="2781300" w="4724400">
                  <a:moveTo>
                    <a:pt x="4631080" y="2781211"/>
                  </a:moveTo>
                  <a:lnTo>
                    <a:pt x="4630902" y="2771775"/>
                  </a:lnTo>
                  <a:lnTo>
                    <a:pt x="4602619" y="2771775"/>
                  </a:lnTo>
                  <a:lnTo>
                    <a:pt x="4602619" y="2781211"/>
                  </a:lnTo>
                  <a:lnTo>
                    <a:pt x="4631080" y="2781211"/>
                  </a:lnTo>
                  <a:close/>
                </a:path>
                <a:path extrusionOk="0" h="2781300" w="4724400">
                  <a:moveTo>
                    <a:pt x="4641939" y="952"/>
                  </a:moveTo>
                  <a:lnTo>
                    <a:pt x="4638535" y="457"/>
                  </a:lnTo>
                  <a:lnTo>
                    <a:pt x="4629150" y="0"/>
                  </a:lnTo>
                  <a:lnTo>
                    <a:pt x="4613834" y="0"/>
                  </a:lnTo>
                  <a:lnTo>
                    <a:pt x="4613834" y="9525"/>
                  </a:lnTo>
                  <a:lnTo>
                    <a:pt x="4629150" y="9525"/>
                  </a:lnTo>
                  <a:lnTo>
                    <a:pt x="4637595" y="9931"/>
                  </a:lnTo>
                  <a:lnTo>
                    <a:pt x="4640656" y="10388"/>
                  </a:lnTo>
                  <a:lnTo>
                    <a:pt x="4640770" y="9525"/>
                  </a:lnTo>
                  <a:lnTo>
                    <a:pt x="4641939" y="952"/>
                  </a:lnTo>
                  <a:close/>
                </a:path>
                <a:path extrusionOk="0" h="2781300" w="4724400">
                  <a:moveTo>
                    <a:pt x="4676597" y="2768549"/>
                  </a:moveTo>
                  <a:lnTo>
                    <a:pt x="4671847" y="2760307"/>
                  </a:lnTo>
                  <a:lnTo>
                    <a:pt x="4669612" y="2761640"/>
                  </a:lnTo>
                  <a:lnTo>
                    <a:pt x="4661954" y="2765247"/>
                  </a:lnTo>
                  <a:lnTo>
                    <a:pt x="4654004" y="2768104"/>
                  </a:lnTo>
                  <a:lnTo>
                    <a:pt x="4647590" y="2769717"/>
                  </a:lnTo>
                  <a:lnTo>
                    <a:pt x="4647654" y="2770047"/>
                  </a:lnTo>
                  <a:lnTo>
                    <a:pt x="4649635" y="2779014"/>
                  </a:lnTo>
                  <a:lnTo>
                    <a:pt x="4656760" y="2777223"/>
                  </a:lnTo>
                  <a:lnTo>
                    <a:pt x="4665611" y="2774048"/>
                  </a:lnTo>
                  <a:lnTo>
                    <a:pt x="4674095" y="2770047"/>
                  </a:lnTo>
                  <a:lnTo>
                    <a:pt x="4676597" y="2768549"/>
                  </a:lnTo>
                  <a:close/>
                </a:path>
                <a:path extrusionOk="0" h="2781300" w="4724400">
                  <a:moveTo>
                    <a:pt x="4686033" y="18973"/>
                  </a:moveTo>
                  <a:lnTo>
                    <a:pt x="4682083" y="16040"/>
                  </a:lnTo>
                  <a:lnTo>
                    <a:pt x="4674095" y="11264"/>
                  </a:lnTo>
                  <a:lnTo>
                    <a:pt x="4665611" y="7251"/>
                  </a:lnTo>
                  <a:lnTo>
                    <a:pt x="4660760" y="5511"/>
                  </a:lnTo>
                  <a:lnTo>
                    <a:pt x="4657610" y="14490"/>
                  </a:lnTo>
                  <a:lnTo>
                    <a:pt x="4661928" y="16040"/>
                  </a:lnTo>
                  <a:lnTo>
                    <a:pt x="4669612" y="19659"/>
                  </a:lnTo>
                  <a:lnTo>
                    <a:pt x="4676787" y="23964"/>
                  </a:lnTo>
                  <a:lnTo>
                    <a:pt x="4680343" y="26606"/>
                  </a:lnTo>
                  <a:lnTo>
                    <a:pt x="4686033" y="18973"/>
                  </a:lnTo>
                  <a:close/>
                </a:path>
                <a:path extrusionOk="0" h="2781300" w="4724400">
                  <a:moveTo>
                    <a:pt x="4710684" y="2735110"/>
                  </a:moveTo>
                  <a:lnTo>
                    <a:pt x="4702530" y="2730208"/>
                  </a:lnTo>
                  <a:lnTo>
                    <a:pt x="4700448" y="2733687"/>
                  </a:lnTo>
                  <a:lnTo>
                    <a:pt x="4695456" y="2740406"/>
                  </a:lnTo>
                  <a:lnTo>
                    <a:pt x="4689767" y="2746667"/>
                  </a:lnTo>
                  <a:lnTo>
                    <a:pt x="4685868" y="2750210"/>
                  </a:lnTo>
                  <a:lnTo>
                    <a:pt x="4692180" y="2757335"/>
                  </a:lnTo>
                  <a:lnTo>
                    <a:pt x="4696511" y="2753398"/>
                  </a:lnTo>
                  <a:lnTo>
                    <a:pt x="4702822" y="2746451"/>
                  </a:lnTo>
                  <a:lnTo>
                    <a:pt x="4708372" y="2738983"/>
                  </a:lnTo>
                  <a:lnTo>
                    <a:pt x="4710684" y="2735110"/>
                  </a:lnTo>
                  <a:close/>
                </a:path>
                <a:path extrusionOk="0" h="2781300" w="4724400">
                  <a:moveTo>
                    <a:pt x="4715865" y="56070"/>
                  </a:moveTo>
                  <a:lnTo>
                    <a:pt x="4713148" y="50304"/>
                  </a:lnTo>
                  <a:lnTo>
                    <a:pt x="4708372" y="42329"/>
                  </a:lnTo>
                  <a:lnTo>
                    <a:pt x="4702822" y="34861"/>
                  </a:lnTo>
                  <a:lnTo>
                    <a:pt x="4700270" y="32042"/>
                  </a:lnTo>
                  <a:lnTo>
                    <a:pt x="4693145" y="38354"/>
                  </a:lnTo>
                  <a:lnTo>
                    <a:pt x="4695456" y="40894"/>
                  </a:lnTo>
                  <a:lnTo>
                    <a:pt x="4700448" y="47612"/>
                  </a:lnTo>
                  <a:lnTo>
                    <a:pt x="4704740" y="54800"/>
                  </a:lnTo>
                  <a:lnTo>
                    <a:pt x="4707191" y="59994"/>
                  </a:lnTo>
                  <a:lnTo>
                    <a:pt x="4715865" y="56070"/>
                  </a:lnTo>
                  <a:close/>
                </a:path>
                <a:path extrusionOk="0" h="2781300" w="4724400">
                  <a:moveTo>
                    <a:pt x="4724222" y="2689783"/>
                  </a:moveTo>
                  <a:lnTo>
                    <a:pt x="4714722" y="2689415"/>
                  </a:lnTo>
                  <a:lnTo>
                    <a:pt x="4714697" y="2689783"/>
                  </a:lnTo>
                  <a:lnTo>
                    <a:pt x="4714468" y="2694495"/>
                  </a:lnTo>
                  <a:lnTo>
                    <a:pt x="4713249" y="2702776"/>
                  </a:lnTo>
                  <a:lnTo>
                    <a:pt x="4711204" y="2710904"/>
                  </a:lnTo>
                  <a:lnTo>
                    <a:pt x="4709833" y="2714739"/>
                  </a:lnTo>
                  <a:lnTo>
                    <a:pt x="4718799" y="2717927"/>
                  </a:lnTo>
                  <a:lnTo>
                    <a:pt x="4720323" y="2713659"/>
                  </a:lnTo>
                  <a:lnTo>
                    <a:pt x="4722596" y="2704642"/>
                  </a:lnTo>
                  <a:lnTo>
                    <a:pt x="4723955" y="2695435"/>
                  </a:lnTo>
                  <a:lnTo>
                    <a:pt x="4723993" y="2694495"/>
                  </a:lnTo>
                  <a:lnTo>
                    <a:pt x="4724222" y="2689783"/>
                  </a:lnTo>
                  <a:close/>
                </a:path>
                <a:path extrusionOk="0" h="2781300" w="4724400">
                  <a:moveTo>
                    <a:pt x="4724400" y="2642412"/>
                  </a:moveTo>
                  <a:lnTo>
                    <a:pt x="4714875" y="2642412"/>
                  </a:lnTo>
                  <a:lnTo>
                    <a:pt x="4714875" y="2670987"/>
                  </a:lnTo>
                  <a:lnTo>
                    <a:pt x="4724400" y="2670987"/>
                  </a:lnTo>
                  <a:lnTo>
                    <a:pt x="4724400" y="2642412"/>
                  </a:lnTo>
                  <a:close/>
                </a:path>
                <a:path extrusionOk="0" h="2781300" w="4724400">
                  <a:moveTo>
                    <a:pt x="4724400" y="2594851"/>
                  </a:moveTo>
                  <a:lnTo>
                    <a:pt x="4714875" y="2594851"/>
                  </a:lnTo>
                  <a:lnTo>
                    <a:pt x="4714875" y="2623426"/>
                  </a:lnTo>
                  <a:lnTo>
                    <a:pt x="4724400" y="2623426"/>
                  </a:lnTo>
                  <a:lnTo>
                    <a:pt x="4724400" y="2594851"/>
                  </a:lnTo>
                  <a:close/>
                </a:path>
                <a:path extrusionOk="0" h="2781300" w="4724400">
                  <a:moveTo>
                    <a:pt x="4724400" y="2547289"/>
                  </a:moveTo>
                  <a:lnTo>
                    <a:pt x="4714875" y="2547289"/>
                  </a:lnTo>
                  <a:lnTo>
                    <a:pt x="4714875" y="2575864"/>
                  </a:lnTo>
                  <a:lnTo>
                    <a:pt x="4724400" y="2575864"/>
                  </a:lnTo>
                  <a:lnTo>
                    <a:pt x="4724400" y="2547289"/>
                  </a:lnTo>
                  <a:close/>
                </a:path>
                <a:path extrusionOk="0" h="2781300" w="4724400">
                  <a:moveTo>
                    <a:pt x="4724400" y="2499728"/>
                  </a:moveTo>
                  <a:lnTo>
                    <a:pt x="4714875" y="2499728"/>
                  </a:lnTo>
                  <a:lnTo>
                    <a:pt x="4714875" y="2528303"/>
                  </a:lnTo>
                  <a:lnTo>
                    <a:pt x="4724400" y="2528303"/>
                  </a:lnTo>
                  <a:lnTo>
                    <a:pt x="4724400" y="2499728"/>
                  </a:lnTo>
                  <a:close/>
                </a:path>
                <a:path extrusionOk="0" h="2781300" w="4724400">
                  <a:moveTo>
                    <a:pt x="4724400" y="2452154"/>
                  </a:moveTo>
                  <a:lnTo>
                    <a:pt x="4714875" y="2452154"/>
                  </a:lnTo>
                  <a:lnTo>
                    <a:pt x="4714875" y="2480729"/>
                  </a:lnTo>
                  <a:lnTo>
                    <a:pt x="4724400" y="2480729"/>
                  </a:lnTo>
                  <a:lnTo>
                    <a:pt x="4724400" y="2452154"/>
                  </a:lnTo>
                  <a:close/>
                </a:path>
                <a:path extrusionOk="0" h="2781300" w="4724400">
                  <a:moveTo>
                    <a:pt x="4724400" y="2404592"/>
                  </a:moveTo>
                  <a:lnTo>
                    <a:pt x="4714875" y="2404592"/>
                  </a:lnTo>
                  <a:lnTo>
                    <a:pt x="4714875" y="2433167"/>
                  </a:lnTo>
                  <a:lnTo>
                    <a:pt x="4724400" y="2433167"/>
                  </a:lnTo>
                  <a:lnTo>
                    <a:pt x="4724400" y="2404592"/>
                  </a:lnTo>
                  <a:close/>
                </a:path>
                <a:path extrusionOk="0" h="2781300" w="4724400">
                  <a:moveTo>
                    <a:pt x="4724400" y="2357031"/>
                  </a:moveTo>
                  <a:lnTo>
                    <a:pt x="4714875" y="2357031"/>
                  </a:lnTo>
                  <a:lnTo>
                    <a:pt x="4714875" y="2385606"/>
                  </a:lnTo>
                  <a:lnTo>
                    <a:pt x="4724400" y="2385606"/>
                  </a:lnTo>
                  <a:lnTo>
                    <a:pt x="4724400" y="2357031"/>
                  </a:lnTo>
                  <a:close/>
                </a:path>
                <a:path extrusionOk="0" h="2781300" w="4724400">
                  <a:moveTo>
                    <a:pt x="4724400" y="2309469"/>
                  </a:moveTo>
                  <a:lnTo>
                    <a:pt x="4714875" y="2309469"/>
                  </a:lnTo>
                  <a:lnTo>
                    <a:pt x="4714875" y="2338044"/>
                  </a:lnTo>
                  <a:lnTo>
                    <a:pt x="4724400" y="2338044"/>
                  </a:lnTo>
                  <a:lnTo>
                    <a:pt x="4724400" y="2309469"/>
                  </a:lnTo>
                  <a:close/>
                </a:path>
                <a:path extrusionOk="0" h="2781300" w="4724400">
                  <a:moveTo>
                    <a:pt x="4724400" y="2261895"/>
                  </a:moveTo>
                  <a:lnTo>
                    <a:pt x="4714875" y="2261895"/>
                  </a:lnTo>
                  <a:lnTo>
                    <a:pt x="4714875" y="2290470"/>
                  </a:lnTo>
                  <a:lnTo>
                    <a:pt x="4724400" y="2290470"/>
                  </a:lnTo>
                  <a:lnTo>
                    <a:pt x="4724400" y="2261895"/>
                  </a:lnTo>
                  <a:close/>
                </a:path>
                <a:path extrusionOk="0" h="2781300" w="4724400">
                  <a:moveTo>
                    <a:pt x="4724400" y="2214334"/>
                  </a:moveTo>
                  <a:lnTo>
                    <a:pt x="4714875" y="2214334"/>
                  </a:lnTo>
                  <a:lnTo>
                    <a:pt x="4714875" y="2242909"/>
                  </a:lnTo>
                  <a:lnTo>
                    <a:pt x="4724400" y="2242909"/>
                  </a:lnTo>
                  <a:lnTo>
                    <a:pt x="4724400" y="2214334"/>
                  </a:lnTo>
                  <a:close/>
                </a:path>
                <a:path extrusionOk="0" h="2781300" w="4724400">
                  <a:moveTo>
                    <a:pt x="4724400" y="2166772"/>
                  </a:moveTo>
                  <a:lnTo>
                    <a:pt x="4714875" y="2166772"/>
                  </a:lnTo>
                  <a:lnTo>
                    <a:pt x="4714875" y="2195360"/>
                  </a:lnTo>
                  <a:lnTo>
                    <a:pt x="4724400" y="2195360"/>
                  </a:lnTo>
                  <a:lnTo>
                    <a:pt x="4724400" y="2166772"/>
                  </a:lnTo>
                  <a:close/>
                </a:path>
                <a:path extrusionOk="0" h="2781300" w="4724400">
                  <a:moveTo>
                    <a:pt x="4724400" y="2119211"/>
                  </a:moveTo>
                  <a:lnTo>
                    <a:pt x="4714875" y="2119211"/>
                  </a:lnTo>
                  <a:lnTo>
                    <a:pt x="4714875" y="2147786"/>
                  </a:lnTo>
                  <a:lnTo>
                    <a:pt x="4724400" y="2147786"/>
                  </a:lnTo>
                  <a:lnTo>
                    <a:pt x="4724400" y="2119211"/>
                  </a:lnTo>
                  <a:close/>
                </a:path>
                <a:path extrusionOk="0" h="2781300" w="4724400">
                  <a:moveTo>
                    <a:pt x="4724400" y="2071649"/>
                  </a:moveTo>
                  <a:lnTo>
                    <a:pt x="4714875" y="2071649"/>
                  </a:lnTo>
                  <a:lnTo>
                    <a:pt x="4714875" y="2100224"/>
                  </a:lnTo>
                  <a:lnTo>
                    <a:pt x="4724400" y="2100224"/>
                  </a:lnTo>
                  <a:lnTo>
                    <a:pt x="4724400" y="2071649"/>
                  </a:lnTo>
                  <a:close/>
                </a:path>
                <a:path extrusionOk="0" h="2781300" w="4724400">
                  <a:moveTo>
                    <a:pt x="4724400" y="2024075"/>
                  </a:moveTo>
                  <a:lnTo>
                    <a:pt x="4714875" y="2024075"/>
                  </a:lnTo>
                  <a:lnTo>
                    <a:pt x="4714875" y="2052650"/>
                  </a:lnTo>
                  <a:lnTo>
                    <a:pt x="4724400" y="2052650"/>
                  </a:lnTo>
                  <a:lnTo>
                    <a:pt x="4724400" y="2024075"/>
                  </a:lnTo>
                  <a:close/>
                </a:path>
                <a:path extrusionOk="0" h="2781300" w="4724400">
                  <a:moveTo>
                    <a:pt x="4724400" y="1976526"/>
                  </a:moveTo>
                  <a:lnTo>
                    <a:pt x="4714875" y="1976526"/>
                  </a:lnTo>
                  <a:lnTo>
                    <a:pt x="4714875" y="2005101"/>
                  </a:lnTo>
                  <a:lnTo>
                    <a:pt x="4724400" y="2005101"/>
                  </a:lnTo>
                  <a:lnTo>
                    <a:pt x="4724400" y="1976526"/>
                  </a:lnTo>
                  <a:close/>
                </a:path>
                <a:path extrusionOk="0" h="2781300" w="4724400">
                  <a:moveTo>
                    <a:pt x="4724400" y="1928952"/>
                  </a:moveTo>
                  <a:lnTo>
                    <a:pt x="4714875" y="1928952"/>
                  </a:lnTo>
                  <a:lnTo>
                    <a:pt x="4714875" y="1957527"/>
                  </a:lnTo>
                  <a:lnTo>
                    <a:pt x="4724400" y="1957527"/>
                  </a:lnTo>
                  <a:lnTo>
                    <a:pt x="4724400" y="1928952"/>
                  </a:lnTo>
                  <a:close/>
                </a:path>
                <a:path extrusionOk="0" h="2781300" w="4724400">
                  <a:moveTo>
                    <a:pt x="4724400" y="1881390"/>
                  </a:moveTo>
                  <a:lnTo>
                    <a:pt x="4714875" y="1881390"/>
                  </a:lnTo>
                  <a:lnTo>
                    <a:pt x="4714875" y="1909965"/>
                  </a:lnTo>
                  <a:lnTo>
                    <a:pt x="4724400" y="1909965"/>
                  </a:lnTo>
                  <a:lnTo>
                    <a:pt x="4724400" y="1881390"/>
                  </a:lnTo>
                  <a:close/>
                </a:path>
                <a:path extrusionOk="0" h="2781300" w="4724400">
                  <a:moveTo>
                    <a:pt x="4724400" y="1833829"/>
                  </a:moveTo>
                  <a:lnTo>
                    <a:pt x="4714875" y="1833829"/>
                  </a:lnTo>
                  <a:lnTo>
                    <a:pt x="4714875" y="1862404"/>
                  </a:lnTo>
                  <a:lnTo>
                    <a:pt x="4724400" y="1862404"/>
                  </a:lnTo>
                  <a:lnTo>
                    <a:pt x="4724400" y="1833829"/>
                  </a:lnTo>
                  <a:close/>
                </a:path>
                <a:path extrusionOk="0" h="2781300" w="4724400">
                  <a:moveTo>
                    <a:pt x="4724400" y="1786267"/>
                  </a:moveTo>
                  <a:lnTo>
                    <a:pt x="4714875" y="1786267"/>
                  </a:lnTo>
                  <a:lnTo>
                    <a:pt x="4714875" y="1814842"/>
                  </a:lnTo>
                  <a:lnTo>
                    <a:pt x="4724400" y="1814842"/>
                  </a:lnTo>
                  <a:lnTo>
                    <a:pt x="4724400" y="1786267"/>
                  </a:lnTo>
                  <a:close/>
                </a:path>
                <a:path extrusionOk="0" h="2781300" w="4724400">
                  <a:moveTo>
                    <a:pt x="4724400" y="1738706"/>
                  </a:moveTo>
                  <a:lnTo>
                    <a:pt x="4714875" y="1738706"/>
                  </a:lnTo>
                  <a:lnTo>
                    <a:pt x="4714875" y="1767281"/>
                  </a:lnTo>
                  <a:lnTo>
                    <a:pt x="4724400" y="1767281"/>
                  </a:lnTo>
                  <a:lnTo>
                    <a:pt x="4724400" y="1738706"/>
                  </a:lnTo>
                  <a:close/>
                </a:path>
                <a:path extrusionOk="0" h="2781300" w="4724400">
                  <a:moveTo>
                    <a:pt x="4724400" y="1691132"/>
                  </a:moveTo>
                  <a:lnTo>
                    <a:pt x="4714875" y="1691132"/>
                  </a:lnTo>
                  <a:lnTo>
                    <a:pt x="4714875" y="1719707"/>
                  </a:lnTo>
                  <a:lnTo>
                    <a:pt x="4724400" y="1719707"/>
                  </a:lnTo>
                  <a:lnTo>
                    <a:pt x="4724400" y="1691132"/>
                  </a:lnTo>
                  <a:close/>
                </a:path>
                <a:path extrusionOk="0" h="2781300" w="4724400">
                  <a:moveTo>
                    <a:pt x="4724400" y="1643570"/>
                  </a:moveTo>
                  <a:lnTo>
                    <a:pt x="4714875" y="1643570"/>
                  </a:lnTo>
                  <a:lnTo>
                    <a:pt x="4714875" y="1672145"/>
                  </a:lnTo>
                  <a:lnTo>
                    <a:pt x="4724400" y="1672145"/>
                  </a:lnTo>
                  <a:lnTo>
                    <a:pt x="4724400" y="1643570"/>
                  </a:lnTo>
                  <a:close/>
                </a:path>
                <a:path extrusionOk="0" h="2781300" w="4724400">
                  <a:moveTo>
                    <a:pt x="4724400" y="1596009"/>
                  </a:moveTo>
                  <a:lnTo>
                    <a:pt x="4714875" y="1596009"/>
                  </a:lnTo>
                  <a:lnTo>
                    <a:pt x="4714875" y="1624584"/>
                  </a:lnTo>
                  <a:lnTo>
                    <a:pt x="4724400" y="1624584"/>
                  </a:lnTo>
                  <a:lnTo>
                    <a:pt x="4724400" y="1596009"/>
                  </a:lnTo>
                  <a:close/>
                </a:path>
                <a:path extrusionOk="0" h="2781300" w="4724400">
                  <a:moveTo>
                    <a:pt x="4724400" y="1548447"/>
                  </a:moveTo>
                  <a:lnTo>
                    <a:pt x="4714875" y="1548447"/>
                  </a:lnTo>
                  <a:lnTo>
                    <a:pt x="4714875" y="1577022"/>
                  </a:lnTo>
                  <a:lnTo>
                    <a:pt x="4724400" y="1577022"/>
                  </a:lnTo>
                  <a:lnTo>
                    <a:pt x="4724400" y="1548447"/>
                  </a:lnTo>
                  <a:close/>
                </a:path>
                <a:path extrusionOk="0" h="2781300" w="4724400">
                  <a:moveTo>
                    <a:pt x="4724400" y="1500873"/>
                  </a:moveTo>
                  <a:lnTo>
                    <a:pt x="4714875" y="1500873"/>
                  </a:lnTo>
                  <a:lnTo>
                    <a:pt x="4714875" y="1529448"/>
                  </a:lnTo>
                  <a:lnTo>
                    <a:pt x="4724400" y="1529448"/>
                  </a:lnTo>
                  <a:lnTo>
                    <a:pt x="4724400" y="1500873"/>
                  </a:lnTo>
                  <a:close/>
                </a:path>
                <a:path extrusionOk="0" h="2781300" w="4724400">
                  <a:moveTo>
                    <a:pt x="4724400" y="1453311"/>
                  </a:moveTo>
                  <a:lnTo>
                    <a:pt x="4714875" y="1453311"/>
                  </a:lnTo>
                  <a:lnTo>
                    <a:pt x="4714875" y="1481886"/>
                  </a:lnTo>
                  <a:lnTo>
                    <a:pt x="4724400" y="1481886"/>
                  </a:lnTo>
                  <a:lnTo>
                    <a:pt x="4724400" y="1453311"/>
                  </a:lnTo>
                  <a:close/>
                </a:path>
                <a:path extrusionOk="0" h="2781300" w="4724400">
                  <a:moveTo>
                    <a:pt x="4724400" y="1405750"/>
                  </a:moveTo>
                  <a:lnTo>
                    <a:pt x="4714875" y="1405750"/>
                  </a:lnTo>
                  <a:lnTo>
                    <a:pt x="4714875" y="1434325"/>
                  </a:lnTo>
                  <a:lnTo>
                    <a:pt x="4724400" y="1434325"/>
                  </a:lnTo>
                  <a:lnTo>
                    <a:pt x="4724400" y="1405750"/>
                  </a:lnTo>
                  <a:close/>
                </a:path>
                <a:path extrusionOk="0" h="2781300" w="4724400">
                  <a:moveTo>
                    <a:pt x="4724400" y="1358188"/>
                  </a:moveTo>
                  <a:lnTo>
                    <a:pt x="4714875" y="1358188"/>
                  </a:lnTo>
                  <a:lnTo>
                    <a:pt x="4714875" y="1386763"/>
                  </a:lnTo>
                  <a:lnTo>
                    <a:pt x="4724400" y="1386763"/>
                  </a:lnTo>
                  <a:lnTo>
                    <a:pt x="4724400" y="1358188"/>
                  </a:lnTo>
                  <a:close/>
                </a:path>
                <a:path extrusionOk="0" h="2781300" w="4724400">
                  <a:moveTo>
                    <a:pt x="4724400" y="1310627"/>
                  </a:moveTo>
                  <a:lnTo>
                    <a:pt x="4714875" y="1310627"/>
                  </a:lnTo>
                  <a:lnTo>
                    <a:pt x="4714875" y="1339202"/>
                  </a:lnTo>
                  <a:lnTo>
                    <a:pt x="4724400" y="1339202"/>
                  </a:lnTo>
                  <a:lnTo>
                    <a:pt x="4724400" y="1310627"/>
                  </a:lnTo>
                  <a:close/>
                </a:path>
                <a:path extrusionOk="0" h="2781300" w="4724400">
                  <a:moveTo>
                    <a:pt x="4724400" y="1263053"/>
                  </a:moveTo>
                  <a:lnTo>
                    <a:pt x="4714875" y="1263053"/>
                  </a:lnTo>
                  <a:lnTo>
                    <a:pt x="4714875" y="1291628"/>
                  </a:lnTo>
                  <a:lnTo>
                    <a:pt x="4724400" y="1291628"/>
                  </a:lnTo>
                  <a:lnTo>
                    <a:pt x="4724400" y="1263053"/>
                  </a:lnTo>
                  <a:close/>
                </a:path>
                <a:path extrusionOk="0" h="2781300" w="4724400">
                  <a:moveTo>
                    <a:pt x="4724400" y="1215491"/>
                  </a:moveTo>
                  <a:lnTo>
                    <a:pt x="4714875" y="1215491"/>
                  </a:lnTo>
                  <a:lnTo>
                    <a:pt x="4714875" y="1244066"/>
                  </a:lnTo>
                  <a:lnTo>
                    <a:pt x="4724400" y="1244066"/>
                  </a:lnTo>
                  <a:lnTo>
                    <a:pt x="4724400" y="1215491"/>
                  </a:lnTo>
                  <a:close/>
                </a:path>
                <a:path extrusionOk="0" h="2781300" w="4724400">
                  <a:moveTo>
                    <a:pt x="4724400" y="1167930"/>
                  </a:moveTo>
                  <a:lnTo>
                    <a:pt x="4714875" y="1167930"/>
                  </a:lnTo>
                  <a:lnTo>
                    <a:pt x="4714875" y="1196505"/>
                  </a:lnTo>
                  <a:lnTo>
                    <a:pt x="4724400" y="1196505"/>
                  </a:lnTo>
                  <a:lnTo>
                    <a:pt x="4724400" y="1167930"/>
                  </a:lnTo>
                  <a:close/>
                </a:path>
                <a:path extrusionOk="0" h="2781300" w="4724400">
                  <a:moveTo>
                    <a:pt x="4724400" y="1120368"/>
                  </a:moveTo>
                  <a:lnTo>
                    <a:pt x="4714875" y="1120368"/>
                  </a:lnTo>
                  <a:lnTo>
                    <a:pt x="4714875" y="1148943"/>
                  </a:lnTo>
                  <a:lnTo>
                    <a:pt x="4724400" y="1148943"/>
                  </a:lnTo>
                  <a:lnTo>
                    <a:pt x="4724400" y="1120368"/>
                  </a:lnTo>
                  <a:close/>
                </a:path>
                <a:path extrusionOk="0" h="2781300" w="4724400">
                  <a:moveTo>
                    <a:pt x="4724400" y="1072807"/>
                  </a:moveTo>
                  <a:lnTo>
                    <a:pt x="4714875" y="1072807"/>
                  </a:lnTo>
                  <a:lnTo>
                    <a:pt x="4714875" y="1101382"/>
                  </a:lnTo>
                  <a:lnTo>
                    <a:pt x="4724400" y="1101382"/>
                  </a:lnTo>
                  <a:lnTo>
                    <a:pt x="4724400" y="1072807"/>
                  </a:lnTo>
                  <a:close/>
                </a:path>
                <a:path extrusionOk="0" h="2781300" w="4724400">
                  <a:moveTo>
                    <a:pt x="4724400" y="1025245"/>
                  </a:moveTo>
                  <a:lnTo>
                    <a:pt x="4714875" y="1025245"/>
                  </a:lnTo>
                  <a:lnTo>
                    <a:pt x="4714875" y="1053820"/>
                  </a:lnTo>
                  <a:lnTo>
                    <a:pt x="4724400" y="1053820"/>
                  </a:lnTo>
                  <a:lnTo>
                    <a:pt x="4724400" y="1025245"/>
                  </a:lnTo>
                  <a:close/>
                </a:path>
                <a:path extrusionOk="0" h="2781300" w="4724400">
                  <a:moveTo>
                    <a:pt x="4724400" y="977684"/>
                  </a:moveTo>
                  <a:lnTo>
                    <a:pt x="4714875" y="977684"/>
                  </a:lnTo>
                  <a:lnTo>
                    <a:pt x="4714875" y="1006259"/>
                  </a:lnTo>
                  <a:lnTo>
                    <a:pt x="4724400" y="1006259"/>
                  </a:lnTo>
                  <a:lnTo>
                    <a:pt x="4724400" y="977684"/>
                  </a:lnTo>
                  <a:close/>
                </a:path>
                <a:path extrusionOk="0" h="2781300" w="4724400">
                  <a:moveTo>
                    <a:pt x="4724400" y="930109"/>
                  </a:moveTo>
                  <a:lnTo>
                    <a:pt x="4714875" y="930109"/>
                  </a:lnTo>
                  <a:lnTo>
                    <a:pt x="4714875" y="958684"/>
                  </a:lnTo>
                  <a:lnTo>
                    <a:pt x="4724400" y="958684"/>
                  </a:lnTo>
                  <a:lnTo>
                    <a:pt x="4724400" y="930109"/>
                  </a:lnTo>
                  <a:close/>
                </a:path>
                <a:path extrusionOk="0" h="2781300" w="4724400">
                  <a:moveTo>
                    <a:pt x="4724400" y="882548"/>
                  </a:moveTo>
                  <a:lnTo>
                    <a:pt x="4714875" y="882548"/>
                  </a:lnTo>
                  <a:lnTo>
                    <a:pt x="4714875" y="911123"/>
                  </a:lnTo>
                  <a:lnTo>
                    <a:pt x="4724400" y="911123"/>
                  </a:lnTo>
                  <a:lnTo>
                    <a:pt x="4724400" y="882548"/>
                  </a:lnTo>
                  <a:close/>
                </a:path>
                <a:path extrusionOk="0" h="2781300" w="4724400">
                  <a:moveTo>
                    <a:pt x="4724400" y="834986"/>
                  </a:moveTo>
                  <a:lnTo>
                    <a:pt x="4714875" y="834986"/>
                  </a:lnTo>
                  <a:lnTo>
                    <a:pt x="4714875" y="863561"/>
                  </a:lnTo>
                  <a:lnTo>
                    <a:pt x="4724400" y="863561"/>
                  </a:lnTo>
                  <a:lnTo>
                    <a:pt x="4724400" y="834986"/>
                  </a:lnTo>
                  <a:close/>
                </a:path>
                <a:path extrusionOk="0" h="2781300" w="4724400">
                  <a:moveTo>
                    <a:pt x="4724400" y="787425"/>
                  </a:moveTo>
                  <a:lnTo>
                    <a:pt x="4714875" y="787425"/>
                  </a:lnTo>
                  <a:lnTo>
                    <a:pt x="4714875" y="816000"/>
                  </a:lnTo>
                  <a:lnTo>
                    <a:pt x="4724400" y="816000"/>
                  </a:lnTo>
                  <a:lnTo>
                    <a:pt x="4724400" y="787425"/>
                  </a:lnTo>
                  <a:close/>
                </a:path>
                <a:path extrusionOk="0" h="2781300" w="4724400">
                  <a:moveTo>
                    <a:pt x="4724400" y="739851"/>
                  </a:moveTo>
                  <a:lnTo>
                    <a:pt x="4714875" y="739851"/>
                  </a:lnTo>
                  <a:lnTo>
                    <a:pt x="4714875" y="768426"/>
                  </a:lnTo>
                  <a:lnTo>
                    <a:pt x="4724400" y="768426"/>
                  </a:lnTo>
                  <a:lnTo>
                    <a:pt x="4724400" y="739851"/>
                  </a:lnTo>
                  <a:close/>
                </a:path>
                <a:path extrusionOk="0" h="2781300" w="4724400">
                  <a:moveTo>
                    <a:pt x="4724400" y="692289"/>
                  </a:moveTo>
                  <a:lnTo>
                    <a:pt x="4714875" y="692289"/>
                  </a:lnTo>
                  <a:lnTo>
                    <a:pt x="4714875" y="720864"/>
                  </a:lnTo>
                  <a:lnTo>
                    <a:pt x="4724400" y="720864"/>
                  </a:lnTo>
                  <a:lnTo>
                    <a:pt x="4724400" y="692289"/>
                  </a:lnTo>
                  <a:close/>
                </a:path>
                <a:path extrusionOk="0" h="2781300" w="4724400">
                  <a:moveTo>
                    <a:pt x="4724400" y="644728"/>
                  </a:moveTo>
                  <a:lnTo>
                    <a:pt x="4714875" y="644728"/>
                  </a:lnTo>
                  <a:lnTo>
                    <a:pt x="4714875" y="673303"/>
                  </a:lnTo>
                  <a:lnTo>
                    <a:pt x="4724400" y="673303"/>
                  </a:lnTo>
                  <a:lnTo>
                    <a:pt x="4724400" y="644728"/>
                  </a:lnTo>
                  <a:close/>
                </a:path>
                <a:path extrusionOk="0" h="2781300" w="4724400">
                  <a:moveTo>
                    <a:pt x="4724400" y="597166"/>
                  </a:moveTo>
                  <a:lnTo>
                    <a:pt x="4714875" y="597166"/>
                  </a:lnTo>
                  <a:lnTo>
                    <a:pt x="4714875" y="625741"/>
                  </a:lnTo>
                  <a:lnTo>
                    <a:pt x="4724400" y="625741"/>
                  </a:lnTo>
                  <a:lnTo>
                    <a:pt x="4724400" y="597166"/>
                  </a:lnTo>
                  <a:close/>
                </a:path>
                <a:path extrusionOk="0" h="2781300" w="4724400">
                  <a:moveTo>
                    <a:pt x="4724400" y="549605"/>
                  </a:moveTo>
                  <a:lnTo>
                    <a:pt x="4714875" y="549605"/>
                  </a:lnTo>
                  <a:lnTo>
                    <a:pt x="4714875" y="578180"/>
                  </a:lnTo>
                  <a:lnTo>
                    <a:pt x="4724400" y="578180"/>
                  </a:lnTo>
                  <a:lnTo>
                    <a:pt x="4724400" y="549605"/>
                  </a:lnTo>
                  <a:close/>
                </a:path>
                <a:path extrusionOk="0" h="2781300" w="4724400">
                  <a:moveTo>
                    <a:pt x="4724400" y="502031"/>
                  </a:moveTo>
                  <a:lnTo>
                    <a:pt x="4714875" y="502031"/>
                  </a:lnTo>
                  <a:lnTo>
                    <a:pt x="4714875" y="530606"/>
                  </a:lnTo>
                  <a:lnTo>
                    <a:pt x="4724400" y="530606"/>
                  </a:lnTo>
                  <a:lnTo>
                    <a:pt x="4724400" y="502031"/>
                  </a:lnTo>
                  <a:close/>
                </a:path>
                <a:path extrusionOk="0" h="2781300" w="4724400">
                  <a:moveTo>
                    <a:pt x="4724400" y="454469"/>
                  </a:moveTo>
                  <a:lnTo>
                    <a:pt x="4714875" y="454469"/>
                  </a:lnTo>
                  <a:lnTo>
                    <a:pt x="4714875" y="483044"/>
                  </a:lnTo>
                  <a:lnTo>
                    <a:pt x="4724400" y="483044"/>
                  </a:lnTo>
                  <a:lnTo>
                    <a:pt x="4724400" y="454469"/>
                  </a:lnTo>
                  <a:close/>
                </a:path>
                <a:path extrusionOk="0" h="2781300" w="4724400">
                  <a:moveTo>
                    <a:pt x="4724400" y="406908"/>
                  </a:moveTo>
                  <a:lnTo>
                    <a:pt x="4714875" y="406908"/>
                  </a:lnTo>
                  <a:lnTo>
                    <a:pt x="4714875" y="435483"/>
                  </a:lnTo>
                  <a:lnTo>
                    <a:pt x="4724400" y="435483"/>
                  </a:lnTo>
                  <a:lnTo>
                    <a:pt x="4724400" y="406908"/>
                  </a:lnTo>
                  <a:close/>
                </a:path>
                <a:path extrusionOk="0" h="2781300" w="4724400">
                  <a:moveTo>
                    <a:pt x="4724400" y="359346"/>
                  </a:moveTo>
                  <a:lnTo>
                    <a:pt x="4714875" y="359346"/>
                  </a:lnTo>
                  <a:lnTo>
                    <a:pt x="4714875" y="387921"/>
                  </a:lnTo>
                  <a:lnTo>
                    <a:pt x="4724400" y="387921"/>
                  </a:lnTo>
                  <a:lnTo>
                    <a:pt x="4724400" y="359346"/>
                  </a:lnTo>
                  <a:close/>
                </a:path>
                <a:path extrusionOk="0" h="2781300" w="4724400">
                  <a:moveTo>
                    <a:pt x="4724400" y="311785"/>
                  </a:moveTo>
                  <a:lnTo>
                    <a:pt x="4714875" y="311785"/>
                  </a:lnTo>
                  <a:lnTo>
                    <a:pt x="4714875" y="340360"/>
                  </a:lnTo>
                  <a:lnTo>
                    <a:pt x="4724400" y="340360"/>
                  </a:lnTo>
                  <a:lnTo>
                    <a:pt x="4724400" y="311785"/>
                  </a:lnTo>
                  <a:close/>
                </a:path>
                <a:path extrusionOk="0" h="2781300" w="4724400">
                  <a:moveTo>
                    <a:pt x="4724400" y="264210"/>
                  </a:moveTo>
                  <a:lnTo>
                    <a:pt x="4714875" y="264210"/>
                  </a:lnTo>
                  <a:lnTo>
                    <a:pt x="4714875" y="292785"/>
                  </a:lnTo>
                  <a:lnTo>
                    <a:pt x="4724400" y="292785"/>
                  </a:lnTo>
                  <a:lnTo>
                    <a:pt x="4724400" y="264210"/>
                  </a:lnTo>
                  <a:close/>
                </a:path>
                <a:path extrusionOk="0" h="2781300" w="4724400">
                  <a:moveTo>
                    <a:pt x="4724400" y="216662"/>
                  </a:moveTo>
                  <a:lnTo>
                    <a:pt x="4714875" y="216662"/>
                  </a:lnTo>
                  <a:lnTo>
                    <a:pt x="4714875" y="245237"/>
                  </a:lnTo>
                  <a:lnTo>
                    <a:pt x="4724400" y="245237"/>
                  </a:lnTo>
                  <a:lnTo>
                    <a:pt x="4724400" y="216662"/>
                  </a:lnTo>
                  <a:close/>
                </a:path>
                <a:path extrusionOk="0" h="2781300" w="4724400">
                  <a:moveTo>
                    <a:pt x="4724400" y="169087"/>
                  </a:moveTo>
                  <a:lnTo>
                    <a:pt x="4714875" y="169087"/>
                  </a:lnTo>
                  <a:lnTo>
                    <a:pt x="4714875" y="197662"/>
                  </a:lnTo>
                  <a:lnTo>
                    <a:pt x="4724400" y="197662"/>
                  </a:lnTo>
                  <a:lnTo>
                    <a:pt x="4724400" y="169087"/>
                  </a:lnTo>
                  <a:close/>
                </a:path>
                <a:path extrusionOk="0" h="2781300" w="4724400">
                  <a:moveTo>
                    <a:pt x="4724400" y="121526"/>
                  </a:moveTo>
                  <a:lnTo>
                    <a:pt x="4714875" y="121526"/>
                  </a:lnTo>
                  <a:lnTo>
                    <a:pt x="4714875" y="150101"/>
                  </a:lnTo>
                  <a:lnTo>
                    <a:pt x="4724400" y="150101"/>
                  </a:lnTo>
                  <a:lnTo>
                    <a:pt x="4724400" y="121526"/>
                  </a:lnTo>
                  <a:close/>
                </a:path>
                <a:path extrusionOk="0" h="2781300" w="4724400">
                  <a:moveTo>
                    <a:pt x="4724400" y="95250"/>
                  </a:moveTo>
                  <a:lnTo>
                    <a:pt x="4723955" y="85864"/>
                  </a:lnTo>
                  <a:lnTo>
                    <a:pt x="4722571" y="76581"/>
                  </a:lnTo>
                  <a:lnTo>
                    <a:pt x="4722050" y="74510"/>
                  </a:lnTo>
                  <a:lnTo>
                    <a:pt x="4712767" y="76581"/>
                  </a:lnTo>
                  <a:lnTo>
                    <a:pt x="4713249" y="78524"/>
                  </a:lnTo>
                  <a:lnTo>
                    <a:pt x="4714468" y="86804"/>
                  </a:lnTo>
                  <a:lnTo>
                    <a:pt x="4714875" y="95250"/>
                  </a:lnTo>
                  <a:lnTo>
                    <a:pt x="4714875" y="102527"/>
                  </a:lnTo>
                  <a:lnTo>
                    <a:pt x="4724400" y="102527"/>
                  </a:lnTo>
                  <a:lnTo>
                    <a:pt x="4724400" y="95250"/>
                  </a:ln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1"/>
            <p:cNvSpPr/>
            <p:nvPr/>
          </p:nvSpPr>
          <p:spPr>
            <a:xfrm>
              <a:off x="814206" y="3081146"/>
              <a:ext cx="1672589" cy="616585"/>
            </a:xfrm>
            <a:custGeom>
              <a:rect b="b" l="l" r="r" t="t"/>
              <a:pathLst>
                <a:path extrusionOk="0" h="616585" w="1672589">
                  <a:moveTo>
                    <a:pt x="1606415" y="616074"/>
                  </a:moveTo>
                  <a:lnTo>
                    <a:pt x="65785" y="616074"/>
                  </a:lnTo>
                  <a:lnTo>
                    <a:pt x="61206" y="615623"/>
                  </a:lnTo>
                  <a:lnTo>
                    <a:pt x="23891" y="598720"/>
                  </a:lnTo>
                  <a:lnTo>
                    <a:pt x="2254" y="563935"/>
                  </a:lnTo>
                  <a:lnTo>
                    <a:pt x="0" y="550288"/>
                  </a:lnTo>
                  <a:lnTo>
                    <a:pt x="0" y="65785"/>
                  </a:lnTo>
                  <a:lnTo>
                    <a:pt x="14434" y="27447"/>
                  </a:lnTo>
                  <a:lnTo>
                    <a:pt x="47735" y="3590"/>
                  </a:lnTo>
                  <a:lnTo>
                    <a:pt x="65785" y="0"/>
                  </a:lnTo>
                  <a:lnTo>
                    <a:pt x="70408" y="0"/>
                  </a:lnTo>
                  <a:lnTo>
                    <a:pt x="1606415" y="0"/>
                  </a:lnTo>
                  <a:lnTo>
                    <a:pt x="1644753" y="14434"/>
                  </a:lnTo>
                  <a:lnTo>
                    <a:pt x="1668610" y="47735"/>
                  </a:lnTo>
                  <a:lnTo>
                    <a:pt x="1672201" y="65785"/>
                  </a:lnTo>
                  <a:lnTo>
                    <a:pt x="1672201" y="550288"/>
                  </a:lnTo>
                  <a:lnTo>
                    <a:pt x="1657766" y="588626"/>
                  </a:lnTo>
                  <a:lnTo>
                    <a:pt x="1624465" y="612483"/>
                  </a:lnTo>
                  <a:lnTo>
                    <a:pt x="1610994" y="615623"/>
                  </a:lnTo>
                  <a:lnTo>
                    <a:pt x="1606415" y="616074"/>
                  </a:lnTo>
                  <a:close/>
                </a:path>
              </a:pathLst>
            </a:custGeom>
            <a:solidFill>
              <a:srgbClr val="0D122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1"/>
            <p:cNvSpPr/>
            <p:nvPr/>
          </p:nvSpPr>
          <p:spPr>
            <a:xfrm>
              <a:off x="814206" y="3081146"/>
              <a:ext cx="1672589" cy="616585"/>
            </a:xfrm>
            <a:custGeom>
              <a:rect b="b" l="l" r="r" t="t"/>
              <a:pathLst>
                <a:path extrusionOk="0" h="616585" w="1672589">
                  <a:moveTo>
                    <a:pt x="70408" y="0"/>
                  </a:moveTo>
                  <a:lnTo>
                    <a:pt x="1601792" y="0"/>
                  </a:lnTo>
                  <a:lnTo>
                    <a:pt x="1606415" y="0"/>
                  </a:lnTo>
                  <a:lnTo>
                    <a:pt x="1610994" y="450"/>
                  </a:lnTo>
                  <a:lnTo>
                    <a:pt x="1615528" y="1352"/>
                  </a:lnTo>
                  <a:lnTo>
                    <a:pt x="1620062" y="2254"/>
                  </a:lnTo>
                  <a:lnTo>
                    <a:pt x="1624465" y="3590"/>
                  </a:lnTo>
                  <a:lnTo>
                    <a:pt x="1657766" y="27447"/>
                  </a:lnTo>
                  <a:lnTo>
                    <a:pt x="1666841" y="43464"/>
                  </a:lnTo>
                  <a:lnTo>
                    <a:pt x="1668610" y="47735"/>
                  </a:lnTo>
                  <a:lnTo>
                    <a:pt x="1669945" y="52138"/>
                  </a:lnTo>
                  <a:lnTo>
                    <a:pt x="1670848" y="56672"/>
                  </a:lnTo>
                  <a:lnTo>
                    <a:pt x="1671750" y="61206"/>
                  </a:lnTo>
                  <a:lnTo>
                    <a:pt x="1672201" y="65785"/>
                  </a:lnTo>
                  <a:lnTo>
                    <a:pt x="1672201" y="70408"/>
                  </a:lnTo>
                  <a:lnTo>
                    <a:pt x="1672201" y="545665"/>
                  </a:lnTo>
                  <a:lnTo>
                    <a:pt x="1672201" y="550288"/>
                  </a:lnTo>
                  <a:lnTo>
                    <a:pt x="1671750" y="554867"/>
                  </a:lnTo>
                  <a:lnTo>
                    <a:pt x="1670848" y="559401"/>
                  </a:lnTo>
                  <a:lnTo>
                    <a:pt x="1669946" y="563935"/>
                  </a:lnTo>
                  <a:lnTo>
                    <a:pt x="1648309" y="598720"/>
                  </a:lnTo>
                  <a:lnTo>
                    <a:pt x="1628736" y="610714"/>
                  </a:lnTo>
                  <a:lnTo>
                    <a:pt x="1624465" y="612483"/>
                  </a:lnTo>
                  <a:lnTo>
                    <a:pt x="1620062" y="613819"/>
                  </a:lnTo>
                  <a:lnTo>
                    <a:pt x="1615528" y="614721"/>
                  </a:lnTo>
                  <a:lnTo>
                    <a:pt x="1610994" y="615623"/>
                  </a:lnTo>
                  <a:lnTo>
                    <a:pt x="1606415" y="616074"/>
                  </a:lnTo>
                  <a:lnTo>
                    <a:pt x="1601792" y="616074"/>
                  </a:lnTo>
                  <a:lnTo>
                    <a:pt x="70408" y="616074"/>
                  </a:lnTo>
                  <a:lnTo>
                    <a:pt x="65785" y="616074"/>
                  </a:lnTo>
                  <a:lnTo>
                    <a:pt x="61206" y="615623"/>
                  </a:lnTo>
                  <a:lnTo>
                    <a:pt x="56672" y="614721"/>
                  </a:lnTo>
                  <a:lnTo>
                    <a:pt x="52138" y="613819"/>
                  </a:lnTo>
                  <a:lnTo>
                    <a:pt x="47735" y="612483"/>
                  </a:lnTo>
                  <a:lnTo>
                    <a:pt x="43464" y="610714"/>
                  </a:lnTo>
                  <a:lnTo>
                    <a:pt x="39193" y="608945"/>
                  </a:lnTo>
                  <a:lnTo>
                    <a:pt x="20622" y="595451"/>
                  </a:lnTo>
                  <a:lnTo>
                    <a:pt x="17353" y="592182"/>
                  </a:lnTo>
                  <a:lnTo>
                    <a:pt x="5359" y="572609"/>
                  </a:lnTo>
                  <a:lnTo>
                    <a:pt x="3590" y="568338"/>
                  </a:lnTo>
                  <a:lnTo>
                    <a:pt x="2254" y="563935"/>
                  </a:lnTo>
                  <a:lnTo>
                    <a:pt x="1352" y="559401"/>
                  </a:lnTo>
                  <a:lnTo>
                    <a:pt x="450" y="554867"/>
                  </a:lnTo>
                  <a:lnTo>
                    <a:pt x="0" y="550288"/>
                  </a:lnTo>
                  <a:lnTo>
                    <a:pt x="0" y="545665"/>
                  </a:lnTo>
                  <a:lnTo>
                    <a:pt x="0" y="70408"/>
                  </a:lnTo>
                  <a:lnTo>
                    <a:pt x="0" y="65785"/>
                  </a:lnTo>
                  <a:lnTo>
                    <a:pt x="450" y="61206"/>
                  </a:lnTo>
                  <a:lnTo>
                    <a:pt x="1352" y="56672"/>
                  </a:lnTo>
                  <a:lnTo>
                    <a:pt x="2254" y="52138"/>
                  </a:lnTo>
                  <a:lnTo>
                    <a:pt x="3590" y="47735"/>
                  </a:lnTo>
                  <a:lnTo>
                    <a:pt x="5359" y="43464"/>
                  </a:lnTo>
                  <a:lnTo>
                    <a:pt x="7128" y="39193"/>
                  </a:lnTo>
                  <a:lnTo>
                    <a:pt x="20622" y="20622"/>
                  </a:lnTo>
                  <a:lnTo>
                    <a:pt x="23891" y="17353"/>
                  </a:lnTo>
                  <a:lnTo>
                    <a:pt x="27447" y="14434"/>
                  </a:lnTo>
                  <a:lnTo>
                    <a:pt x="31291" y="11865"/>
                  </a:lnTo>
                  <a:lnTo>
                    <a:pt x="35135" y="9297"/>
                  </a:lnTo>
                  <a:lnTo>
                    <a:pt x="39193" y="7128"/>
                  </a:lnTo>
                  <a:lnTo>
                    <a:pt x="43464" y="5359"/>
                  </a:lnTo>
                  <a:lnTo>
                    <a:pt x="47735" y="3590"/>
                  </a:lnTo>
                  <a:lnTo>
                    <a:pt x="52138" y="2254"/>
                  </a:lnTo>
                  <a:lnTo>
                    <a:pt x="56672" y="1352"/>
                  </a:lnTo>
                  <a:lnTo>
                    <a:pt x="61206" y="450"/>
                  </a:lnTo>
                  <a:lnTo>
                    <a:pt x="65785" y="0"/>
                  </a:lnTo>
                  <a:lnTo>
                    <a:pt x="70408" y="0"/>
                  </a:lnTo>
                  <a:close/>
                </a:path>
              </a:pathLst>
            </a:custGeom>
            <a:noFill/>
            <a:ln cap="flat" cmpd="sng" w="17600">
              <a:solidFill>
                <a:srgbClr val="0567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2" name="Google Shape;272;p11"/>
          <p:cNvSpPr txBox="1"/>
          <p:nvPr/>
        </p:nvSpPr>
        <p:spPr>
          <a:xfrm>
            <a:off x="1363077" y="3182553"/>
            <a:ext cx="579120" cy="153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CPU Core A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1"/>
          <p:cNvSpPr txBox="1"/>
          <p:nvPr/>
        </p:nvSpPr>
        <p:spPr>
          <a:xfrm>
            <a:off x="1098312" y="3413773"/>
            <a:ext cx="1096645" cy="139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FF8B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</a:t>
            </a:r>
            <a:r>
              <a:rPr lang="en-US" sz="700">
                <a:solidFill>
                  <a:srgbClr val="FF8B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lang="en-US" sz="750">
                <a:solidFill>
                  <a:srgbClr val="FF8B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Cache</a:t>
            </a:r>
            <a:r>
              <a:rPr lang="en-US" sz="700">
                <a:solidFill>
                  <a:srgbClr val="FF8B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[</a:t>
            </a:r>
            <a:r>
              <a:rPr lang="en-US" sz="750">
                <a:solidFill>
                  <a:srgbClr val="FF8B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 </a:t>
            </a:r>
            <a:r>
              <a:rPr lang="en-US" sz="700">
                <a:solidFill>
                  <a:srgbClr val="FF8B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 5] (</a:t>
            </a:r>
            <a:r>
              <a:rPr lang="en-US" sz="750">
                <a:solidFill>
                  <a:srgbClr val="FF8B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Shared</a:t>
            </a:r>
            <a:r>
              <a:rPr lang="en-US" sz="700">
                <a:solidFill>
                  <a:srgbClr val="FF8B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7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74" name="Google Shape;274;p11"/>
          <p:cNvGrpSpPr/>
          <p:nvPr/>
        </p:nvGrpSpPr>
        <p:grpSpPr>
          <a:xfrm>
            <a:off x="3190492" y="3081146"/>
            <a:ext cx="1672589" cy="616585"/>
            <a:chOff x="3190492" y="3081146"/>
            <a:chExt cx="1672589" cy="616585"/>
          </a:xfrm>
        </p:grpSpPr>
        <p:sp>
          <p:nvSpPr>
            <p:cNvPr id="275" name="Google Shape;275;p11"/>
            <p:cNvSpPr/>
            <p:nvPr/>
          </p:nvSpPr>
          <p:spPr>
            <a:xfrm>
              <a:off x="3190492" y="3081146"/>
              <a:ext cx="1672589" cy="616585"/>
            </a:xfrm>
            <a:custGeom>
              <a:rect b="b" l="l" r="r" t="t"/>
              <a:pathLst>
                <a:path extrusionOk="0" h="616585" w="1672589">
                  <a:moveTo>
                    <a:pt x="1606415" y="616074"/>
                  </a:moveTo>
                  <a:lnTo>
                    <a:pt x="65785" y="616074"/>
                  </a:lnTo>
                  <a:lnTo>
                    <a:pt x="61206" y="615623"/>
                  </a:lnTo>
                  <a:lnTo>
                    <a:pt x="23891" y="598720"/>
                  </a:lnTo>
                  <a:lnTo>
                    <a:pt x="2254" y="563935"/>
                  </a:lnTo>
                  <a:lnTo>
                    <a:pt x="0" y="550288"/>
                  </a:lnTo>
                  <a:lnTo>
                    <a:pt x="0" y="65785"/>
                  </a:lnTo>
                  <a:lnTo>
                    <a:pt x="14434" y="27447"/>
                  </a:lnTo>
                  <a:lnTo>
                    <a:pt x="47735" y="3590"/>
                  </a:lnTo>
                  <a:lnTo>
                    <a:pt x="65785" y="0"/>
                  </a:lnTo>
                  <a:lnTo>
                    <a:pt x="70408" y="0"/>
                  </a:lnTo>
                  <a:lnTo>
                    <a:pt x="1606415" y="0"/>
                  </a:lnTo>
                  <a:lnTo>
                    <a:pt x="1644752" y="14434"/>
                  </a:lnTo>
                  <a:lnTo>
                    <a:pt x="1668610" y="47735"/>
                  </a:lnTo>
                  <a:lnTo>
                    <a:pt x="1672200" y="65785"/>
                  </a:lnTo>
                  <a:lnTo>
                    <a:pt x="1672200" y="550288"/>
                  </a:lnTo>
                  <a:lnTo>
                    <a:pt x="1657766" y="588626"/>
                  </a:lnTo>
                  <a:lnTo>
                    <a:pt x="1624464" y="612483"/>
                  </a:lnTo>
                  <a:lnTo>
                    <a:pt x="1610994" y="615623"/>
                  </a:lnTo>
                  <a:lnTo>
                    <a:pt x="1606415" y="616074"/>
                  </a:lnTo>
                  <a:close/>
                </a:path>
              </a:pathLst>
            </a:custGeom>
            <a:solidFill>
              <a:srgbClr val="0D122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1"/>
            <p:cNvSpPr/>
            <p:nvPr/>
          </p:nvSpPr>
          <p:spPr>
            <a:xfrm>
              <a:off x="3190492" y="3081146"/>
              <a:ext cx="1672589" cy="616585"/>
            </a:xfrm>
            <a:custGeom>
              <a:rect b="b" l="l" r="r" t="t"/>
              <a:pathLst>
                <a:path extrusionOk="0" h="616585" w="1672589">
                  <a:moveTo>
                    <a:pt x="70408" y="0"/>
                  </a:moveTo>
                  <a:lnTo>
                    <a:pt x="1601792" y="0"/>
                  </a:lnTo>
                  <a:lnTo>
                    <a:pt x="1606415" y="0"/>
                  </a:lnTo>
                  <a:lnTo>
                    <a:pt x="1610994" y="450"/>
                  </a:lnTo>
                  <a:lnTo>
                    <a:pt x="1648309" y="17353"/>
                  </a:lnTo>
                  <a:lnTo>
                    <a:pt x="1660334" y="31291"/>
                  </a:lnTo>
                  <a:lnTo>
                    <a:pt x="1662903" y="35135"/>
                  </a:lnTo>
                  <a:lnTo>
                    <a:pt x="1665071" y="39193"/>
                  </a:lnTo>
                  <a:lnTo>
                    <a:pt x="1666841" y="43464"/>
                  </a:lnTo>
                  <a:lnTo>
                    <a:pt x="1668610" y="47735"/>
                  </a:lnTo>
                  <a:lnTo>
                    <a:pt x="1672200" y="70408"/>
                  </a:lnTo>
                  <a:lnTo>
                    <a:pt x="1672200" y="545665"/>
                  </a:lnTo>
                  <a:lnTo>
                    <a:pt x="1666841" y="572609"/>
                  </a:lnTo>
                  <a:lnTo>
                    <a:pt x="1665071" y="576880"/>
                  </a:lnTo>
                  <a:lnTo>
                    <a:pt x="1637064" y="606776"/>
                  </a:lnTo>
                  <a:lnTo>
                    <a:pt x="1628736" y="610714"/>
                  </a:lnTo>
                  <a:lnTo>
                    <a:pt x="1624464" y="612483"/>
                  </a:lnTo>
                  <a:lnTo>
                    <a:pt x="1620062" y="613819"/>
                  </a:lnTo>
                  <a:lnTo>
                    <a:pt x="1615528" y="614721"/>
                  </a:lnTo>
                  <a:lnTo>
                    <a:pt x="1610994" y="615623"/>
                  </a:lnTo>
                  <a:lnTo>
                    <a:pt x="1606415" y="616074"/>
                  </a:lnTo>
                  <a:lnTo>
                    <a:pt x="1601792" y="616074"/>
                  </a:lnTo>
                  <a:lnTo>
                    <a:pt x="70408" y="616074"/>
                  </a:lnTo>
                  <a:lnTo>
                    <a:pt x="65785" y="616074"/>
                  </a:lnTo>
                  <a:lnTo>
                    <a:pt x="61206" y="615623"/>
                  </a:lnTo>
                  <a:lnTo>
                    <a:pt x="56672" y="614721"/>
                  </a:lnTo>
                  <a:lnTo>
                    <a:pt x="52138" y="613819"/>
                  </a:lnTo>
                  <a:lnTo>
                    <a:pt x="20622" y="595451"/>
                  </a:lnTo>
                  <a:lnTo>
                    <a:pt x="17352" y="592182"/>
                  </a:lnTo>
                  <a:lnTo>
                    <a:pt x="5359" y="572609"/>
                  </a:lnTo>
                  <a:lnTo>
                    <a:pt x="3590" y="568338"/>
                  </a:lnTo>
                  <a:lnTo>
                    <a:pt x="2254" y="563935"/>
                  </a:lnTo>
                  <a:lnTo>
                    <a:pt x="1352" y="559401"/>
                  </a:lnTo>
                  <a:lnTo>
                    <a:pt x="450" y="554867"/>
                  </a:lnTo>
                  <a:lnTo>
                    <a:pt x="0" y="550288"/>
                  </a:lnTo>
                  <a:lnTo>
                    <a:pt x="0" y="545665"/>
                  </a:lnTo>
                  <a:lnTo>
                    <a:pt x="0" y="70408"/>
                  </a:lnTo>
                  <a:lnTo>
                    <a:pt x="0" y="65785"/>
                  </a:lnTo>
                  <a:lnTo>
                    <a:pt x="450" y="61206"/>
                  </a:lnTo>
                  <a:lnTo>
                    <a:pt x="1352" y="56672"/>
                  </a:lnTo>
                  <a:lnTo>
                    <a:pt x="2254" y="52138"/>
                  </a:lnTo>
                  <a:lnTo>
                    <a:pt x="3590" y="47735"/>
                  </a:lnTo>
                  <a:lnTo>
                    <a:pt x="5359" y="43464"/>
                  </a:lnTo>
                  <a:lnTo>
                    <a:pt x="7128" y="39193"/>
                  </a:lnTo>
                  <a:lnTo>
                    <a:pt x="20622" y="20622"/>
                  </a:lnTo>
                  <a:lnTo>
                    <a:pt x="23891" y="17353"/>
                  </a:lnTo>
                  <a:lnTo>
                    <a:pt x="27447" y="14434"/>
                  </a:lnTo>
                  <a:lnTo>
                    <a:pt x="31291" y="11865"/>
                  </a:lnTo>
                  <a:lnTo>
                    <a:pt x="35135" y="9297"/>
                  </a:lnTo>
                  <a:lnTo>
                    <a:pt x="56672" y="1352"/>
                  </a:lnTo>
                  <a:lnTo>
                    <a:pt x="61206" y="450"/>
                  </a:lnTo>
                  <a:lnTo>
                    <a:pt x="65785" y="0"/>
                  </a:lnTo>
                  <a:lnTo>
                    <a:pt x="70408" y="0"/>
                  </a:lnTo>
                  <a:close/>
                </a:path>
              </a:pathLst>
            </a:custGeom>
            <a:noFill/>
            <a:ln cap="flat" cmpd="sng" w="17600">
              <a:solidFill>
                <a:srgbClr val="0567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7" name="Google Shape;277;p11"/>
          <p:cNvSpPr txBox="1"/>
          <p:nvPr/>
        </p:nvSpPr>
        <p:spPr>
          <a:xfrm>
            <a:off x="3743434" y="3182553"/>
            <a:ext cx="568325" cy="153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CPU Core B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1"/>
          <p:cNvSpPr txBox="1"/>
          <p:nvPr/>
        </p:nvSpPr>
        <p:spPr>
          <a:xfrm>
            <a:off x="3396069" y="3413773"/>
            <a:ext cx="1253490" cy="139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EF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</a:t>
            </a:r>
            <a:r>
              <a:rPr lang="en-US" sz="700">
                <a:solidFill>
                  <a:srgbClr val="EF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lang="en-US" sz="750">
                <a:solidFill>
                  <a:srgbClr val="EF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Cache</a:t>
            </a:r>
            <a:r>
              <a:rPr lang="en-US" sz="700">
                <a:solidFill>
                  <a:srgbClr val="EF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[</a:t>
            </a:r>
            <a:r>
              <a:rPr lang="en-US" sz="750">
                <a:solidFill>
                  <a:srgbClr val="EF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 </a:t>
            </a:r>
            <a:r>
              <a:rPr lang="en-US" sz="700">
                <a:solidFill>
                  <a:srgbClr val="EF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 5] (</a:t>
            </a:r>
            <a:r>
              <a:rPr lang="en-US" sz="750">
                <a:solidFill>
                  <a:srgbClr val="EF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Invalidated</a:t>
            </a:r>
            <a:r>
              <a:rPr lang="en-US" sz="700">
                <a:solidFill>
                  <a:srgbClr val="EF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7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79" name="Google Shape;279;p11"/>
          <p:cNvGrpSpPr/>
          <p:nvPr/>
        </p:nvGrpSpPr>
        <p:grpSpPr>
          <a:xfrm>
            <a:off x="814206" y="3389183"/>
            <a:ext cx="4048760" cy="1012504"/>
            <a:chOff x="814206" y="3389183"/>
            <a:chExt cx="4048760" cy="1012504"/>
          </a:xfrm>
        </p:grpSpPr>
        <p:sp>
          <p:nvSpPr>
            <p:cNvPr id="280" name="Google Shape;280;p11"/>
            <p:cNvSpPr/>
            <p:nvPr/>
          </p:nvSpPr>
          <p:spPr>
            <a:xfrm>
              <a:off x="2486407" y="3389183"/>
              <a:ext cx="704215" cy="0"/>
            </a:xfrm>
            <a:custGeom>
              <a:rect b="b" l="l" r="r" t="t"/>
              <a:pathLst>
                <a:path extrusionOk="0" h="120000" w="704214">
                  <a:moveTo>
                    <a:pt x="0" y="0"/>
                  </a:moveTo>
                  <a:lnTo>
                    <a:pt x="704084" y="0"/>
                  </a:lnTo>
                </a:path>
              </a:pathLst>
            </a:custGeom>
            <a:noFill/>
            <a:ln cap="flat" cmpd="sng" w="13200">
              <a:solidFill>
                <a:srgbClr val="EF4444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1"/>
            <p:cNvSpPr/>
            <p:nvPr/>
          </p:nvSpPr>
          <p:spPr>
            <a:xfrm>
              <a:off x="814206" y="4049262"/>
              <a:ext cx="4048760" cy="352425"/>
            </a:xfrm>
            <a:custGeom>
              <a:rect b="b" l="l" r="r" t="t"/>
              <a:pathLst>
                <a:path extrusionOk="0" h="352425" w="4048760">
                  <a:moveTo>
                    <a:pt x="3999147" y="352042"/>
                  </a:moveTo>
                  <a:lnTo>
                    <a:pt x="49339" y="352042"/>
                  </a:lnTo>
                  <a:lnTo>
                    <a:pt x="45905" y="351704"/>
                  </a:lnTo>
                  <a:lnTo>
                    <a:pt x="10825" y="331456"/>
                  </a:lnTo>
                  <a:lnTo>
                    <a:pt x="0" y="302703"/>
                  </a:lnTo>
                  <a:lnTo>
                    <a:pt x="0" y="49339"/>
                  </a:lnTo>
                  <a:lnTo>
                    <a:pt x="17918" y="13014"/>
                  </a:lnTo>
                  <a:lnTo>
                    <a:pt x="49339" y="0"/>
                  </a:lnTo>
                  <a:lnTo>
                    <a:pt x="52806" y="0"/>
                  </a:lnTo>
                  <a:lnTo>
                    <a:pt x="3999147" y="0"/>
                  </a:lnTo>
                  <a:lnTo>
                    <a:pt x="4035471" y="17918"/>
                  </a:lnTo>
                  <a:lnTo>
                    <a:pt x="4048486" y="49339"/>
                  </a:lnTo>
                  <a:lnTo>
                    <a:pt x="4048486" y="302703"/>
                  </a:lnTo>
                  <a:lnTo>
                    <a:pt x="4030568" y="339027"/>
                  </a:lnTo>
                  <a:lnTo>
                    <a:pt x="4002581" y="351704"/>
                  </a:lnTo>
                  <a:lnTo>
                    <a:pt x="3999147" y="352042"/>
                  </a:lnTo>
                  <a:close/>
                </a:path>
              </a:pathLst>
            </a:custGeom>
            <a:solidFill>
              <a:srgbClr val="151C3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1"/>
            <p:cNvSpPr/>
            <p:nvPr/>
          </p:nvSpPr>
          <p:spPr>
            <a:xfrm>
              <a:off x="814206" y="4049262"/>
              <a:ext cx="4048760" cy="352425"/>
            </a:xfrm>
            <a:custGeom>
              <a:rect b="b" l="l" r="r" t="t"/>
              <a:pathLst>
                <a:path extrusionOk="0" h="352425" w="4048760">
                  <a:moveTo>
                    <a:pt x="52806" y="0"/>
                  </a:moveTo>
                  <a:lnTo>
                    <a:pt x="3995680" y="0"/>
                  </a:lnTo>
                  <a:lnTo>
                    <a:pt x="3999147" y="0"/>
                  </a:lnTo>
                  <a:lnTo>
                    <a:pt x="4002581" y="338"/>
                  </a:lnTo>
                  <a:lnTo>
                    <a:pt x="4005981" y="1014"/>
                  </a:lnTo>
                  <a:lnTo>
                    <a:pt x="4009382" y="1691"/>
                  </a:lnTo>
                  <a:lnTo>
                    <a:pt x="4012684" y="2692"/>
                  </a:lnTo>
                  <a:lnTo>
                    <a:pt x="4015887" y="4019"/>
                  </a:lnTo>
                  <a:lnTo>
                    <a:pt x="4019091" y="5346"/>
                  </a:lnTo>
                  <a:lnTo>
                    <a:pt x="4033019" y="15466"/>
                  </a:lnTo>
                  <a:lnTo>
                    <a:pt x="4035471" y="17918"/>
                  </a:lnTo>
                  <a:lnTo>
                    <a:pt x="4048486" y="52806"/>
                  </a:lnTo>
                  <a:lnTo>
                    <a:pt x="4048486" y="299235"/>
                  </a:lnTo>
                  <a:lnTo>
                    <a:pt x="4048486" y="302703"/>
                  </a:lnTo>
                  <a:lnTo>
                    <a:pt x="4048147" y="306137"/>
                  </a:lnTo>
                  <a:lnTo>
                    <a:pt x="4047471" y="309537"/>
                  </a:lnTo>
                  <a:lnTo>
                    <a:pt x="4046795" y="312938"/>
                  </a:lnTo>
                  <a:lnTo>
                    <a:pt x="4025017" y="343142"/>
                  </a:lnTo>
                  <a:lnTo>
                    <a:pt x="4022134" y="345069"/>
                  </a:lnTo>
                  <a:lnTo>
                    <a:pt x="4019091" y="346695"/>
                  </a:lnTo>
                  <a:lnTo>
                    <a:pt x="4015887" y="348022"/>
                  </a:lnTo>
                  <a:lnTo>
                    <a:pt x="4012684" y="349349"/>
                  </a:lnTo>
                  <a:lnTo>
                    <a:pt x="4009382" y="350351"/>
                  </a:lnTo>
                  <a:lnTo>
                    <a:pt x="4005981" y="351027"/>
                  </a:lnTo>
                  <a:lnTo>
                    <a:pt x="4002581" y="351704"/>
                  </a:lnTo>
                  <a:lnTo>
                    <a:pt x="3999147" y="352042"/>
                  </a:lnTo>
                  <a:lnTo>
                    <a:pt x="3995680" y="352042"/>
                  </a:lnTo>
                  <a:lnTo>
                    <a:pt x="52806" y="352042"/>
                  </a:lnTo>
                  <a:lnTo>
                    <a:pt x="49339" y="352042"/>
                  </a:lnTo>
                  <a:lnTo>
                    <a:pt x="45905" y="351704"/>
                  </a:lnTo>
                  <a:lnTo>
                    <a:pt x="42504" y="351027"/>
                  </a:lnTo>
                  <a:lnTo>
                    <a:pt x="39103" y="350351"/>
                  </a:lnTo>
                  <a:lnTo>
                    <a:pt x="35801" y="349349"/>
                  </a:lnTo>
                  <a:lnTo>
                    <a:pt x="32598" y="348022"/>
                  </a:lnTo>
                  <a:lnTo>
                    <a:pt x="29394" y="346695"/>
                  </a:lnTo>
                  <a:lnTo>
                    <a:pt x="26351" y="345069"/>
                  </a:lnTo>
                  <a:lnTo>
                    <a:pt x="23468" y="343142"/>
                  </a:lnTo>
                  <a:lnTo>
                    <a:pt x="20585" y="341216"/>
                  </a:lnTo>
                  <a:lnTo>
                    <a:pt x="338" y="306137"/>
                  </a:lnTo>
                  <a:lnTo>
                    <a:pt x="0" y="302703"/>
                  </a:lnTo>
                  <a:lnTo>
                    <a:pt x="0" y="299235"/>
                  </a:lnTo>
                  <a:lnTo>
                    <a:pt x="0" y="52806"/>
                  </a:lnTo>
                  <a:lnTo>
                    <a:pt x="8899" y="23468"/>
                  </a:lnTo>
                  <a:lnTo>
                    <a:pt x="10825" y="20585"/>
                  </a:lnTo>
                  <a:lnTo>
                    <a:pt x="13014" y="17918"/>
                  </a:lnTo>
                  <a:lnTo>
                    <a:pt x="15466" y="15466"/>
                  </a:lnTo>
                  <a:lnTo>
                    <a:pt x="17918" y="13014"/>
                  </a:lnTo>
                  <a:lnTo>
                    <a:pt x="32598" y="4019"/>
                  </a:lnTo>
                  <a:lnTo>
                    <a:pt x="35801" y="2692"/>
                  </a:lnTo>
                  <a:lnTo>
                    <a:pt x="39103" y="1691"/>
                  </a:lnTo>
                  <a:lnTo>
                    <a:pt x="42504" y="1014"/>
                  </a:lnTo>
                  <a:lnTo>
                    <a:pt x="45905" y="338"/>
                  </a:lnTo>
                  <a:lnTo>
                    <a:pt x="49339" y="0"/>
                  </a:lnTo>
                  <a:lnTo>
                    <a:pt x="52806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94A2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3" name="Google Shape;283;p11"/>
          <p:cNvSpPr txBox="1"/>
          <p:nvPr/>
        </p:nvSpPr>
        <p:spPr>
          <a:xfrm>
            <a:off x="2508608" y="3203239"/>
            <a:ext cx="659130" cy="128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EF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Invalidate Core B</a:t>
            </a:r>
            <a:endParaRPr sz="6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4" name="Google Shape;284;p11"/>
          <p:cNvSpPr txBox="1"/>
          <p:nvPr/>
        </p:nvSpPr>
        <p:spPr>
          <a:xfrm>
            <a:off x="2242801" y="4150680"/>
            <a:ext cx="1192530" cy="153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Shared Unified L3 Cache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5" name="Google Shape;285;p11"/>
          <p:cNvGrpSpPr/>
          <p:nvPr/>
        </p:nvGrpSpPr>
        <p:grpSpPr>
          <a:xfrm>
            <a:off x="814206" y="4753347"/>
            <a:ext cx="4048760" cy="440055"/>
            <a:chOff x="814206" y="4753347"/>
            <a:chExt cx="4048760" cy="440055"/>
          </a:xfrm>
        </p:grpSpPr>
        <p:sp>
          <p:nvSpPr>
            <p:cNvPr id="286" name="Google Shape;286;p11"/>
            <p:cNvSpPr/>
            <p:nvPr/>
          </p:nvSpPr>
          <p:spPr>
            <a:xfrm>
              <a:off x="814206" y="4753347"/>
              <a:ext cx="4048760" cy="440055"/>
            </a:xfrm>
            <a:custGeom>
              <a:rect b="b" l="l" r="r" t="t"/>
              <a:pathLst>
                <a:path extrusionOk="0" h="440054" w="4048760">
                  <a:moveTo>
                    <a:pt x="3999147" y="440052"/>
                  </a:moveTo>
                  <a:lnTo>
                    <a:pt x="49339" y="440052"/>
                  </a:lnTo>
                  <a:lnTo>
                    <a:pt x="45905" y="439714"/>
                  </a:lnTo>
                  <a:lnTo>
                    <a:pt x="10825" y="419467"/>
                  </a:lnTo>
                  <a:lnTo>
                    <a:pt x="0" y="390713"/>
                  </a:lnTo>
                  <a:lnTo>
                    <a:pt x="0" y="49338"/>
                  </a:lnTo>
                  <a:lnTo>
                    <a:pt x="17918" y="13014"/>
                  </a:lnTo>
                  <a:lnTo>
                    <a:pt x="49339" y="0"/>
                  </a:lnTo>
                  <a:lnTo>
                    <a:pt x="52806" y="0"/>
                  </a:lnTo>
                  <a:lnTo>
                    <a:pt x="3999147" y="0"/>
                  </a:lnTo>
                  <a:lnTo>
                    <a:pt x="4035471" y="17918"/>
                  </a:lnTo>
                  <a:lnTo>
                    <a:pt x="4048486" y="49338"/>
                  </a:lnTo>
                  <a:lnTo>
                    <a:pt x="4048486" y="390713"/>
                  </a:lnTo>
                  <a:lnTo>
                    <a:pt x="4030568" y="427038"/>
                  </a:lnTo>
                  <a:lnTo>
                    <a:pt x="4002581" y="439714"/>
                  </a:lnTo>
                  <a:lnTo>
                    <a:pt x="3999147" y="440052"/>
                  </a:lnTo>
                  <a:close/>
                </a:path>
              </a:pathLst>
            </a:custGeom>
            <a:solidFill>
              <a:srgbClr val="0D122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1"/>
            <p:cNvSpPr/>
            <p:nvPr/>
          </p:nvSpPr>
          <p:spPr>
            <a:xfrm>
              <a:off x="814206" y="4753347"/>
              <a:ext cx="4048760" cy="440055"/>
            </a:xfrm>
            <a:custGeom>
              <a:rect b="b" l="l" r="r" t="t"/>
              <a:pathLst>
                <a:path extrusionOk="0" h="440054" w="4048760">
                  <a:moveTo>
                    <a:pt x="52806" y="0"/>
                  </a:moveTo>
                  <a:lnTo>
                    <a:pt x="3995680" y="0"/>
                  </a:lnTo>
                  <a:lnTo>
                    <a:pt x="3999147" y="0"/>
                  </a:lnTo>
                  <a:lnTo>
                    <a:pt x="4002581" y="338"/>
                  </a:lnTo>
                  <a:lnTo>
                    <a:pt x="4033019" y="15466"/>
                  </a:lnTo>
                  <a:lnTo>
                    <a:pt x="4035471" y="17918"/>
                  </a:lnTo>
                  <a:lnTo>
                    <a:pt x="4048486" y="52806"/>
                  </a:lnTo>
                  <a:lnTo>
                    <a:pt x="4048486" y="387246"/>
                  </a:lnTo>
                  <a:lnTo>
                    <a:pt x="4048486" y="390713"/>
                  </a:lnTo>
                  <a:lnTo>
                    <a:pt x="4048147" y="394147"/>
                  </a:lnTo>
                  <a:lnTo>
                    <a:pt x="4047471" y="397548"/>
                  </a:lnTo>
                  <a:lnTo>
                    <a:pt x="4046795" y="400949"/>
                  </a:lnTo>
                  <a:lnTo>
                    <a:pt x="4033019" y="424586"/>
                  </a:lnTo>
                  <a:lnTo>
                    <a:pt x="4030568" y="427038"/>
                  </a:lnTo>
                  <a:lnTo>
                    <a:pt x="4027900" y="429227"/>
                  </a:lnTo>
                  <a:lnTo>
                    <a:pt x="4025017" y="431153"/>
                  </a:lnTo>
                  <a:lnTo>
                    <a:pt x="4022134" y="433079"/>
                  </a:lnTo>
                  <a:lnTo>
                    <a:pt x="4005981" y="439037"/>
                  </a:lnTo>
                  <a:lnTo>
                    <a:pt x="4002581" y="439714"/>
                  </a:lnTo>
                  <a:lnTo>
                    <a:pt x="3999147" y="440052"/>
                  </a:lnTo>
                  <a:lnTo>
                    <a:pt x="3995680" y="440052"/>
                  </a:lnTo>
                  <a:lnTo>
                    <a:pt x="52806" y="440052"/>
                  </a:lnTo>
                  <a:lnTo>
                    <a:pt x="49339" y="440052"/>
                  </a:lnTo>
                  <a:lnTo>
                    <a:pt x="45905" y="439714"/>
                  </a:lnTo>
                  <a:lnTo>
                    <a:pt x="42504" y="439037"/>
                  </a:lnTo>
                  <a:lnTo>
                    <a:pt x="39103" y="438361"/>
                  </a:lnTo>
                  <a:lnTo>
                    <a:pt x="23468" y="431153"/>
                  </a:lnTo>
                  <a:lnTo>
                    <a:pt x="20585" y="429227"/>
                  </a:lnTo>
                  <a:lnTo>
                    <a:pt x="8899" y="416583"/>
                  </a:lnTo>
                  <a:lnTo>
                    <a:pt x="6973" y="413701"/>
                  </a:lnTo>
                  <a:lnTo>
                    <a:pt x="0" y="390713"/>
                  </a:lnTo>
                  <a:lnTo>
                    <a:pt x="0" y="387246"/>
                  </a:lnTo>
                  <a:lnTo>
                    <a:pt x="0" y="52806"/>
                  </a:lnTo>
                  <a:lnTo>
                    <a:pt x="4019" y="32598"/>
                  </a:lnTo>
                  <a:lnTo>
                    <a:pt x="5346" y="29394"/>
                  </a:lnTo>
                  <a:lnTo>
                    <a:pt x="15466" y="15466"/>
                  </a:lnTo>
                  <a:lnTo>
                    <a:pt x="17918" y="13014"/>
                  </a:lnTo>
                  <a:lnTo>
                    <a:pt x="49339" y="0"/>
                  </a:lnTo>
                  <a:lnTo>
                    <a:pt x="52806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8" name="Google Shape;288;p11"/>
          <p:cNvSpPr txBox="1"/>
          <p:nvPr/>
        </p:nvSpPr>
        <p:spPr>
          <a:xfrm>
            <a:off x="2228066" y="4882566"/>
            <a:ext cx="1214755" cy="172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System Memory </a:t>
            </a:r>
            <a:r>
              <a:rPr b="1" lang="en-US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RAM</a:t>
            </a:r>
            <a:r>
              <a:rPr b="1" lang="en-US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1"/>
          <p:cNvSpPr txBox="1"/>
          <p:nvPr/>
        </p:nvSpPr>
        <p:spPr>
          <a:xfrm>
            <a:off x="5473700" y="3040300"/>
            <a:ext cx="4712970" cy="670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The CPU Coherency Challenge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Modern CPUs bypass slow memory buses using multi-level hardware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cache systems (L1, L2, L3).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90" name="Google Shape;29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40374" y="3889375"/>
            <a:ext cx="50800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1"/>
          <p:cNvSpPr txBox="1"/>
          <p:nvPr/>
        </p:nvSpPr>
        <p:spPr>
          <a:xfrm>
            <a:off x="5702300" y="3798459"/>
            <a:ext cx="4321810" cy="1273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425">
            <a:spAutoFit/>
          </a:bodyPr>
          <a:lstStyle/>
          <a:p>
            <a:pPr indent="0" lvl="0" marL="12700" marR="5080" rtl="0" algn="l">
              <a:lnSpc>
                <a:spcPct val="110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Coherency Protocols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Systems rely on MESI (Modified, Exclusive, Shared, Invalid) to preserve cache consistency across multi-threaded operations.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44450" rtl="0" algn="l">
              <a:lnSpc>
                <a:spcPct val="110400"/>
              </a:lnSpc>
              <a:spcBef>
                <a:spcPts val="459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Hardware Buffering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speed up writes, CPUs use internal store buffers. This can delay when memory updates become visible to other threads unless explicit cache flushing is forced.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92" name="Google Shape;29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40374" y="4546600"/>
            <a:ext cx="50800" cy="8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97" name="Google Shape;297;p12"/>
          <p:cNvSpPr txBox="1"/>
          <p:nvPr>
            <p:ph type="title"/>
          </p:nvPr>
        </p:nvSpPr>
        <p:spPr>
          <a:xfrm>
            <a:off x="463549" y="409883"/>
            <a:ext cx="5290820" cy="353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FF8B00"/>
                </a:solidFill>
              </a:rPr>
              <a:t>12. </a:t>
            </a:r>
            <a:r>
              <a:rPr lang="en-US"/>
              <a:t>JSR</a:t>
            </a:r>
            <a:r>
              <a:rPr lang="en-US" sz="2050"/>
              <a:t>-133 &amp; </a:t>
            </a:r>
            <a:r>
              <a:rPr lang="en-US"/>
              <a:t>Happens</a:t>
            </a:r>
            <a:r>
              <a:rPr lang="en-US" sz="2050"/>
              <a:t>-</a:t>
            </a:r>
            <a:r>
              <a:rPr lang="en-US"/>
              <a:t>Before</a:t>
            </a:r>
            <a:endParaRPr sz="2050"/>
          </a:p>
        </p:txBody>
      </p:sp>
      <p:grpSp>
        <p:nvGrpSpPr>
          <p:cNvPr id="298" name="Google Shape;298;p12"/>
          <p:cNvGrpSpPr/>
          <p:nvPr/>
        </p:nvGrpSpPr>
        <p:grpSpPr>
          <a:xfrm>
            <a:off x="9658349" y="495293"/>
            <a:ext cx="552451" cy="228606"/>
            <a:chOff x="9658349" y="495293"/>
            <a:chExt cx="552451" cy="228606"/>
          </a:xfrm>
        </p:grpSpPr>
        <p:sp>
          <p:nvSpPr>
            <p:cNvPr id="299" name="Google Shape;299;p12"/>
            <p:cNvSpPr/>
            <p:nvPr/>
          </p:nvSpPr>
          <p:spPr>
            <a:xfrm>
              <a:off x="9658349" y="495293"/>
              <a:ext cx="552450" cy="228600"/>
            </a:xfrm>
            <a:custGeom>
              <a:rect b="b" l="l" r="r" t="t"/>
              <a:pathLst>
                <a:path extrusionOk="0" h="228600" w="552450">
                  <a:moveTo>
                    <a:pt x="438149" y="228599"/>
                  </a:moveTo>
                  <a:lnTo>
                    <a:pt x="114299" y="228599"/>
                  </a:lnTo>
                  <a:lnTo>
                    <a:pt x="103039" y="228056"/>
                  </a:lnTo>
                  <a:lnTo>
                    <a:pt x="60363" y="215088"/>
                  </a:lnTo>
                  <a:lnTo>
                    <a:pt x="25899" y="186775"/>
                  </a:lnTo>
                  <a:lnTo>
                    <a:pt x="4892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0" y="60364"/>
                  </a:lnTo>
                  <a:lnTo>
                    <a:pt x="41823" y="25900"/>
                  </a:lnTo>
                  <a:lnTo>
                    <a:pt x="81168" y="4894"/>
                  </a:lnTo>
                  <a:lnTo>
                    <a:pt x="114299" y="0"/>
                  </a:lnTo>
                  <a:lnTo>
                    <a:pt x="438149" y="0"/>
                  </a:lnTo>
                  <a:lnTo>
                    <a:pt x="481889" y="8700"/>
                  </a:lnTo>
                  <a:lnTo>
                    <a:pt x="518971" y="33477"/>
                  </a:lnTo>
                  <a:lnTo>
                    <a:pt x="543747" y="70559"/>
                  </a:lnTo>
                  <a:lnTo>
                    <a:pt x="552449" y="114299"/>
                  </a:lnTo>
                  <a:lnTo>
                    <a:pt x="551905" y="125559"/>
                  </a:lnTo>
                  <a:lnTo>
                    <a:pt x="538936" y="168235"/>
                  </a:lnTo>
                  <a:lnTo>
                    <a:pt x="510625" y="202699"/>
                  </a:lnTo>
                  <a:lnTo>
                    <a:pt x="471278" y="223705"/>
                  </a:lnTo>
                  <a:lnTo>
                    <a:pt x="438149" y="228599"/>
                  </a:lnTo>
                  <a:close/>
                </a:path>
              </a:pathLst>
            </a:custGeom>
            <a:solidFill>
              <a:srgbClr val="0567E1">
                <a:alpha val="1215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2"/>
            <p:cNvSpPr/>
            <p:nvPr/>
          </p:nvSpPr>
          <p:spPr>
            <a:xfrm>
              <a:off x="9658350" y="495299"/>
              <a:ext cx="552450" cy="228600"/>
            </a:xfrm>
            <a:custGeom>
              <a:rect b="b" l="l" r="r" t="t"/>
              <a:pathLst>
                <a:path extrusionOk="0" h="228600" w="552450">
                  <a:moveTo>
                    <a:pt x="438149" y="228599"/>
                  </a:moveTo>
                  <a:lnTo>
                    <a:pt x="114299" y="228599"/>
                  </a:lnTo>
                  <a:lnTo>
                    <a:pt x="103039" y="228056"/>
                  </a:lnTo>
                  <a:lnTo>
                    <a:pt x="60363" y="215088"/>
                  </a:lnTo>
                  <a:lnTo>
                    <a:pt x="25899" y="186775"/>
                  </a:lnTo>
                  <a:lnTo>
                    <a:pt x="4892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0" y="60364"/>
                  </a:lnTo>
                  <a:lnTo>
                    <a:pt x="41823" y="25900"/>
                  </a:lnTo>
                  <a:lnTo>
                    <a:pt x="81168" y="4894"/>
                  </a:lnTo>
                  <a:lnTo>
                    <a:pt x="114299" y="0"/>
                  </a:lnTo>
                  <a:lnTo>
                    <a:pt x="438149" y="0"/>
                  </a:lnTo>
                  <a:lnTo>
                    <a:pt x="481889" y="8700"/>
                  </a:lnTo>
                  <a:lnTo>
                    <a:pt x="483636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121179"/>
                  </a:lnTo>
                  <a:lnTo>
                    <a:pt x="20133" y="160751"/>
                  </a:lnTo>
                  <a:lnTo>
                    <a:pt x="45077" y="193251"/>
                  </a:lnTo>
                  <a:lnTo>
                    <a:pt x="80560" y="213732"/>
                  </a:lnTo>
                  <a:lnTo>
                    <a:pt x="107420" y="219074"/>
                  </a:lnTo>
                  <a:lnTo>
                    <a:pt x="483635" y="219074"/>
                  </a:lnTo>
                  <a:lnTo>
                    <a:pt x="481889" y="219899"/>
                  </a:lnTo>
                  <a:lnTo>
                    <a:pt x="471278" y="223705"/>
                  </a:lnTo>
                  <a:lnTo>
                    <a:pt x="460451" y="226424"/>
                  </a:lnTo>
                  <a:lnTo>
                    <a:pt x="449408" y="228056"/>
                  </a:lnTo>
                  <a:lnTo>
                    <a:pt x="438149" y="228599"/>
                  </a:lnTo>
                  <a:close/>
                </a:path>
                <a:path extrusionOk="0" h="228600" w="552450">
                  <a:moveTo>
                    <a:pt x="483635" y="219074"/>
                  </a:moveTo>
                  <a:lnTo>
                    <a:pt x="445029" y="219074"/>
                  </a:lnTo>
                  <a:lnTo>
                    <a:pt x="451842" y="218403"/>
                  </a:lnTo>
                  <a:lnTo>
                    <a:pt x="465337" y="215719"/>
                  </a:lnTo>
                  <a:lnTo>
                    <a:pt x="502079" y="197595"/>
                  </a:lnTo>
                  <a:lnTo>
                    <a:pt x="529089" y="166789"/>
                  </a:lnTo>
                  <a:lnTo>
                    <a:pt x="542253" y="127993"/>
                  </a:lnTo>
                  <a:lnTo>
                    <a:pt x="542924" y="121179"/>
                  </a:lnTo>
                  <a:lnTo>
                    <a:pt x="542924" y="107420"/>
                  </a:lnTo>
                  <a:lnTo>
                    <a:pt x="532316" y="67848"/>
                  </a:lnTo>
                  <a:lnTo>
                    <a:pt x="507372" y="35348"/>
                  </a:lnTo>
                  <a:lnTo>
                    <a:pt x="471889" y="14867"/>
                  </a:lnTo>
                  <a:lnTo>
                    <a:pt x="445029" y="9524"/>
                  </a:lnTo>
                  <a:lnTo>
                    <a:pt x="483636" y="9524"/>
                  </a:lnTo>
                  <a:lnTo>
                    <a:pt x="518971" y="33477"/>
                  </a:lnTo>
                  <a:lnTo>
                    <a:pt x="543747" y="70559"/>
                  </a:lnTo>
                  <a:lnTo>
                    <a:pt x="552449" y="114299"/>
                  </a:lnTo>
                  <a:lnTo>
                    <a:pt x="551905" y="125559"/>
                  </a:lnTo>
                  <a:lnTo>
                    <a:pt x="538936" y="168235"/>
                  </a:lnTo>
                  <a:lnTo>
                    <a:pt x="510625" y="202699"/>
                  </a:lnTo>
                  <a:lnTo>
                    <a:pt x="492084" y="215088"/>
                  </a:lnTo>
                  <a:lnTo>
                    <a:pt x="483635" y="219074"/>
                  </a:lnTo>
                  <a:close/>
                </a:path>
              </a:pathLst>
            </a:custGeom>
            <a:solidFill>
              <a:srgbClr val="0567E1">
                <a:alpha val="3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1" name="Google Shape;301;p12"/>
          <p:cNvSpPr txBox="1"/>
          <p:nvPr/>
        </p:nvSpPr>
        <p:spPr>
          <a:xfrm>
            <a:off x="9770516" y="523830"/>
            <a:ext cx="314960" cy="159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567E1"/>
                </a:solidFill>
                <a:latin typeface="Arial"/>
                <a:ea typeface="Arial"/>
                <a:cs typeface="Arial"/>
                <a:sym typeface="Arial"/>
              </a:rPr>
              <a:t>J MM</a:t>
            </a:r>
            <a:endParaRPr sz="8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2"/>
          <p:cNvSpPr txBox="1"/>
          <p:nvPr/>
        </p:nvSpPr>
        <p:spPr>
          <a:xfrm>
            <a:off x="463549" y="3126025"/>
            <a:ext cx="4645660" cy="880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The Formal Visibility Contract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Happens-Before defines ordering constraints under the JMM. If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4599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Operation A happens-before B, the results of A are guaranteed to be visible to B.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303" name="Google Shape;303;p12"/>
          <p:cNvGrpSpPr/>
          <p:nvPr/>
        </p:nvGrpSpPr>
        <p:grpSpPr>
          <a:xfrm>
            <a:off x="5491161" y="2386009"/>
            <a:ext cx="4714875" cy="3390900"/>
            <a:chOff x="5491161" y="2386009"/>
            <a:chExt cx="4714875" cy="3390900"/>
          </a:xfrm>
        </p:grpSpPr>
        <p:sp>
          <p:nvSpPr>
            <p:cNvPr id="304" name="Google Shape;304;p12"/>
            <p:cNvSpPr/>
            <p:nvPr/>
          </p:nvSpPr>
          <p:spPr>
            <a:xfrm>
              <a:off x="5491161" y="2386009"/>
              <a:ext cx="4714875" cy="3390900"/>
            </a:xfrm>
            <a:custGeom>
              <a:rect b="b" l="l" r="r" t="t"/>
              <a:pathLst>
                <a:path extrusionOk="0" h="3390900" w="4714875">
                  <a:moveTo>
                    <a:pt x="0" y="3319462"/>
                  </a:moveTo>
                  <a:lnTo>
                    <a:pt x="0" y="71437"/>
                  </a:lnTo>
                  <a:lnTo>
                    <a:pt x="0" y="66739"/>
                  </a:lnTo>
                  <a:lnTo>
                    <a:pt x="457" y="62089"/>
                  </a:lnTo>
                  <a:lnTo>
                    <a:pt x="17607" y="24240"/>
                  </a:lnTo>
                  <a:lnTo>
                    <a:pt x="20923" y="20919"/>
                  </a:lnTo>
                  <a:lnTo>
                    <a:pt x="24240" y="17599"/>
                  </a:lnTo>
                  <a:lnTo>
                    <a:pt x="27848" y="14640"/>
                  </a:lnTo>
                  <a:lnTo>
                    <a:pt x="31749" y="12036"/>
                  </a:lnTo>
                  <a:lnTo>
                    <a:pt x="35649" y="9423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4643437" y="0"/>
                  </a:lnTo>
                  <a:lnTo>
                    <a:pt x="4648126" y="0"/>
                  </a:lnTo>
                  <a:lnTo>
                    <a:pt x="4652772" y="456"/>
                  </a:lnTo>
                  <a:lnTo>
                    <a:pt x="4657372" y="1367"/>
                  </a:lnTo>
                  <a:lnTo>
                    <a:pt x="4661973" y="2279"/>
                  </a:lnTo>
                  <a:lnTo>
                    <a:pt x="4693950" y="20919"/>
                  </a:lnTo>
                  <a:lnTo>
                    <a:pt x="4697268" y="24240"/>
                  </a:lnTo>
                  <a:lnTo>
                    <a:pt x="4700228" y="27849"/>
                  </a:lnTo>
                  <a:lnTo>
                    <a:pt x="4702834" y="31746"/>
                  </a:lnTo>
                  <a:lnTo>
                    <a:pt x="4705439" y="35644"/>
                  </a:lnTo>
                  <a:lnTo>
                    <a:pt x="4714875" y="66739"/>
                  </a:lnTo>
                  <a:lnTo>
                    <a:pt x="4714875" y="71437"/>
                  </a:lnTo>
                  <a:lnTo>
                    <a:pt x="4714875" y="3319462"/>
                  </a:lnTo>
                  <a:lnTo>
                    <a:pt x="4714875" y="3324159"/>
                  </a:lnTo>
                  <a:lnTo>
                    <a:pt x="4714417" y="3328801"/>
                  </a:lnTo>
                  <a:lnTo>
                    <a:pt x="4713501" y="3333396"/>
                  </a:lnTo>
                  <a:lnTo>
                    <a:pt x="4712587" y="3337991"/>
                  </a:lnTo>
                  <a:lnTo>
                    <a:pt x="4693950" y="3369970"/>
                  </a:lnTo>
                  <a:lnTo>
                    <a:pt x="4690633" y="3373291"/>
                  </a:lnTo>
                  <a:lnTo>
                    <a:pt x="4652772" y="3390434"/>
                  </a:lnTo>
                  <a:lnTo>
                    <a:pt x="4643437" y="3390899"/>
                  </a:lnTo>
                  <a:lnTo>
                    <a:pt x="71438" y="3390899"/>
                  </a:lnTo>
                  <a:lnTo>
                    <a:pt x="44100" y="3385458"/>
                  </a:lnTo>
                  <a:lnTo>
                    <a:pt x="39766" y="3383662"/>
                  </a:lnTo>
                  <a:lnTo>
                    <a:pt x="20923" y="3369970"/>
                  </a:lnTo>
                  <a:lnTo>
                    <a:pt x="17607" y="3366650"/>
                  </a:lnTo>
                  <a:lnTo>
                    <a:pt x="1372" y="3333396"/>
                  </a:lnTo>
                  <a:lnTo>
                    <a:pt x="457" y="3328801"/>
                  </a:lnTo>
                  <a:lnTo>
                    <a:pt x="0" y="3324159"/>
                  </a:lnTo>
                  <a:lnTo>
                    <a:pt x="0" y="3319462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2"/>
            <p:cNvSpPr/>
            <p:nvPr/>
          </p:nvSpPr>
          <p:spPr>
            <a:xfrm>
              <a:off x="5495924" y="2390768"/>
              <a:ext cx="4705350" cy="314325"/>
            </a:xfrm>
            <a:custGeom>
              <a:rect b="b" l="l" r="r" t="t"/>
              <a:pathLst>
                <a:path extrusionOk="0" h="314325" w="4705350">
                  <a:moveTo>
                    <a:pt x="4705349" y="314324"/>
                  </a:moveTo>
                  <a:lnTo>
                    <a:pt x="0" y="314324"/>
                  </a:lnTo>
                  <a:lnTo>
                    <a:pt x="0" y="66678"/>
                  </a:lnTo>
                  <a:lnTo>
                    <a:pt x="11226" y="29628"/>
                  </a:lnTo>
                  <a:lnTo>
                    <a:pt x="41158" y="5078"/>
                  </a:lnTo>
                  <a:lnTo>
                    <a:pt x="66675" y="0"/>
                  </a:lnTo>
                  <a:lnTo>
                    <a:pt x="4638675" y="0"/>
                  </a:lnTo>
                  <a:lnTo>
                    <a:pt x="4675723" y="11229"/>
                  </a:lnTo>
                  <a:lnTo>
                    <a:pt x="4700272" y="41162"/>
                  </a:lnTo>
                  <a:lnTo>
                    <a:pt x="4705349" y="314324"/>
                  </a:lnTo>
                  <a:close/>
                </a:path>
              </a:pathLst>
            </a:custGeom>
            <a:solidFill>
              <a:srgbClr val="FFFFFF">
                <a:alpha val="3137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2"/>
            <p:cNvSpPr/>
            <p:nvPr/>
          </p:nvSpPr>
          <p:spPr>
            <a:xfrm>
              <a:off x="5495924" y="2695565"/>
              <a:ext cx="4705350" cy="9525"/>
            </a:xfrm>
            <a:custGeom>
              <a:rect b="b" l="l" r="r" t="t"/>
              <a:pathLst>
                <a:path extrusionOk="0" h="9525" w="4705350">
                  <a:moveTo>
                    <a:pt x="47053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4705349" y="0"/>
                  </a:lnTo>
                  <a:lnTo>
                    <a:pt x="4705349" y="9524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7" name="Google Shape;307;p12"/>
          <p:cNvSpPr txBox="1"/>
          <p:nvPr/>
        </p:nvSpPr>
        <p:spPr>
          <a:xfrm>
            <a:off x="5635625" y="2442791"/>
            <a:ext cx="1598930" cy="176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94A2B8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Happens-Before Pipeline</a:t>
            </a:r>
            <a:endParaRPr sz="1000"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5495925" y="2705099"/>
            <a:ext cx="4705350" cy="3067050"/>
          </a:xfrm>
          <a:custGeom>
            <a:rect b="b" l="l" r="r" t="t"/>
            <a:pathLst>
              <a:path extrusionOk="0" h="3067050" w="4705350">
                <a:moveTo>
                  <a:pt x="4638674" y="3067049"/>
                </a:moveTo>
                <a:lnTo>
                  <a:pt x="66674" y="3067049"/>
                </a:lnTo>
                <a:lnTo>
                  <a:pt x="60106" y="3066732"/>
                </a:lnTo>
                <a:lnTo>
                  <a:pt x="24396" y="3051940"/>
                </a:lnTo>
                <a:lnTo>
                  <a:pt x="2854" y="3019700"/>
                </a:lnTo>
                <a:lnTo>
                  <a:pt x="0" y="3000374"/>
                </a:lnTo>
                <a:lnTo>
                  <a:pt x="0" y="0"/>
                </a:lnTo>
                <a:lnTo>
                  <a:pt x="4705349" y="0"/>
                </a:lnTo>
                <a:lnTo>
                  <a:pt x="4705349" y="3000374"/>
                </a:lnTo>
                <a:lnTo>
                  <a:pt x="4694121" y="3037423"/>
                </a:lnTo>
                <a:lnTo>
                  <a:pt x="4664188" y="3061973"/>
                </a:lnTo>
                <a:lnTo>
                  <a:pt x="4638674" y="3067049"/>
                </a:lnTo>
                <a:close/>
              </a:path>
            </a:pathLst>
          </a:custGeom>
          <a:solidFill>
            <a:srgbClr val="03050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2"/>
          <p:cNvSpPr txBox="1"/>
          <p:nvPr/>
        </p:nvSpPr>
        <p:spPr>
          <a:xfrm>
            <a:off x="5635624" y="2820987"/>
            <a:ext cx="3108325" cy="53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</a:t>
            </a:r>
            <a:r>
              <a:rPr lang="en-US" sz="900">
                <a:solidFill>
                  <a:srgbClr val="37BDF7"/>
                </a:solidFill>
                <a:latin typeface="Courier New"/>
                <a:ea typeface="Courier New"/>
                <a:cs typeface="Courier New"/>
                <a:sym typeface="Courier New"/>
              </a:rPr>
              <a:t>JMMMemorySync 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9085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private int 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value = </a:t>
            </a:r>
            <a:r>
              <a:rPr lang="en-US" sz="900">
                <a:solidFill>
                  <a:srgbClr val="FA913C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9085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private volatile boolean 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ready = </a:t>
            </a: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0" name="Google Shape;310;p12"/>
          <p:cNvSpPr txBox="1"/>
          <p:nvPr/>
        </p:nvSpPr>
        <p:spPr>
          <a:xfrm>
            <a:off x="5922416" y="3535362"/>
            <a:ext cx="1746250" cy="168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public void 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producer() {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1" name="Google Shape;311;p12"/>
          <p:cNvSpPr txBox="1"/>
          <p:nvPr/>
        </p:nvSpPr>
        <p:spPr>
          <a:xfrm>
            <a:off x="6209077" y="3678237"/>
            <a:ext cx="95758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508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value = </a:t>
            </a:r>
            <a:r>
              <a:rPr lang="en-US" sz="900">
                <a:solidFill>
                  <a:srgbClr val="FA913C"/>
                </a:solidFill>
                <a:latin typeface="Courier New"/>
                <a:ea typeface="Courier New"/>
                <a:cs typeface="Courier New"/>
                <a:sym typeface="Courier New"/>
              </a:rPr>
              <a:t>99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; ready = </a:t>
            </a: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2" name="Google Shape;312;p12"/>
          <p:cNvSpPr txBox="1"/>
          <p:nvPr/>
        </p:nvSpPr>
        <p:spPr>
          <a:xfrm>
            <a:off x="7643018" y="3678237"/>
            <a:ext cx="2463165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64738B"/>
                </a:solidFill>
                <a:latin typeface="Courier New"/>
                <a:ea typeface="Courier New"/>
                <a:cs typeface="Courier New"/>
                <a:sym typeface="Courier New"/>
              </a:rPr>
              <a:t>// Step 1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64738B"/>
                </a:solidFill>
                <a:latin typeface="Courier New"/>
                <a:ea typeface="Courier New"/>
                <a:cs typeface="Courier New"/>
                <a:sym typeface="Courier New"/>
              </a:rPr>
              <a:t>// Step 2 (Volatile write barrier)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3" name="Google Shape;313;p12"/>
          <p:cNvSpPr txBox="1"/>
          <p:nvPr/>
        </p:nvSpPr>
        <p:spPr>
          <a:xfrm>
            <a:off x="5922351" y="4049712"/>
            <a:ext cx="97155" cy="168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4" name="Google Shape;314;p12"/>
          <p:cNvSpPr txBox="1"/>
          <p:nvPr/>
        </p:nvSpPr>
        <p:spPr>
          <a:xfrm>
            <a:off x="5922416" y="4402137"/>
            <a:ext cx="1746250" cy="168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public void 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consumer() {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5" name="Google Shape;315;p12"/>
          <p:cNvSpPr txBox="1"/>
          <p:nvPr/>
        </p:nvSpPr>
        <p:spPr>
          <a:xfrm>
            <a:off x="6209208" y="4545012"/>
            <a:ext cx="3825240" cy="53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(ready) {	</a:t>
            </a:r>
            <a:r>
              <a:rPr i="1" lang="en-US" sz="900">
                <a:solidFill>
                  <a:srgbClr val="64738B"/>
                </a:solidFill>
                <a:latin typeface="Courier New"/>
                <a:ea typeface="Courier New"/>
                <a:cs typeface="Courier New"/>
                <a:sym typeface="Courier New"/>
              </a:rPr>
              <a:t>// Step 3 (Volatile read barrier)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9085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64738B"/>
                </a:solidFill>
                <a:latin typeface="Courier New"/>
                <a:ea typeface="Courier New"/>
                <a:cs typeface="Courier New"/>
                <a:sym typeface="Courier New"/>
              </a:rPr>
              <a:t>// Step 4: Guaranteed to see 'value' as 99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9085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7BDF7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.out.println(value);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6" name="Google Shape;316;p12"/>
          <p:cNvSpPr txBox="1"/>
          <p:nvPr/>
        </p:nvSpPr>
        <p:spPr>
          <a:xfrm>
            <a:off x="5635624" y="5059362"/>
            <a:ext cx="670560" cy="53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spAutoFit/>
          </a:bodyPr>
          <a:lstStyle/>
          <a:p>
            <a:pPr indent="0" lvl="0" marL="5861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9085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7" name="Google Shape;317;p12"/>
          <p:cNvSpPr txBox="1"/>
          <p:nvPr/>
        </p:nvSpPr>
        <p:spPr>
          <a:xfrm>
            <a:off x="692150" y="4103259"/>
            <a:ext cx="4130040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5080" rtl="0" algn="l">
              <a:lnSpc>
                <a:spcPct val="106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Monitor Lock Rule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Unlocking a monitor happens-before every subsequent lock acquisition on that same monitor.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18" name="Google Shape;31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225" y="4194175"/>
            <a:ext cx="50800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2"/>
          <p:cNvSpPr txBox="1"/>
          <p:nvPr/>
        </p:nvSpPr>
        <p:spPr>
          <a:xfrm>
            <a:off x="692150" y="4550229"/>
            <a:ext cx="4363085" cy="436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1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Volatile Field Rule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write to a volatile field happens-before every subsequent read of that field.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20" name="Google Shape;32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225" y="4651375"/>
            <a:ext cx="50800" cy="8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325" name="Google Shape;325;p13"/>
          <p:cNvSpPr txBox="1"/>
          <p:nvPr>
            <p:ph type="title"/>
          </p:nvPr>
        </p:nvSpPr>
        <p:spPr>
          <a:xfrm>
            <a:off x="463549" y="409883"/>
            <a:ext cx="5290820" cy="353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FF8B00"/>
                </a:solidFill>
              </a:rPr>
              <a:t>13. </a:t>
            </a:r>
            <a:r>
              <a:rPr lang="en-US"/>
              <a:t>CPU Memory Barrier Fences</a:t>
            </a:r>
            <a:endParaRPr sz="2050"/>
          </a:p>
        </p:txBody>
      </p:sp>
      <p:grpSp>
        <p:nvGrpSpPr>
          <p:cNvPr id="326" name="Google Shape;326;p13"/>
          <p:cNvGrpSpPr/>
          <p:nvPr/>
        </p:nvGrpSpPr>
        <p:grpSpPr>
          <a:xfrm>
            <a:off x="9658349" y="495294"/>
            <a:ext cx="552451" cy="228605"/>
            <a:chOff x="9658349" y="495294"/>
            <a:chExt cx="552451" cy="228605"/>
          </a:xfrm>
        </p:grpSpPr>
        <p:sp>
          <p:nvSpPr>
            <p:cNvPr id="327" name="Google Shape;327;p13"/>
            <p:cNvSpPr/>
            <p:nvPr/>
          </p:nvSpPr>
          <p:spPr>
            <a:xfrm>
              <a:off x="9658349" y="495294"/>
              <a:ext cx="552450" cy="228600"/>
            </a:xfrm>
            <a:custGeom>
              <a:rect b="b" l="l" r="r" t="t"/>
              <a:pathLst>
                <a:path extrusionOk="0" h="228600" w="552450">
                  <a:moveTo>
                    <a:pt x="438149" y="228599"/>
                  </a:moveTo>
                  <a:lnTo>
                    <a:pt x="114299" y="228599"/>
                  </a:lnTo>
                  <a:lnTo>
                    <a:pt x="103039" y="228056"/>
                  </a:lnTo>
                  <a:lnTo>
                    <a:pt x="60363" y="215088"/>
                  </a:lnTo>
                  <a:lnTo>
                    <a:pt x="25899" y="186775"/>
                  </a:lnTo>
                  <a:lnTo>
                    <a:pt x="4892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0" y="60364"/>
                  </a:lnTo>
                  <a:lnTo>
                    <a:pt x="41823" y="25900"/>
                  </a:lnTo>
                  <a:lnTo>
                    <a:pt x="81168" y="4894"/>
                  </a:lnTo>
                  <a:lnTo>
                    <a:pt x="114299" y="0"/>
                  </a:lnTo>
                  <a:lnTo>
                    <a:pt x="438149" y="0"/>
                  </a:lnTo>
                  <a:lnTo>
                    <a:pt x="481889" y="8700"/>
                  </a:lnTo>
                  <a:lnTo>
                    <a:pt x="518971" y="33477"/>
                  </a:lnTo>
                  <a:lnTo>
                    <a:pt x="543747" y="70559"/>
                  </a:lnTo>
                  <a:lnTo>
                    <a:pt x="552449" y="114299"/>
                  </a:lnTo>
                  <a:lnTo>
                    <a:pt x="551905" y="125559"/>
                  </a:lnTo>
                  <a:lnTo>
                    <a:pt x="538936" y="168235"/>
                  </a:lnTo>
                  <a:lnTo>
                    <a:pt x="510625" y="202699"/>
                  </a:lnTo>
                  <a:lnTo>
                    <a:pt x="471278" y="223705"/>
                  </a:lnTo>
                  <a:lnTo>
                    <a:pt x="438149" y="228599"/>
                  </a:lnTo>
                  <a:close/>
                </a:path>
              </a:pathLst>
            </a:custGeom>
            <a:solidFill>
              <a:srgbClr val="0567E1">
                <a:alpha val="1215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13"/>
            <p:cNvSpPr/>
            <p:nvPr/>
          </p:nvSpPr>
          <p:spPr>
            <a:xfrm>
              <a:off x="9658350" y="495299"/>
              <a:ext cx="552450" cy="228600"/>
            </a:xfrm>
            <a:custGeom>
              <a:rect b="b" l="l" r="r" t="t"/>
              <a:pathLst>
                <a:path extrusionOk="0" h="228600" w="552450">
                  <a:moveTo>
                    <a:pt x="438149" y="228599"/>
                  </a:moveTo>
                  <a:lnTo>
                    <a:pt x="114299" y="228599"/>
                  </a:lnTo>
                  <a:lnTo>
                    <a:pt x="103039" y="228056"/>
                  </a:lnTo>
                  <a:lnTo>
                    <a:pt x="60363" y="215088"/>
                  </a:lnTo>
                  <a:lnTo>
                    <a:pt x="25899" y="186775"/>
                  </a:lnTo>
                  <a:lnTo>
                    <a:pt x="4892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0" y="60364"/>
                  </a:lnTo>
                  <a:lnTo>
                    <a:pt x="41823" y="25900"/>
                  </a:lnTo>
                  <a:lnTo>
                    <a:pt x="81168" y="4894"/>
                  </a:lnTo>
                  <a:lnTo>
                    <a:pt x="114299" y="0"/>
                  </a:lnTo>
                  <a:lnTo>
                    <a:pt x="438149" y="0"/>
                  </a:lnTo>
                  <a:lnTo>
                    <a:pt x="481889" y="8700"/>
                  </a:lnTo>
                  <a:lnTo>
                    <a:pt x="483636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121179"/>
                  </a:lnTo>
                  <a:lnTo>
                    <a:pt x="20133" y="160751"/>
                  </a:lnTo>
                  <a:lnTo>
                    <a:pt x="45077" y="193251"/>
                  </a:lnTo>
                  <a:lnTo>
                    <a:pt x="80560" y="213732"/>
                  </a:lnTo>
                  <a:lnTo>
                    <a:pt x="107420" y="219074"/>
                  </a:lnTo>
                  <a:lnTo>
                    <a:pt x="483635" y="219074"/>
                  </a:lnTo>
                  <a:lnTo>
                    <a:pt x="481889" y="219899"/>
                  </a:lnTo>
                  <a:lnTo>
                    <a:pt x="471278" y="223705"/>
                  </a:lnTo>
                  <a:lnTo>
                    <a:pt x="460451" y="226424"/>
                  </a:lnTo>
                  <a:lnTo>
                    <a:pt x="449408" y="228056"/>
                  </a:lnTo>
                  <a:lnTo>
                    <a:pt x="438149" y="228599"/>
                  </a:lnTo>
                  <a:close/>
                </a:path>
                <a:path extrusionOk="0" h="228600" w="552450">
                  <a:moveTo>
                    <a:pt x="483635" y="219074"/>
                  </a:moveTo>
                  <a:lnTo>
                    <a:pt x="445029" y="219074"/>
                  </a:lnTo>
                  <a:lnTo>
                    <a:pt x="451842" y="218403"/>
                  </a:lnTo>
                  <a:lnTo>
                    <a:pt x="465337" y="215719"/>
                  </a:lnTo>
                  <a:lnTo>
                    <a:pt x="502079" y="197595"/>
                  </a:lnTo>
                  <a:lnTo>
                    <a:pt x="529089" y="166789"/>
                  </a:lnTo>
                  <a:lnTo>
                    <a:pt x="542253" y="127993"/>
                  </a:lnTo>
                  <a:lnTo>
                    <a:pt x="542924" y="121179"/>
                  </a:lnTo>
                  <a:lnTo>
                    <a:pt x="542924" y="107420"/>
                  </a:lnTo>
                  <a:lnTo>
                    <a:pt x="532316" y="67848"/>
                  </a:lnTo>
                  <a:lnTo>
                    <a:pt x="507372" y="35348"/>
                  </a:lnTo>
                  <a:lnTo>
                    <a:pt x="471889" y="14867"/>
                  </a:lnTo>
                  <a:lnTo>
                    <a:pt x="445029" y="9524"/>
                  </a:lnTo>
                  <a:lnTo>
                    <a:pt x="483636" y="9524"/>
                  </a:lnTo>
                  <a:lnTo>
                    <a:pt x="518971" y="33477"/>
                  </a:lnTo>
                  <a:lnTo>
                    <a:pt x="543747" y="70559"/>
                  </a:lnTo>
                  <a:lnTo>
                    <a:pt x="552449" y="114299"/>
                  </a:lnTo>
                  <a:lnTo>
                    <a:pt x="551905" y="125559"/>
                  </a:lnTo>
                  <a:lnTo>
                    <a:pt x="538936" y="168235"/>
                  </a:lnTo>
                  <a:lnTo>
                    <a:pt x="510625" y="202699"/>
                  </a:lnTo>
                  <a:lnTo>
                    <a:pt x="492084" y="215088"/>
                  </a:lnTo>
                  <a:lnTo>
                    <a:pt x="483635" y="219074"/>
                  </a:lnTo>
                  <a:close/>
                </a:path>
              </a:pathLst>
            </a:custGeom>
            <a:solidFill>
              <a:srgbClr val="0567E1">
                <a:alpha val="3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9" name="Google Shape;329;p13"/>
          <p:cNvSpPr txBox="1"/>
          <p:nvPr/>
        </p:nvSpPr>
        <p:spPr>
          <a:xfrm>
            <a:off x="9770516" y="523830"/>
            <a:ext cx="314960" cy="159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567E1"/>
                </a:solidFill>
                <a:latin typeface="Arial"/>
                <a:ea typeface="Arial"/>
                <a:cs typeface="Arial"/>
                <a:sym typeface="Arial"/>
              </a:rPr>
              <a:t>J MM</a:t>
            </a:r>
            <a:endParaRPr sz="8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3"/>
          <p:cNvSpPr txBox="1"/>
          <p:nvPr/>
        </p:nvSpPr>
        <p:spPr>
          <a:xfrm>
            <a:off x="463549" y="3059350"/>
            <a:ext cx="4124325" cy="670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Enforcing Hardware Fences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restrict dangerous compiler reordering, CPUs inject fence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instructions: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331" name="Google Shape;331;p13"/>
          <p:cNvGrpSpPr/>
          <p:nvPr/>
        </p:nvGrpSpPr>
        <p:grpSpPr>
          <a:xfrm>
            <a:off x="5491161" y="2986083"/>
            <a:ext cx="4714875" cy="2181225"/>
            <a:chOff x="5491161" y="2986083"/>
            <a:chExt cx="4714875" cy="2181225"/>
          </a:xfrm>
        </p:grpSpPr>
        <p:sp>
          <p:nvSpPr>
            <p:cNvPr id="332" name="Google Shape;332;p13"/>
            <p:cNvSpPr/>
            <p:nvPr/>
          </p:nvSpPr>
          <p:spPr>
            <a:xfrm>
              <a:off x="5491161" y="2986083"/>
              <a:ext cx="4714875" cy="2181225"/>
            </a:xfrm>
            <a:custGeom>
              <a:rect b="b" l="l" r="r" t="t"/>
              <a:pathLst>
                <a:path extrusionOk="0" h="2181225" w="4714875">
                  <a:moveTo>
                    <a:pt x="0" y="2109787"/>
                  </a:moveTo>
                  <a:lnTo>
                    <a:pt x="0" y="71437"/>
                  </a:lnTo>
                  <a:lnTo>
                    <a:pt x="0" y="66739"/>
                  </a:lnTo>
                  <a:lnTo>
                    <a:pt x="457" y="62098"/>
                  </a:lnTo>
                  <a:lnTo>
                    <a:pt x="1372" y="57493"/>
                  </a:lnTo>
                  <a:lnTo>
                    <a:pt x="2287" y="52889"/>
                  </a:lnTo>
                  <a:lnTo>
                    <a:pt x="3642" y="48425"/>
                  </a:lnTo>
                  <a:lnTo>
                    <a:pt x="5437" y="44090"/>
                  </a:lnTo>
                  <a:lnTo>
                    <a:pt x="7232" y="39755"/>
                  </a:lnTo>
                  <a:lnTo>
                    <a:pt x="9433" y="35644"/>
                  </a:lnTo>
                  <a:lnTo>
                    <a:pt x="12039" y="31746"/>
                  </a:lnTo>
                  <a:lnTo>
                    <a:pt x="14645" y="27849"/>
                  </a:lnTo>
                  <a:lnTo>
                    <a:pt x="17607" y="24240"/>
                  </a:lnTo>
                  <a:lnTo>
                    <a:pt x="20923" y="20919"/>
                  </a:lnTo>
                  <a:lnTo>
                    <a:pt x="24240" y="17599"/>
                  </a:lnTo>
                  <a:lnTo>
                    <a:pt x="44100" y="5432"/>
                  </a:lnTo>
                  <a:lnTo>
                    <a:pt x="48433" y="3636"/>
                  </a:lnTo>
                  <a:lnTo>
                    <a:pt x="52900" y="2287"/>
                  </a:lnTo>
                  <a:lnTo>
                    <a:pt x="57501" y="1367"/>
                  </a:lnTo>
                  <a:lnTo>
                    <a:pt x="62101" y="456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4643437" y="0"/>
                  </a:lnTo>
                  <a:lnTo>
                    <a:pt x="4648126" y="0"/>
                  </a:lnTo>
                  <a:lnTo>
                    <a:pt x="4652772" y="456"/>
                  </a:lnTo>
                  <a:lnTo>
                    <a:pt x="4690633" y="17599"/>
                  </a:lnTo>
                  <a:lnTo>
                    <a:pt x="4693950" y="20919"/>
                  </a:lnTo>
                  <a:lnTo>
                    <a:pt x="4697268" y="24240"/>
                  </a:lnTo>
                  <a:lnTo>
                    <a:pt x="4700228" y="27849"/>
                  </a:lnTo>
                  <a:lnTo>
                    <a:pt x="4702834" y="31746"/>
                  </a:lnTo>
                  <a:lnTo>
                    <a:pt x="4705439" y="35644"/>
                  </a:lnTo>
                  <a:lnTo>
                    <a:pt x="4713501" y="57493"/>
                  </a:lnTo>
                  <a:lnTo>
                    <a:pt x="4714417" y="62098"/>
                  </a:lnTo>
                  <a:lnTo>
                    <a:pt x="4714875" y="66739"/>
                  </a:lnTo>
                  <a:lnTo>
                    <a:pt x="4714875" y="71437"/>
                  </a:lnTo>
                  <a:lnTo>
                    <a:pt x="4714875" y="2109787"/>
                  </a:lnTo>
                  <a:lnTo>
                    <a:pt x="4714875" y="2114475"/>
                  </a:lnTo>
                  <a:lnTo>
                    <a:pt x="4714417" y="2119117"/>
                  </a:lnTo>
                  <a:lnTo>
                    <a:pt x="4713501" y="2123711"/>
                  </a:lnTo>
                  <a:lnTo>
                    <a:pt x="4712587" y="2128306"/>
                  </a:lnTo>
                  <a:lnTo>
                    <a:pt x="4702834" y="2149458"/>
                  </a:lnTo>
                  <a:lnTo>
                    <a:pt x="4700228" y="2153356"/>
                  </a:lnTo>
                  <a:lnTo>
                    <a:pt x="4670774" y="2175773"/>
                  </a:lnTo>
                  <a:lnTo>
                    <a:pt x="4666440" y="2177569"/>
                  </a:lnTo>
                  <a:lnTo>
                    <a:pt x="4661973" y="2178927"/>
                  </a:lnTo>
                  <a:lnTo>
                    <a:pt x="4657372" y="2179838"/>
                  </a:lnTo>
                  <a:lnTo>
                    <a:pt x="4652772" y="2180760"/>
                  </a:lnTo>
                  <a:lnTo>
                    <a:pt x="4648126" y="2181224"/>
                  </a:lnTo>
                  <a:lnTo>
                    <a:pt x="4643437" y="2181224"/>
                  </a:lnTo>
                  <a:lnTo>
                    <a:pt x="71438" y="2181224"/>
                  </a:lnTo>
                  <a:lnTo>
                    <a:pt x="66747" y="2181224"/>
                  </a:lnTo>
                  <a:lnTo>
                    <a:pt x="62101" y="2180760"/>
                  </a:lnTo>
                  <a:lnTo>
                    <a:pt x="57501" y="2179838"/>
                  </a:lnTo>
                  <a:lnTo>
                    <a:pt x="52900" y="2178927"/>
                  </a:lnTo>
                  <a:lnTo>
                    <a:pt x="48433" y="2177569"/>
                  </a:lnTo>
                  <a:lnTo>
                    <a:pt x="44100" y="2175773"/>
                  </a:lnTo>
                  <a:lnTo>
                    <a:pt x="39766" y="2173979"/>
                  </a:lnTo>
                  <a:lnTo>
                    <a:pt x="12039" y="2149458"/>
                  </a:lnTo>
                  <a:lnTo>
                    <a:pt x="9433" y="2145562"/>
                  </a:lnTo>
                  <a:lnTo>
                    <a:pt x="7232" y="2141440"/>
                  </a:lnTo>
                  <a:lnTo>
                    <a:pt x="5437" y="2137106"/>
                  </a:lnTo>
                  <a:lnTo>
                    <a:pt x="3642" y="2132772"/>
                  </a:lnTo>
                  <a:lnTo>
                    <a:pt x="2287" y="2128306"/>
                  </a:lnTo>
                  <a:lnTo>
                    <a:pt x="1372" y="2123711"/>
                  </a:lnTo>
                  <a:lnTo>
                    <a:pt x="457" y="2119117"/>
                  </a:lnTo>
                  <a:lnTo>
                    <a:pt x="0" y="2114475"/>
                  </a:lnTo>
                  <a:lnTo>
                    <a:pt x="0" y="2109787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13"/>
            <p:cNvSpPr/>
            <p:nvPr/>
          </p:nvSpPr>
          <p:spPr>
            <a:xfrm>
              <a:off x="5495924" y="2990844"/>
              <a:ext cx="4705350" cy="314325"/>
            </a:xfrm>
            <a:custGeom>
              <a:rect b="b" l="l" r="r" t="t"/>
              <a:pathLst>
                <a:path extrusionOk="0" h="314325" w="4705350">
                  <a:moveTo>
                    <a:pt x="4705349" y="314324"/>
                  </a:moveTo>
                  <a:lnTo>
                    <a:pt x="0" y="314324"/>
                  </a:lnTo>
                  <a:lnTo>
                    <a:pt x="0" y="66678"/>
                  </a:lnTo>
                  <a:lnTo>
                    <a:pt x="11226" y="29628"/>
                  </a:lnTo>
                  <a:lnTo>
                    <a:pt x="41158" y="5078"/>
                  </a:lnTo>
                  <a:lnTo>
                    <a:pt x="66675" y="0"/>
                  </a:lnTo>
                  <a:lnTo>
                    <a:pt x="4638675" y="0"/>
                  </a:lnTo>
                  <a:lnTo>
                    <a:pt x="4675723" y="11229"/>
                  </a:lnTo>
                  <a:lnTo>
                    <a:pt x="4700272" y="41162"/>
                  </a:lnTo>
                  <a:lnTo>
                    <a:pt x="4705349" y="314324"/>
                  </a:lnTo>
                  <a:close/>
                </a:path>
              </a:pathLst>
            </a:custGeom>
            <a:solidFill>
              <a:srgbClr val="FFFFFF">
                <a:alpha val="3137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13"/>
            <p:cNvSpPr/>
            <p:nvPr/>
          </p:nvSpPr>
          <p:spPr>
            <a:xfrm>
              <a:off x="5495924" y="3295640"/>
              <a:ext cx="4705350" cy="9525"/>
            </a:xfrm>
            <a:custGeom>
              <a:rect b="b" l="l" r="r" t="t"/>
              <a:pathLst>
                <a:path extrusionOk="0" h="9525" w="4705350">
                  <a:moveTo>
                    <a:pt x="47053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4705349" y="0"/>
                  </a:lnTo>
                  <a:lnTo>
                    <a:pt x="4705349" y="9524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5" name="Google Shape;335;p13"/>
          <p:cNvSpPr txBox="1"/>
          <p:nvPr/>
        </p:nvSpPr>
        <p:spPr>
          <a:xfrm>
            <a:off x="5635625" y="3042866"/>
            <a:ext cx="2012950" cy="176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94A2B8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JVM Volatile Compile Strategy</a:t>
            </a:r>
            <a:endParaRPr sz="1000"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5495924" y="3305169"/>
            <a:ext cx="4705350" cy="1857375"/>
          </a:xfrm>
          <a:custGeom>
            <a:rect b="b" l="l" r="r" t="t"/>
            <a:pathLst>
              <a:path extrusionOk="0" h="1857375" w="4705350">
                <a:moveTo>
                  <a:pt x="4638675" y="1857374"/>
                </a:moveTo>
                <a:lnTo>
                  <a:pt x="66675" y="1857374"/>
                </a:lnTo>
                <a:lnTo>
                  <a:pt x="60107" y="1857061"/>
                </a:lnTo>
                <a:lnTo>
                  <a:pt x="24397" y="1842269"/>
                </a:lnTo>
                <a:lnTo>
                  <a:pt x="2854" y="1810028"/>
                </a:lnTo>
                <a:lnTo>
                  <a:pt x="0" y="1790703"/>
                </a:lnTo>
                <a:lnTo>
                  <a:pt x="0" y="0"/>
                </a:lnTo>
                <a:lnTo>
                  <a:pt x="4705350" y="0"/>
                </a:lnTo>
                <a:lnTo>
                  <a:pt x="4705349" y="1790703"/>
                </a:lnTo>
                <a:lnTo>
                  <a:pt x="4694122" y="1827752"/>
                </a:lnTo>
                <a:lnTo>
                  <a:pt x="4664189" y="1852302"/>
                </a:lnTo>
                <a:lnTo>
                  <a:pt x="4638675" y="1857374"/>
                </a:lnTo>
                <a:close/>
              </a:path>
            </a:pathLst>
          </a:custGeom>
          <a:solidFill>
            <a:srgbClr val="03050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3"/>
          <p:cNvSpPr txBox="1"/>
          <p:nvPr/>
        </p:nvSpPr>
        <p:spPr>
          <a:xfrm>
            <a:off x="5635624" y="3421062"/>
            <a:ext cx="303657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50673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64738B"/>
                </a:solidFill>
                <a:latin typeface="Courier New"/>
                <a:ea typeface="Courier New"/>
                <a:cs typeface="Courier New"/>
                <a:sym typeface="Courier New"/>
              </a:rPr>
              <a:t>// Volatile Write Compilation Block 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StoreStoreFence(); volatile_write(field, value);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StoreLoadFence(); </a:t>
            </a:r>
            <a:r>
              <a:rPr i="1" lang="en-US" sz="900">
                <a:solidFill>
                  <a:srgbClr val="64738B"/>
                </a:solidFill>
                <a:latin typeface="Courier New"/>
                <a:ea typeface="Courier New"/>
                <a:cs typeface="Courier New"/>
                <a:sym typeface="Courier New"/>
              </a:rPr>
              <a:t>// Flushes Store Buffers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8" name="Google Shape;338;p13"/>
          <p:cNvSpPr txBox="1"/>
          <p:nvPr/>
        </p:nvSpPr>
        <p:spPr>
          <a:xfrm>
            <a:off x="5635624" y="4287837"/>
            <a:ext cx="2463165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508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64738B"/>
                </a:solidFill>
                <a:latin typeface="Courier New"/>
                <a:ea typeface="Courier New"/>
                <a:cs typeface="Courier New"/>
                <a:sym typeface="Courier New"/>
              </a:rPr>
              <a:t>// Volatile Read Compilation Block 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local_val = volatile_read(field); LoadLoadFence();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LoadStoreFence();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39" name="Google Shape;33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225" y="3908425"/>
            <a:ext cx="50800" cy="8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225" y="4184650"/>
            <a:ext cx="50800" cy="8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225" y="4451350"/>
            <a:ext cx="50800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3"/>
          <p:cNvSpPr txBox="1"/>
          <p:nvPr/>
        </p:nvSpPr>
        <p:spPr>
          <a:xfrm>
            <a:off x="692150" y="3743513"/>
            <a:ext cx="4493260" cy="1299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7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LoadLoad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Guarantees preceding reads complete before next reads.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StoreStore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Protects ordered flush of writes to cache lines.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LoadStore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Keeps reads isolated from subsequent writes.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425450" rtl="0" algn="l">
              <a:lnSpc>
                <a:spcPct val="1067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StoreLoad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heaviest fence; ensures writes are universally visible to other processors before subsequent reads execute.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43" name="Google Shape;34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225" y="4718050"/>
            <a:ext cx="50800" cy="8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4"/>
          <p:cNvSpPr txBox="1"/>
          <p:nvPr/>
        </p:nvSpPr>
        <p:spPr>
          <a:xfrm>
            <a:off x="463549" y="2672410"/>
            <a:ext cx="1172845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8B00"/>
                </a:solidFill>
                <a:latin typeface="Arial"/>
                <a:ea typeface="Arial"/>
                <a:cs typeface="Arial"/>
                <a:sym typeface="Arial"/>
              </a:rPr>
              <a:t>M O D U L E I I I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9" name="Google Shape;34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49" y="3057521"/>
            <a:ext cx="9734549" cy="1200149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14"/>
          <p:cNvSpPr txBox="1"/>
          <p:nvPr/>
        </p:nvSpPr>
        <p:spPr>
          <a:xfrm>
            <a:off x="463549" y="4329516"/>
            <a:ext cx="5925185" cy="53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163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Dissecting object header lock inflation</a:t>
            </a:r>
            <a:r>
              <a:rPr lang="en-US" sz="14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4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AbstractQueuedSynchronizer fair structures</a:t>
            </a:r>
            <a:r>
              <a:rPr lang="en-US" sz="14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4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optimistic stamped reads</a:t>
            </a:r>
            <a:r>
              <a:rPr lang="en-US" sz="14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4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hardware</a:t>
            </a:r>
            <a:r>
              <a:rPr lang="en-US" sz="14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</a:t>
            </a:r>
            <a:r>
              <a:rPr lang="en-US" sz="14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striped atomics</a:t>
            </a:r>
            <a:r>
              <a:rPr lang="en-US" sz="14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355" name="Google Shape;355;p15"/>
          <p:cNvSpPr txBox="1"/>
          <p:nvPr>
            <p:ph type="title"/>
          </p:nvPr>
        </p:nvSpPr>
        <p:spPr>
          <a:xfrm>
            <a:off x="463549" y="409883"/>
            <a:ext cx="5290820" cy="353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FF8B00"/>
                </a:solidFill>
              </a:rPr>
              <a:t>15. </a:t>
            </a:r>
            <a:r>
              <a:rPr lang="en-US"/>
              <a:t>Object Header Lock Inflation</a:t>
            </a:r>
            <a:endParaRPr sz="2050"/>
          </a:p>
        </p:txBody>
      </p:sp>
      <p:grpSp>
        <p:nvGrpSpPr>
          <p:cNvPr id="356" name="Google Shape;356;p15"/>
          <p:cNvGrpSpPr/>
          <p:nvPr/>
        </p:nvGrpSpPr>
        <p:grpSpPr>
          <a:xfrm>
            <a:off x="8848724" y="495295"/>
            <a:ext cx="1362075" cy="228604"/>
            <a:chOff x="8848724" y="495295"/>
            <a:chExt cx="1362075" cy="228604"/>
          </a:xfrm>
        </p:grpSpPr>
        <p:sp>
          <p:nvSpPr>
            <p:cNvPr id="357" name="Google Shape;357;p15"/>
            <p:cNvSpPr/>
            <p:nvPr/>
          </p:nvSpPr>
          <p:spPr>
            <a:xfrm>
              <a:off x="8848724" y="495295"/>
              <a:ext cx="1362075" cy="228600"/>
            </a:xfrm>
            <a:custGeom>
              <a:rect b="b" l="l" r="r" t="t"/>
              <a:pathLst>
                <a:path extrusionOk="0" h="228600" w="1362075">
                  <a:moveTo>
                    <a:pt x="1247774" y="228599"/>
                  </a:moveTo>
                  <a:lnTo>
                    <a:pt x="114299" y="228599"/>
                  </a:lnTo>
                  <a:lnTo>
                    <a:pt x="103040" y="228056"/>
                  </a:lnTo>
                  <a:lnTo>
                    <a:pt x="60363" y="215088"/>
                  </a:lnTo>
                  <a:lnTo>
                    <a:pt x="25899" y="186775"/>
                  </a:lnTo>
                  <a:lnTo>
                    <a:pt x="4893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1" y="60364"/>
                  </a:lnTo>
                  <a:lnTo>
                    <a:pt x="41823" y="25900"/>
                  </a:lnTo>
                  <a:lnTo>
                    <a:pt x="81169" y="4894"/>
                  </a:lnTo>
                  <a:lnTo>
                    <a:pt x="114299" y="0"/>
                  </a:lnTo>
                  <a:lnTo>
                    <a:pt x="1247774" y="0"/>
                  </a:lnTo>
                  <a:lnTo>
                    <a:pt x="1291514" y="8700"/>
                  </a:lnTo>
                  <a:lnTo>
                    <a:pt x="1328596" y="33477"/>
                  </a:lnTo>
                  <a:lnTo>
                    <a:pt x="1353372" y="70559"/>
                  </a:lnTo>
                  <a:lnTo>
                    <a:pt x="1362074" y="114299"/>
                  </a:lnTo>
                  <a:lnTo>
                    <a:pt x="1361530" y="125559"/>
                  </a:lnTo>
                  <a:lnTo>
                    <a:pt x="1348561" y="168235"/>
                  </a:lnTo>
                  <a:lnTo>
                    <a:pt x="1320250" y="202699"/>
                  </a:lnTo>
                  <a:lnTo>
                    <a:pt x="1280903" y="223705"/>
                  </a:lnTo>
                  <a:lnTo>
                    <a:pt x="1247774" y="228599"/>
                  </a:lnTo>
                  <a:close/>
                </a:path>
              </a:pathLst>
            </a:custGeom>
            <a:solidFill>
              <a:srgbClr val="0567E1">
                <a:alpha val="1215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15"/>
            <p:cNvSpPr/>
            <p:nvPr/>
          </p:nvSpPr>
          <p:spPr>
            <a:xfrm>
              <a:off x="8848724" y="495299"/>
              <a:ext cx="1362075" cy="228600"/>
            </a:xfrm>
            <a:custGeom>
              <a:rect b="b" l="l" r="r" t="t"/>
              <a:pathLst>
                <a:path extrusionOk="0" h="228600" w="1362075">
                  <a:moveTo>
                    <a:pt x="1247774" y="228599"/>
                  </a:moveTo>
                  <a:lnTo>
                    <a:pt x="114299" y="228599"/>
                  </a:lnTo>
                  <a:lnTo>
                    <a:pt x="103040" y="228056"/>
                  </a:lnTo>
                  <a:lnTo>
                    <a:pt x="60363" y="215088"/>
                  </a:lnTo>
                  <a:lnTo>
                    <a:pt x="25899" y="186775"/>
                  </a:lnTo>
                  <a:lnTo>
                    <a:pt x="4893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1" y="60364"/>
                  </a:lnTo>
                  <a:lnTo>
                    <a:pt x="41823" y="25900"/>
                  </a:lnTo>
                  <a:lnTo>
                    <a:pt x="81169" y="4894"/>
                  </a:lnTo>
                  <a:lnTo>
                    <a:pt x="114299" y="0"/>
                  </a:lnTo>
                  <a:lnTo>
                    <a:pt x="1247774" y="0"/>
                  </a:lnTo>
                  <a:lnTo>
                    <a:pt x="1291514" y="8700"/>
                  </a:lnTo>
                  <a:lnTo>
                    <a:pt x="1293261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121179"/>
                  </a:lnTo>
                  <a:lnTo>
                    <a:pt x="20133" y="160751"/>
                  </a:lnTo>
                  <a:lnTo>
                    <a:pt x="45077" y="193251"/>
                  </a:lnTo>
                  <a:lnTo>
                    <a:pt x="80560" y="213732"/>
                  </a:lnTo>
                  <a:lnTo>
                    <a:pt x="107420" y="219074"/>
                  </a:lnTo>
                  <a:lnTo>
                    <a:pt x="1293260" y="219074"/>
                  </a:lnTo>
                  <a:lnTo>
                    <a:pt x="1291514" y="219899"/>
                  </a:lnTo>
                  <a:lnTo>
                    <a:pt x="1280903" y="223705"/>
                  </a:lnTo>
                  <a:lnTo>
                    <a:pt x="1270076" y="226424"/>
                  </a:lnTo>
                  <a:lnTo>
                    <a:pt x="1259033" y="228056"/>
                  </a:lnTo>
                  <a:lnTo>
                    <a:pt x="1247774" y="228599"/>
                  </a:lnTo>
                  <a:close/>
                </a:path>
                <a:path extrusionOk="0" h="228600" w="1362075">
                  <a:moveTo>
                    <a:pt x="1293260" y="219074"/>
                  </a:moveTo>
                  <a:lnTo>
                    <a:pt x="1254654" y="219074"/>
                  </a:lnTo>
                  <a:lnTo>
                    <a:pt x="1261467" y="218403"/>
                  </a:lnTo>
                  <a:lnTo>
                    <a:pt x="1274962" y="215719"/>
                  </a:lnTo>
                  <a:lnTo>
                    <a:pt x="1311704" y="197595"/>
                  </a:lnTo>
                  <a:lnTo>
                    <a:pt x="1338713" y="166789"/>
                  </a:lnTo>
                  <a:lnTo>
                    <a:pt x="1351878" y="127993"/>
                  </a:lnTo>
                  <a:lnTo>
                    <a:pt x="1352549" y="121179"/>
                  </a:lnTo>
                  <a:lnTo>
                    <a:pt x="1352549" y="107420"/>
                  </a:lnTo>
                  <a:lnTo>
                    <a:pt x="1341941" y="67848"/>
                  </a:lnTo>
                  <a:lnTo>
                    <a:pt x="1316997" y="35348"/>
                  </a:lnTo>
                  <a:lnTo>
                    <a:pt x="1281514" y="14867"/>
                  </a:lnTo>
                  <a:lnTo>
                    <a:pt x="1254654" y="9524"/>
                  </a:lnTo>
                  <a:lnTo>
                    <a:pt x="1293261" y="9524"/>
                  </a:lnTo>
                  <a:lnTo>
                    <a:pt x="1328596" y="33477"/>
                  </a:lnTo>
                  <a:lnTo>
                    <a:pt x="1353372" y="70559"/>
                  </a:lnTo>
                  <a:lnTo>
                    <a:pt x="1362074" y="114299"/>
                  </a:lnTo>
                  <a:lnTo>
                    <a:pt x="1361530" y="125559"/>
                  </a:lnTo>
                  <a:lnTo>
                    <a:pt x="1348561" y="168235"/>
                  </a:lnTo>
                  <a:lnTo>
                    <a:pt x="1320250" y="202699"/>
                  </a:lnTo>
                  <a:lnTo>
                    <a:pt x="1301709" y="215088"/>
                  </a:lnTo>
                  <a:lnTo>
                    <a:pt x="1293260" y="219074"/>
                  </a:lnTo>
                  <a:close/>
                </a:path>
              </a:pathLst>
            </a:custGeom>
            <a:solidFill>
              <a:srgbClr val="0567E1">
                <a:alpha val="3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9" name="Google Shape;359;p15"/>
          <p:cNvSpPr txBox="1"/>
          <p:nvPr/>
        </p:nvSpPr>
        <p:spPr>
          <a:xfrm>
            <a:off x="8959701" y="523830"/>
            <a:ext cx="1126490" cy="159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567E1"/>
                </a:solidFill>
                <a:latin typeface="Arial"/>
                <a:ea typeface="Arial"/>
                <a:cs typeface="Arial"/>
                <a:sym typeface="Arial"/>
              </a:rPr>
              <a:t>S YN CH RON I Z E RS</a:t>
            </a:r>
            <a:endParaRPr sz="8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5"/>
          <p:cNvSpPr txBox="1"/>
          <p:nvPr/>
        </p:nvSpPr>
        <p:spPr>
          <a:xfrm>
            <a:off x="463549" y="2802175"/>
            <a:ext cx="4669155" cy="880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The Mark Word Lock Lifecycle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synchronization subsystem uses the 64-bit object header "Mark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292735" rtl="0" algn="l">
              <a:lnSpc>
                <a:spcPct val="144166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Word" to track lock status, inflating locks dynamically to balance performance and overhead: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361" name="Google Shape;361;p15"/>
          <p:cNvGrpSpPr/>
          <p:nvPr/>
        </p:nvGrpSpPr>
        <p:grpSpPr>
          <a:xfrm>
            <a:off x="5486399" y="3448045"/>
            <a:ext cx="4724400" cy="1371605"/>
            <a:chOff x="5486399" y="3448045"/>
            <a:chExt cx="4724400" cy="1371605"/>
          </a:xfrm>
        </p:grpSpPr>
        <p:sp>
          <p:nvSpPr>
            <p:cNvPr id="362" name="Google Shape;362;p15"/>
            <p:cNvSpPr/>
            <p:nvPr/>
          </p:nvSpPr>
          <p:spPr>
            <a:xfrm>
              <a:off x="5486399" y="3448045"/>
              <a:ext cx="4724400" cy="1371600"/>
            </a:xfrm>
            <a:custGeom>
              <a:rect b="b" l="l" r="r" t="t"/>
              <a:pathLst>
                <a:path extrusionOk="0" h="1371600" w="4724400">
                  <a:moveTo>
                    <a:pt x="4629149" y="1371599"/>
                  </a:moveTo>
                  <a:lnTo>
                    <a:pt x="95249" y="1371599"/>
                  </a:lnTo>
                  <a:lnTo>
                    <a:pt x="85866" y="1371146"/>
                  </a:lnTo>
                  <a:lnTo>
                    <a:pt x="42321" y="1355561"/>
                  </a:lnTo>
                  <a:lnTo>
                    <a:pt x="11259" y="1321295"/>
                  </a:lnTo>
                  <a:lnTo>
                    <a:pt x="0" y="127634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4629149" y="0"/>
                  </a:lnTo>
                  <a:lnTo>
                    <a:pt x="4674094" y="11259"/>
                  </a:lnTo>
                  <a:lnTo>
                    <a:pt x="4708360" y="42321"/>
                  </a:lnTo>
                  <a:lnTo>
                    <a:pt x="4723945" y="85866"/>
                  </a:lnTo>
                  <a:lnTo>
                    <a:pt x="4724399" y="95249"/>
                  </a:lnTo>
                  <a:lnTo>
                    <a:pt x="4724399" y="1276349"/>
                  </a:lnTo>
                  <a:lnTo>
                    <a:pt x="4713138" y="1321295"/>
                  </a:lnTo>
                  <a:lnTo>
                    <a:pt x="4682076" y="1355561"/>
                  </a:lnTo>
                  <a:lnTo>
                    <a:pt x="4638532" y="1371146"/>
                  </a:lnTo>
                  <a:lnTo>
                    <a:pt x="4629149" y="1371599"/>
                  </a:lnTo>
                  <a:close/>
                </a:path>
              </a:pathLst>
            </a:custGeom>
            <a:solidFill>
              <a:srgbClr val="FFFFFF">
                <a:alpha val="196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15"/>
            <p:cNvSpPr/>
            <p:nvPr/>
          </p:nvSpPr>
          <p:spPr>
            <a:xfrm>
              <a:off x="5486399" y="3448050"/>
              <a:ext cx="4724400" cy="1371600"/>
            </a:xfrm>
            <a:custGeom>
              <a:rect b="b" l="l" r="r" t="t"/>
              <a:pathLst>
                <a:path extrusionOk="0" h="1371600" w="4724400">
                  <a:moveTo>
                    <a:pt x="4629149" y="1371599"/>
                  </a:moveTo>
                  <a:lnTo>
                    <a:pt x="95249" y="1371599"/>
                  </a:lnTo>
                  <a:lnTo>
                    <a:pt x="85866" y="1371146"/>
                  </a:lnTo>
                  <a:lnTo>
                    <a:pt x="42321" y="1355561"/>
                  </a:lnTo>
                  <a:lnTo>
                    <a:pt x="11259" y="1321295"/>
                  </a:lnTo>
                  <a:lnTo>
                    <a:pt x="0" y="127634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4629149" y="0"/>
                  </a:lnTo>
                  <a:lnTo>
                    <a:pt x="4670418" y="9524"/>
                  </a:lnTo>
                  <a:lnTo>
                    <a:pt x="89621" y="9524"/>
                  </a:lnTo>
                  <a:lnTo>
                    <a:pt x="84046" y="10073"/>
                  </a:lnTo>
                  <a:lnTo>
                    <a:pt x="42943" y="27099"/>
                  </a:lnTo>
                  <a:lnTo>
                    <a:pt x="18204" y="57244"/>
                  </a:lnTo>
                  <a:lnTo>
                    <a:pt x="9524" y="89621"/>
                  </a:lnTo>
                  <a:lnTo>
                    <a:pt x="9524" y="1281978"/>
                  </a:lnTo>
                  <a:lnTo>
                    <a:pt x="20844" y="1319295"/>
                  </a:lnTo>
                  <a:lnTo>
                    <a:pt x="52303" y="1350754"/>
                  </a:lnTo>
                  <a:lnTo>
                    <a:pt x="89621" y="1362074"/>
                  </a:lnTo>
                  <a:lnTo>
                    <a:pt x="4670417" y="1362074"/>
                  </a:lnTo>
                  <a:lnTo>
                    <a:pt x="4665599" y="1364348"/>
                  </a:lnTo>
                  <a:lnTo>
                    <a:pt x="4656757" y="1367520"/>
                  </a:lnTo>
                  <a:lnTo>
                    <a:pt x="4647734" y="1369786"/>
                  </a:lnTo>
                  <a:lnTo>
                    <a:pt x="4638532" y="1371146"/>
                  </a:lnTo>
                  <a:lnTo>
                    <a:pt x="4629149" y="1371599"/>
                  </a:lnTo>
                  <a:close/>
                </a:path>
                <a:path extrusionOk="0" h="1371600" w="4724400">
                  <a:moveTo>
                    <a:pt x="4670417" y="1362074"/>
                  </a:moveTo>
                  <a:lnTo>
                    <a:pt x="4634778" y="1362074"/>
                  </a:lnTo>
                  <a:lnTo>
                    <a:pt x="4640352" y="1361525"/>
                  </a:lnTo>
                  <a:lnTo>
                    <a:pt x="4651393" y="1359329"/>
                  </a:lnTo>
                  <a:lnTo>
                    <a:pt x="4685785" y="1340946"/>
                  </a:lnTo>
                  <a:lnTo>
                    <a:pt x="4710502" y="1303954"/>
                  </a:lnTo>
                  <a:lnTo>
                    <a:pt x="4714874" y="1281978"/>
                  </a:lnTo>
                  <a:lnTo>
                    <a:pt x="4714874" y="89621"/>
                  </a:lnTo>
                  <a:lnTo>
                    <a:pt x="4703553" y="52303"/>
                  </a:lnTo>
                  <a:lnTo>
                    <a:pt x="4672094" y="20845"/>
                  </a:lnTo>
                  <a:lnTo>
                    <a:pt x="4634778" y="9524"/>
                  </a:lnTo>
                  <a:lnTo>
                    <a:pt x="4670418" y="9524"/>
                  </a:lnTo>
                  <a:lnTo>
                    <a:pt x="4702815" y="34853"/>
                  </a:lnTo>
                  <a:lnTo>
                    <a:pt x="4722586" y="76663"/>
                  </a:lnTo>
                  <a:lnTo>
                    <a:pt x="4724399" y="1276349"/>
                  </a:lnTo>
                  <a:lnTo>
                    <a:pt x="4723946" y="1285732"/>
                  </a:lnTo>
                  <a:lnTo>
                    <a:pt x="4708360" y="1329277"/>
                  </a:lnTo>
                  <a:lnTo>
                    <a:pt x="4674094" y="1360339"/>
                  </a:lnTo>
                  <a:lnTo>
                    <a:pt x="4670417" y="1362074"/>
                  </a:lnTo>
                  <a:close/>
                </a:path>
              </a:pathLst>
            </a:custGeom>
            <a:solidFill>
              <a:srgbClr val="FFFFFF">
                <a:alpha val="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64" name="Google Shape;36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67374" y="3638550"/>
              <a:ext cx="161925" cy="165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5" name="Google Shape;365;p15"/>
          <p:cNvSpPr txBox="1"/>
          <p:nvPr/>
        </p:nvSpPr>
        <p:spPr>
          <a:xfrm>
            <a:off x="5654674" y="3506079"/>
            <a:ext cx="3209290" cy="1116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150">
            <a:spAutoFit/>
          </a:bodyPr>
          <a:lstStyle/>
          <a:p>
            <a:pPr indent="0" lvl="0" marL="2508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Mark Word bit flags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102870" lvl="0" marL="115570" rtl="0" algn="l">
              <a:lnSpc>
                <a:spcPct val="100000"/>
              </a:lnSpc>
              <a:spcBef>
                <a:spcPts val="570"/>
              </a:spcBef>
              <a:spcAft>
                <a:spcPts val="0"/>
              </a:spcAft>
              <a:buClr>
                <a:srgbClr val="94A2B8"/>
              </a:buClr>
              <a:buSzPts val="1100"/>
              <a:buFont typeface="Helvetica Neue"/>
              <a:buChar char="•"/>
            </a:pPr>
            <a:r>
              <a:rPr lang="en-US" sz="950">
                <a:solidFill>
                  <a:srgbClr val="94A2B8"/>
                </a:solidFill>
                <a:latin typeface="Courier New"/>
                <a:ea typeface="Courier New"/>
                <a:cs typeface="Courier New"/>
                <a:sym typeface="Courier New"/>
              </a:rPr>
              <a:t>01 </a:t>
            </a:r>
            <a:r>
              <a:rPr lang="en-US" sz="11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</a:t>
            </a:r>
            <a:r>
              <a:rPr lang="en-US" sz="10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Unlocked </a:t>
            </a:r>
            <a:r>
              <a:rPr lang="en-US" sz="11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/ </a:t>
            </a:r>
            <a:r>
              <a:rPr lang="en-US" sz="10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Biased Lock State</a:t>
            </a:r>
            <a:endParaRPr sz="105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02870" lvl="0" marL="115570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>
                <a:srgbClr val="94A2B8"/>
              </a:buClr>
              <a:buSzPts val="1100"/>
              <a:buFont typeface="Helvetica Neue"/>
              <a:buChar char="•"/>
            </a:pPr>
            <a:r>
              <a:rPr lang="en-US" sz="950">
                <a:solidFill>
                  <a:srgbClr val="94A2B8"/>
                </a:solidFill>
                <a:latin typeface="Courier New"/>
                <a:ea typeface="Courier New"/>
                <a:cs typeface="Courier New"/>
                <a:sym typeface="Courier New"/>
              </a:rPr>
              <a:t>00 </a:t>
            </a:r>
            <a:r>
              <a:rPr lang="en-US" sz="11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</a:t>
            </a:r>
            <a:r>
              <a:rPr lang="en-US" sz="10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Lightweight Lock </a:t>
            </a:r>
            <a:r>
              <a:rPr lang="en-US" sz="11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en-US" sz="10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Stack pointer address</a:t>
            </a:r>
            <a:r>
              <a:rPr lang="en-US" sz="11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02870" lvl="0" marL="11557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94A2B8"/>
              </a:buClr>
              <a:buSzPts val="1100"/>
              <a:buFont typeface="Helvetica Neue"/>
              <a:buChar char="•"/>
            </a:pPr>
            <a:r>
              <a:rPr lang="en-US" sz="950">
                <a:solidFill>
                  <a:srgbClr val="94A2B8"/>
                </a:solidFill>
                <a:latin typeface="Courier New"/>
                <a:ea typeface="Courier New"/>
                <a:cs typeface="Courier New"/>
                <a:sym typeface="Courier New"/>
              </a:rPr>
              <a:t>10 </a:t>
            </a:r>
            <a:r>
              <a:rPr lang="en-US" sz="11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</a:t>
            </a:r>
            <a:r>
              <a:rPr lang="en-US" sz="10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Heavyweight Lock </a:t>
            </a:r>
            <a:r>
              <a:rPr lang="en-US" sz="11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en-US" sz="10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OS Monitor pointer address</a:t>
            </a:r>
            <a:r>
              <a:rPr lang="en-US" sz="11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02870" lvl="0" marL="115570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>
                <a:srgbClr val="94A2B8"/>
              </a:buClr>
              <a:buSzPts val="1100"/>
              <a:buFont typeface="Helvetica Neue"/>
              <a:buChar char="•"/>
            </a:pPr>
            <a:r>
              <a:rPr lang="en-US" sz="950">
                <a:solidFill>
                  <a:srgbClr val="94A2B8"/>
                </a:solidFill>
                <a:latin typeface="Courier New"/>
                <a:ea typeface="Courier New"/>
                <a:cs typeface="Courier New"/>
                <a:sym typeface="Courier New"/>
              </a:rPr>
              <a:t>11 </a:t>
            </a:r>
            <a:r>
              <a:rPr lang="en-US" sz="11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</a:t>
            </a:r>
            <a:r>
              <a:rPr lang="en-US" sz="10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Marked for Garbage Collection</a:t>
            </a:r>
            <a:endParaRPr sz="10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6" name="Google Shape;366;p15"/>
          <p:cNvSpPr txBox="1"/>
          <p:nvPr/>
        </p:nvSpPr>
        <p:spPr>
          <a:xfrm>
            <a:off x="692150" y="3759655"/>
            <a:ext cx="4232910" cy="436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1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Biased Locking 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Disabled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Deprecated in Modern JDKs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): </a:t>
            </a: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Object locks to a single thread, skipping CAS instructions.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67" name="Google Shape;36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0225" y="3860800"/>
            <a:ext cx="50800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5"/>
          <p:cNvSpPr txBox="1"/>
          <p:nvPr/>
        </p:nvSpPr>
        <p:spPr>
          <a:xfrm>
            <a:off x="692150" y="4236609"/>
            <a:ext cx="4390390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5080" rtl="0" algn="l">
              <a:lnSpc>
                <a:spcPct val="106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Lightweight Locking 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Thin Spin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): </a:t>
            </a: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Contending threads attempt lock acquisition via quick CAS loops. No OS parking occurs.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69" name="Google Shape;36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0225" y="4327525"/>
            <a:ext cx="50800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15"/>
          <p:cNvSpPr txBox="1"/>
          <p:nvPr/>
        </p:nvSpPr>
        <p:spPr>
          <a:xfrm>
            <a:off x="692150" y="4683579"/>
            <a:ext cx="4276725" cy="626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marR="5080" rtl="0" algn="l">
              <a:lnSpc>
                <a:spcPct val="110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Heavyweight Locking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High contention forces inflation. The JVM allocates a native OS </a:t>
            </a:r>
            <a:r>
              <a:rPr lang="en-US" sz="1050">
                <a:solidFill>
                  <a:srgbClr val="94A2B8"/>
                </a:solidFill>
                <a:latin typeface="Courier New"/>
                <a:ea typeface="Courier New"/>
                <a:cs typeface="Courier New"/>
                <a:sym typeface="Courier New"/>
              </a:rPr>
              <a:t>ObjectMonitor</a:t>
            </a: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parks the threads, and handles state via native mutexes.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71" name="Google Shape;37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0225" y="4784724"/>
            <a:ext cx="50800" cy="8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376" name="Google Shape;376;p16"/>
          <p:cNvSpPr txBox="1"/>
          <p:nvPr>
            <p:ph type="title"/>
          </p:nvPr>
        </p:nvSpPr>
        <p:spPr>
          <a:xfrm>
            <a:off x="463549" y="409883"/>
            <a:ext cx="4291965" cy="353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FF8B00"/>
                </a:solidFill>
              </a:rPr>
              <a:t>16. </a:t>
            </a:r>
            <a:r>
              <a:rPr lang="en-US"/>
              <a:t>ReentrantLock </a:t>
            </a:r>
            <a:r>
              <a:rPr lang="en-US" sz="2050"/>
              <a:t>&amp; </a:t>
            </a:r>
            <a:r>
              <a:rPr lang="en-US"/>
              <a:t>Explicit Locking</a:t>
            </a:r>
            <a:endParaRPr sz="2050"/>
          </a:p>
        </p:txBody>
      </p:sp>
      <p:grpSp>
        <p:nvGrpSpPr>
          <p:cNvPr id="377" name="Google Shape;377;p16"/>
          <p:cNvGrpSpPr/>
          <p:nvPr/>
        </p:nvGrpSpPr>
        <p:grpSpPr>
          <a:xfrm>
            <a:off x="8848724" y="495295"/>
            <a:ext cx="1362075" cy="228604"/>
            <a:chOff x="8848724" y="495295"/>
            <a:chExt cx="1362075" cy="228604"/>
          </a:xfrm>
        </p:grpSpPr>
        <p:sp>
          <p:nvSpPr>
            <p:cNvPr id="378" name="Google Shape;378;p16"/>
            <p:cNvSpPr/>
            <p:nvPr/>
          </p:nvSpPr>
          <p:spPr>
            <a:xfrm>
              <a:off x="8848724" y="495295"/>
              <a:ext cx="1362075" cy="228600"/>
            </a:xfrm>
            <a:custGeom>
              <a:rect b="b" l="l" r="r" t="t"/>
              <a:pathLst>
                <a:path extrusionOk="0" h="228600" w="1362075">
                  <a:moveTo>
                    <a:pt x="1247774" y="228599"/>
                  </a:moveTo>
                  <a:lnTo>
                    <a:pt x="114299" y="228599"/>
                  </a:lnTo>
                  <a:lnTo>
                    <a:pt x="103040" y="228056"/>
                  </a:lnTo>
                  <a:lnTo>
                    <a:pt x="60363" y="215088"/>
                  </a:lnTo>
                  <a:lnTo>
                    <a:pt x="25899" y="186775"/>
                  </a:lnTo>
                  <a:lnTo>
                    <a:pt x="4893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1" y="60364"/>
                  </a:lnTo>
                  <a:lnTo>
                    <a:pt x="41823" y="25900"/>
                  </a:lnTo>
                  <a:lnTo>
                    <a:pt x="81169" y="4894"/>
                  </a:lnTo>
                  <a:lnTo>
                    <a:pt x="114299" y="0"/>
                  </a:lnTo>
                  <a:lnTo>
                    <a:pt x="1247774" y="0"/>
                  </a:lnTo>
                  <a:lnTo>
                    <a:pt x="1291514" y="8700"/>
                  </a:lnTo>
                  <a:lnTo>
                    <a:pt x="1328596" y="33477"/>
                  </a:lnTo>
                  <a:lnTo>
                    <a:pt x="1353372" y="70559"/>
                  </a:lnTo>
                  <a:lnTo>
                    <a:pt x="1362074" y="114299"/>
                  </a:lnTo>
                  <a:lnTo>
                    <a:pt x="1361530" y="125559"/>
                  </a:lnTo>
                  <a:lnTo>
                    <a:pt x="1348561" y="168235"/>
                  </a:lnTo>
                  <a:lnTo>
                    <a:pt x="1320250" y="202699"/>
                  </a:lnTo>
                  <a:lnTo>
                    <a:pt x="1280903" y="223705"/>
                  </a:lnTo>
                  <a:lnTo>
                    <a:pt x="1247774" y="228599"/>
                  </a:lnTo>
                  <a:close/>
                </a:path>
              </a:pathLst>
            </a:custGeom>
            <a:solidFill>
              <a:srgbClr val="0567E1">
                <a:alpha val="1215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16"/>
            <p:cNvSpPr/>
            <p:nvPr/>
          </p:nvSpPr>
          <p:spPr>
            <a:xfrm>
              <a:off x="8848724" y="495299"/>
              <a:ext cx="1362075" cy="228600"/>
            </a:xfrm>
            <a:custGeom>
              <a:rect b="b" l="l" r="r" t="t"/>
              <a:pathLst>
                <a:path extrusionOk="0" h="228600" w="1362075">
                  <a:moveTo>
                    <a:pt x="1247774" y="228599"/>
                  </a:moveTo>
                  <a:lnTo>
                    <a:pt x="114299" y="228599"/>
                  </a:lnTo>
                  <a:lnTo>
                    <a:pt x="103040" y="228056"/>
                  </a:lnTo>
                  <a:lnTo>
                    <a:pt x="60363" y="215088"/>
                  </a:lnTo>
                  <a:lnTo>
                    <a:pt x="25899" y="186775"/>
                  </a:lnTo>
                  <a:lnTo>
                    <a:pt x="4893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1" y="60364"/>
                  </a:lnTo>
                  <a:lnTo>
                    <a:pt x="41823" y="25900"/>
                  </a:lnTo>
                  <a:lnTo>
                    <a:pt x="81169" y="4894"/>
                  </a:lnTo>
                  <a:lnTo>
                    <a:pt x="114299" y="0"/>
                  </a:lnTo>
                  <a:lnTo>
                    <a:pt x="1247774" y="0"/>
                  </a:lnTo>
                  <a:lnTo>
                    <a:pt x="1291514" y="8700"/>
                  </a:lnTo>
                  <a:lnTo>
                    <a:pt x="1293261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121179"/>
                  </a:lnTo>
                  <a:lnTo>
                    <a:pt x="20133" y="160751"/>
                  </a:lnTo>
                  <a:lnTo>
                    <a:pt x="45077" y="193251"/>
                  </a:lnTo>
                  <a:lnTo>
                    <a:pt x="80560" y="213732"/>
                  </a:lnTo>
                  <a:lnTo>
                    <a:pt x="107420" y="219074"/>
                  </a:lnTo>
                  <a:lnTo>
                    <a:pt x="1293260" y="219074"/>
                  </a:lnTo>
                  <a:lnTo>
                    <a:pt x="1291514" y="219899"/>
                  </a:lnTo>
                  <a:lnTo>
                    <a:pt x="1280903" y="223705"/>
                  </a:lnTo>
                  <a:lnTo>
                    <a:pt x="1270076" y="226424"/>
                  </a:lnTo>
                  <a:lnTo>
                    <a:pt x="1259033" y="228056"/>
                  </a:lnTo>
                  <a:lnTo>
                    <a:pt x="1247774" y="228599"/>
                  </a:lnTo>
                  <a:close/>
                </a:path>
                <a:path extrusionOk="0" h="228600" w="1362075">
                  <a:moveTo>
                    <a:pt x="1293260" y="219074"/>
                  </a:moveTo>
                  <a:lnTo>
                    <a:pt x="1254654" y="219074"/>
                  </a:lnTo>
                  <a:lnTo>
                    <a:pt x="1261467" y="218403"/>
                  </a:lnTo>
                  <a:lnTo>
                    <a:pt x="1274962" y="215719"/>
                  </a:lnTo>
                  <a:lnTo>
                    <a:pt x="1311704" y="197595"/>
                  </a:lnTo>
                  <a:lnTo>
                    <a:pt x="1338713" y="166789"/>
                  </a:lnTo>
                  <a:lnTo>
                    <a:pt x="1351878" y="127993"/>
                  </a:lnTo>
                  <a:lnTo>
                    <a:pt x="1352549" y="121179"/>
                  </a:lnTo>
                  <a:lnTo>
                    <a:pt x="1352549" y="107420"/>
                  </a:lnTo>
                  <a:lnTo>
                    <a:pt x="1341941" y="67848"/>
                  </a:lnTo>
                  <a:lnTo>
                    <a:pt x="1316997" y="35348"/>
                  </a:lnTo>
                  <a:lnTo>
                    <a:pt x="1281514" y="14867"/>
                  </a:lnTo>
                  <a:lnTo>
                    <a:pt x="1254654" y="9524"/>
                  </a:lnTo>
                  <a:lnTo>
                    <a:pt x="1293261" y="9524"/>
                  </a:lnTo>
                  <a:lnTo>
                    <a:pt x="1328596" y="33477"/>
                  </a:lnTo>
                  <a:lnTo>
                    <a:pt x="1353372" y="70559"/>
                  </a:lnTo>
                  <a:lnTo>
                    <a:pt x="1362074" y="114299"/>
                  </a:lnTo>
                  <a:lnTo>
                    <a:pt x="1361530" y="125559"/>
                  </a:lnTo>
                  <a:lnTo>
                    <a:pt x="1348561" y="168235"/>
                  </a:lnTo>
                  <a:lnTo>
                    <a:pt x="1320250" y="202699"/>
                  </a:lnTo>
                  <a:lnTo>
                    <a:pt x="1301709" y="215088"/>
                  </a:lnTo>
                  <a:lnTo>
                    <a:pt x="1293260" y="219074"/>
                  </a:lnTo>
                  <a:close/>
                </a:path>
              </a:pathLst>
            </a:custGeom>
            <a:solidFill>
              <a:srgbClr val="0567E1">
                <a:alpha val="3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0" name="Google Shape;380;p16"/>
          <p:cNvSpPr txBox="1"/>
          <p:nvPr/>
        </p:nvSpPr>
        <p:spPr>
          <a:xfrm>
            <a:off x="8959701" y="523830"/>
            <a:ext cx="1126490" cy="159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567E1"/>
                </a:solidFill>
                <a:latin typeface="Arial"/>
                <a:ea typeface="Arial"/>
                <a:cs typeface="Arial"/>
                <a:sym typeface="Arial"/>
              </a:rPr>
              <a:t>S YN CH RON I Z E RS</a:t>
            </a:r>
            <a:endParaRPr sz="8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6"/>
          <p:cNvSpPr txBox="1"/>
          <p:nvPr/>
        </p:nvSpPr>
        <p:spPr>
          <a:xfrm>
            <a:off x="463549" y="3219766"/>
            <a:ext cx="4488815" cy="681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AbstractQueuedSynchronizer </a:t>
            </a:r>
            <a:r>
              <a:rPr b="1" lang="en-US" sz="16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en-US" sz="15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AQS</a:t>
            </a:r>
            <a:r>
              <a:rPr b="1" lang="en-US" sz="16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Explicit locks are built on AQS, which manages queue states using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volatile integers and FIFO thread nodes.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382" name="Google Shape;382;p16"/>
          <p:cNvGrpSpPr/>
          <p:nvPr/>
        </p:nvGrpSpPr>
        <p:grpSpPr>
          <a:xfrm>
            <a:off x="5491161" y="2643183"/>
            <a:ext cx="4714875" cy="2867025"/>
            <a:chOff x="5491161" y="2643183"/>
            <a:chExt cx="4714875" cy="2867025"/>
          </a:xfrm>
        </p:grpSpPr>
        <p:sp>
          <p:nvSpPr>
            <p:cNvPr id="383" name="Google Shape;383;p16"/>
            <p:cNvSpPr/>
            <p:nvPr/>
          </p:nvSpPr>
          <p:spPr>
            <a:xfrm>
              <a:off x="5491161" y="2643183"/>
              <a:ext cx="4714875" cy="2867025"/>
            </a:xfrm>
            <a:custGeom>
              <a:rect b="b" l="l" r="r" t="t"/>
              <a:pathLst>
                <a:path extrusionOk="0" h="2867025" w="4714875">
                  <a:moveTo>
                    <a:pt x="0" y="2795587"/>
                  </a:moveTo>
                  <a:lnTo>
                    <a:pt x="0" y="71437"/>
                  </a:lnTo>
                  <a:lnTo>
                    <a:pt x="0" y="66739"/>
                  </a:lnTo>
                  <a:lnTo>
                    <a:pt x="457" y="62089"/>
                  </a:lnTo>
                  <a:lnTo>
                    <a:pt x="1372" y="57485"/>
                  </a:lnTo>
                  <a:lnTo>
                    <a:pt x="2287" y="52880"/>
                  </a:lnTo>
                  <a:lnTo>
                    <a:pt x="3642" y="48415"/>
                  </a:lnTo>
                  <a:lnTo>
                    <a:pt x="5437" y="44080"/>
                  </a:lnTo>
                  <a:lnTo>
                    <a:pt x="7232" y="39746"/>
                  </a:lnTo>
                  <a:lnTo>
                    <a:pt x="9433" y="35625"/>
                  </a:lnTo>
                  <a:lnTo>
                    <a:pt x="12039" y="31728"/>
                  </a:lnTo>
                  <a:lnTo>
                    <a:pt x="14645" y="27831"/>
                  </a:lnTo>
                  <a:lnTo>
                    <a:pt x="17607" y="24222"/>
                  </a:lnTo>
                  <a:lnTo>
                    <a:pt x="20923" y="20910"/>
                  </a:lnTo>
                  <a:lnTo>
                    <a:pt x="24240" y="17589"/>
                  </a:lnTo>
                  <a:lnTo>
                    <a:pt x="27848" y="14622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4643437" y="0"/>
                  </a:lnTo>
                  <a:lnTo>
                    <a:pt x="4648126" y="0"/>
                  </a:lnTo>
                  <a:lnTo>
                    <a:pt x="4652772" y="456"/>
                  </a:lnTo>
                  <a:lnTo>
                    <a:pt x="4657372" y="1367"/>
                  </a:lnTo>
                  <a:lnTo>
                    <a:pt x="4661973" y="2279"/>
                  </a:lnTo>
                  <a:lnTo>
                    <a:pt x="4693950" y="20910"/>
                  </a:lnTo>
                  <a:lnTo>
                    <a:pt x="4697268" y="24222"/>
                  </a:lnTo>
                  <a:lnTo>
                    <a:pt x="4700228" y="27831"/>
                  </a:lnTo>
                  <a:lnTo>
                    <a:pt x="4702834" y="31728"/>
                  </a:lnTo>
                  <a:lnTo>
                    <a:pt x="4705439" y="35625"/>
                  </a:lnTo>
                  <a:lnTo>
                    <a:pt x="4713501" y="57485"/>
                  </a:lnTo>
                  <a:lnTo>
                    <a:pt x="4714417" y="62089"/>
                  </a:lnTo>
                  <a:lnTo>
                    <a:pt x="4714875" y="66739"/>
                  </a:lnTo>
                  <a:lnTo>
                    <a:pt x="4714875" y="71437"/>
                  </a:lnTo>
                  <a:lnTo>
                    <a:pt x="4714875" y="2795587"/>
                  </a:lnTo>
                  <a:lnTo>
                    <a:pt x="4714875" y="2800265"/>
                  </a:lnTo>
                  <a:lnTo>
                    <a:pt x="4714417" y="2804907"/>
                  </a:lnTo>
                  <a:lnTo>
                    <a:pt x="4713501" y="2809502"/>
                  </a:lnTo>
                  <a:lnTo>
                    <a:pt x="4712587" y="2814106"/>
                  </a:lnTo>
                  <a:lnTo>
                    <a:pt x="4711231" y="2818581"/>
                  </a:lnTo>
                  <a:lnTo>
                    <a:pt x="4709436" y="2822906"/>
                  </a:lnTo>
                  <a:lnTo>
                    <a:pt x="4707639" y="2827240"/>
                  </a:lnTo>
                  <a:lnTo>
                    <a:pt x="4683124" y="2854960"/>
                  </a:lnTo>
                  <a:lnTo>
                    <a:pt x="4679225" y="2857574"/>
                  </a:lnTo>
                  <a:lnTo>
                    <a:pt x="4657372" y="2865638"/>
                  </a:lnTo>
                  <a:lnTo>
                    <a:pt x="4652772" y="2866559"/>
                  </a:lnTo>
                  <a:lnTo>
                    <a:pt x="4648126" y="2867015"/>
                  </a:lnTo>
                  <a:lnTo>
                    <a:pt x="4643437" y="2867024"/>
                  </a:lnTo>
                  <a:lnTo>
                    <a:pt x="71438" y="2867024"/>
                  </a:lnTo>
                  <a:lnTo>
                    <a:pt x="66747" y="2867015"/>
                  </a:lnTo>
                  <a:lnTo>
                    <a:pt x="62101" y="2866550"/>
                  </a:lnTo>
                  <a:lnTo>
                    <a:pt x="57501" y="2865629"/>
                  </a:lnTo>
                  <a:lnTo>
                    <a:pt x="52900" y="2864717"/>
                  </a:lnTo>
                  <a:lnTo>
                    <a:pt x="17607" y="2842775"/>
                  </a:lnTo>
                  <a:lnTo>
                    <a:pt x="12039" y="2835258"/>
                  </a:lnTo>
                  <a:lnTo>
                    <a:pt x="9433" y="2831362"/>
                  </a:lnTo>
                  <a:lnTo>
                    <a:pt x="7232" y="2827240"/>
                  </a:lnTo>
                  <a:lnTo>
                    <a:pt x="5437" y="2822906"/>
                  </a:lnTo>
                  <a:lnTo>
                    <a:pt x="3642" y="2818581"/>
                  </a:lnTo>
                  <a:lnTo>
                    <a:pt x="2287" y="2814106"/>
                  </a:lnTo>
                  <a:lnTo>
                    <a:pt x="1372" y="2809502"/>
                  </a:lnTo>
                  <a:lnTo>
                    <a:pt x="457" y="2804907"/>
                  </a:lnTo>
                  <a:lnTo>
                    <a:pt x="0" y="2800265"/>
                  </a:lnTo>
                  <a:lnTo>
                    <a:pt x="0" y="2795587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16"/>
            <p:cNvSpPr/>
            <p:nvPr/>
          </p:nvSpPr>
          <p:spPr>
            <a:xfrm>
              <a:off x="5495924" y="2647945"/>
              <a:ext cx="4705350" cy="314325"/>
            </a:xfrm>
            <a:custGeom>
              <a:rect b="b" l="l" r="r" t="t"/>
              <a:pathLst>
                <a:path extrusionOk="0" h="314325" w="4705350">
                  <a:moveTo>
                    <a:pt x="4705349" y="314324"/>
                  </a:moveTo>
                  <a:lnTo>
                    <a:pt x="0" y="314324"/>
                  </a:lnTo>
                  <a:lnTo>
                    <a:pt x="0" y="66679"/>
                  </a:lnTo>
                  <a:lnTo>
                    <a:pt x="11225" y="29629"/>
                  </a:lnTo>
                  <a:lnTo>
                    <a:pt x="41158" y="5079"/>
                  </a:lnTo>
                  <a:lnTo>
                    <a:pt x="66675" y="0"/>
                  </a:lnTo>
                  <a:lnTo>
                    <a:pt x="4638675" y="0"/>
                  </a:lnTo>
                  <a:lnTo>
                    <a:pt x="4675723" y="11230"/>
                  </a:lnTo>
                  <a:lnTo>
                    <a:pt x="4700272" y="41163"/>
                  </a:lnTo>
                  <a:lnTo>
                    <a:pt x="4705349" y="314324"/>
                  </a:lnTo>
                  <a:close/>
                </a:path>
              </a:pathLst>
            </a:custGeom>
            <a:solidFill>
              <a:srgbClr val="FFFFFF">
                <a:alpha val="3137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16"/>
            <p:cNvSpPr/>
            <p:nvPr/>
          </p:nvSpPr>
          <p:spPr>
            <a:xfrm>
              <a:off x="5495924" y="2952741"/>
              <a:ext cx="4705350" cy="9525"/>
            </a:xfrm>
            <a:custGeom>
              <a:rect b="b" l="l" r="r" t="t"/>
              <a:pathLst>
                <a:path extrusionOk="0" h="9525" w="4705350">
                  <a:moveTo>
                    <a:pt x="47053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4705349" y="0"/>
                  </a:lnTo>
                  <a:lnTo>
                    <a:pt x="4705349" y="9524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16"/>
            <p:cNvSpPr/>
            <p:nvPr/>
          </p:nvSpPr>
          <p:spPr>
            <a:xfrm>
              <a:off x="5495924" y="2962270"/>
              <a:ext cx="4705350" cy="2543175"/>
            </a:xfrm>
            <a:custGeom>
              <a:rect b="b" l="l" r="r" t="t"/>
              <a:pathLst>
                <a:path extrusionOk="0" h="2543175" w="4705350">
                  <a:moveTo>
                    <a:pt x="4638675" y="2543174"/>
                  </a:moveTo>
                  <a:lnTo>
                    <a:pt x="66675" y="2543174"/>
                  </a:lnTo>
                  <a:lnTo>
                    <a:pt x="60107" y="2542861"/>
                  </a:lnTo>
                  <a:lnTo>
                    <a:pt x="24397" y="2528070"/>
                  </a:lnTo>
                  <a:lnTo>
                    <a:pt x="2854" y="2495829"/>
                  </a:lnTo>
                  <a:lnTo>
                    <a:pt x="0" y="2476504"/>
                  </a:lnTo>
                  <a:lnTo>
                    <a:pt x="0" y="0"/>
                  </a:lnTo>
                  <a:lnTo>
                    <a:pt x="4705350" y="0"/>
                  </a:lnTo>
                  <a:lnTo>
                    <a:pt x="4705349" y="2476504"/>
                  </a:lnTo>
                  <a:lnTo>
                    <a:pt x="4694122" y="2513552"/>
                  </a:lnTo>
                  <a:lnTo>
                    <a:pt x="4664189" y="2538103"/>
                  </a:lnTo>
                  <a:lnTo>
                    <a:pt x="4638675" y="2543174"/>
                  </a:lnTo>
                  <a:close/>
                </a:path>
              </a:pathLst>
            </a:custGeom>
            <a:solidFill>
              <a:srgbClr val="03050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7" name="Google Shape;387;p16"/>
          <p:cNvSpPr txBox="1"/>
          <p:nvPr/>
        </p:nvSpPr>
        <p:spPr>
          <a:xfrm>
            <a:off x="5635624" y="2699966"/>
            <a:ext cx="3968750" cy="57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94A2B8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Explicit Non-blocking lock</a:t>
            </a:r>
            <a:endParaRPr sz="100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private final </a:t>
            </a:r>
            <a:r>
              <a:rPr lang="en-US" sz="900">
                <a:solidFill>
                  <a:srgbClr val="37BDF7"/>
                </a:solidFill>
                <a:latin typeface="Courier New"/>
                <a:ea typeface="Courier New"/>
                <a:cs typeface="Courier New"/>
                <a:sym typeface="Courier New"/>
              </a:rPr>
              <a:t>ReentrantLock 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lock = </a:t>
            </a: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lang="en-US" sz="900">
                <a:solidFill>
                  <a:srgbClr val="37BDF7"/>
                </a:solidFill>
                <a:latin typeface="Courier New"/>
                <a:ea typeface="Courier New"/>
                <a:cs typeface="Courier New"/>
                <a:sym typeface="Courier New"/>
              </a:rPr>
              <a:t>ReentrantLock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88" name="Google Shape;388;p16"/>
          <p:cNvSpPr txBox="1"/>
          <p:nvPr/>
        </p:nvSpPr>
        <p:spPr>
          <a:xfrm>
            <a:off x="5635624" y="3421062"/>
            <a:ext cx="3896995" cy="1920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public void 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executeTask() {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9085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(lock.tryLock()) { </a:t>
            </a:r>
            <a:r>
              <a:rPr i="1" lang="en-US" sz="900">
                <a:solidFill>
                  <a:srgbClr val="64738B"/>
                </a:solidFill>
                <a:latin typeface="Courier New"/>
                <a:ea typeface="Courier New"/>
                <a:cs typeface="Courier New"/>
                <a:sym typeface="Courier New"/>
              </a:rPr>
              <a:t>// Try lock without blocking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-287020" lvl="0" marL="872490" marR="2083435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try 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{ doTaskWork();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586105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finally 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872490" rtl="0" algn="l">
              <a:lnSpc>
                <a:spcPct val="100000"/>
              </a:lnSpc>
              <a:spcBef>
                <a:spcPts val="345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lock.unlock(); </a:t>
            </a:r>
            <a:r>
              <a:rPr i="1" lang="en-US" sz="900">
                <a:solidFill>
                  <a:srgbClr val="64738B"/>
                </a:solidFill>
                <a:latin typeface="Courier New"/>
                <a:ea typeface="Courier New"/>
                <a:cs typeface="Courier New"/>
                <a:sym typeface="Courier New"/>
              </a:rPr>
              <a:t>// Ensure manual unlock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586105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9085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else 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586105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log.warn(</a:t>
            </a:r>
            <a:r>
              <a:rPr lang="en-US" sz="900">
                <a:solidFill>
                  <a:srgbClr val="0FB981"/>
                </a:solidFill>
                <a:latin typeface="Courier New"/>
                <a:ea typeface="Courier New"/>
                <a:cs typeface="Courier New"/>
                <a:sym typeface="Courier New"/>
              </a:rPr>
              <a:t>"Lock busy, execution deferred"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9085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89" name="Google Shape;38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225" y="4079875"/>
            <a:ext cx="50800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16"/>
          <p:cNvSpPr txBox="1"/>
          <p:nvPr/>
        </p:nvSpPr>
        <p:spPr>
          <a:xfrm>
            <a:off x="692150" y="3978730"/>
            <a:ext cx="4516755" cy="893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1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Fair Allocation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Forces threads to join the queue in arrival order. This prevents starvation but increases context-switching overhead.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385445" rtl="0" algn="l">
              <a:lnSpc>
                <a:spcPct val="1067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Unfair Allocation 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Default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): </a:t>
            </a: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Allows new threads to "barge" and acquire the lock if it becomes free, maximizing raw throughput.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91" name="Google Shape;39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225" y="4546600"/>
            <a:ext cx="50800" cy="8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396" name="Google Shape;396;p17"/>
          <p:cNvSpPr txBox="1"/>
          <p:nvPr>
            <p:ph type="title"/>
          </p:nvPr>
        </p:nvSpPr>
        <p:spPr>
          <a:xfrm>
            <a:off x="463549" y="409883"/>
            <a:ext cx="4091304" cy="353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FF8B00"/>
                </a:solidFill>
              </a:rPr>
              <a:t>17. </a:t>
            </a:r>
            <a:r>
              <a:rPr lang="en-US"/>
              <a:t>StampedLock Optimistic Reads</a:t>
            </a:r>
            <a:endParaRPr sz="2050"/>
          </a:p>
        </p:txBody>
      </p:sp>
      <p:grpSp>
        <p:nvGrpSpPr>
          <p:cNvPr id="397" name="Google Shape;397;p17"/>
          <p:cNvGrpSpPr/>
          <p:nvPr/>
        </p:nvGrpSpPr>
        <p:grpSpPr>
          <a:xfrm>
            <a:off x="8848724" y="495296"/>
            <a:ext cx="1362075" cy="228603"/>
            <a:chOff x="8848724" y="495296"/>
            <a:chExt cx="1362075" cy="228603"/>
          </a:xfrm>
        </p:grpSpPr>
        <p:sp>
          <p:nvSpPr>
            <p:cNvPr id="398" name="Google Shape;398;p17"/>
            <p:cNvSpPr/>
            <p:nvPr/>
          </p:nvSpPr>
          <p:spPr>
            <a:xfrm>
              <a:off x="8848724" y="495296"/>
              <a:ext cx="1362075" cy="228600"/>
            </a:xfrm>
            <a:custGeom>
              <a:rect b="b" l="l" r="r" t="t"/>
              <a:pathLst>
                <a:path extrusionOk="0" h="228600" w="1362075">
                  <a:moveTo>
                    <a:pt x="1247774" y="228599"/>
                  </a:moveTo>
                  <a:lnTo>
                    <a:pt x="114299" y="228599"/>
                  </a:lnTo>
                  <a:lnTo>
                    <a:pt x="103040" y="228056"/>
                  </a:lnTo>
                  <a:lnTo>
                    <a:pt x="60363" y="215088"/>
                  </a:lnTo>
                  <a:lnTo>
                    <a:pt x="25899" y="186775"/>
                  </a:lnTo>
                  <a:lnTo>
                    <a:pt x="4893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1" y="60364"/>
                  </a:lnTo>
                  <a:lnTo>
                    <a:pt x="41823" y="25900"/>
                  </a:lnTo>
                  <a:lnTo>
                    <a:pt x="81169" y="4894"/>
                  </a:lnTo>
                  <a:lnTo>
                    <a:pt x="114299" y="0"/>
                  </a:lnTo>
                  <a:lnTo>
                    <a:pt x="1247774" y="0"/>
                  </a:lnTo>
                  <a:lnTo>
                    <a:pt x="1291514" y="8700"/>
                  </a:lnTo>
                  <a:lnTo>
                    <a:pt x="1328596" y="33477"/>
                  </a:lnTo>
                  <a:lnTo>
                    <a:pt x="1353372" y="70559"/>
                  </a:lnTo>
                  <a:lnTo>
                    <a:pt x="1362074" y="114299"/>
                  </a:lnTo>
                  <a:lnTo>
                    <a:pt x="1361530" y="125559"/>
                  </a:lnTo>
                  <a:lnTo>
                    <a:pt x="1348561" y="168235"/>
                  </a:lnTo>
                  <a:lnTo>
                    <a:pt x="1320250" y="202699"/>
                  </a:lnTo>
                  <a:lnTo>
                    <a:pt x="1280903" y="223705"/>
                  </a:lnTo>
                  <a:lnTo>
                    <a:pt x="1247774" y="228599"/>
                  </a:lnTo>
                  <a:close/>
                </a:path>
              </a:pathLst>
            </a:custGeom>
            <a:solidFill>
              <a:srgbClr val="0567E1">
                <a:alpha val="1215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17"/>
            <p:cNvSpPr/>
            <p:nvPr/>
          </p:nvSpPr>
          <p:spPr>
            <a:xfrm>
              <a:off x="8848724" y="495299"/>
              <a:ext cx="1362075" cy="228600"/>
            </a:xfrm>
            <a:custGeom>
              <a:rect b="b" l="l" r="r" t="t"/>
              <a:pathLst>
                <a:path extrusionOk="0" h="228600" w="1362075">
                  <a:moveTo>
                    <a:pt x="1247774" y="228599"/>
                  </a:moveTo>
                  <a:lnTo>
                    <a:pt x="114299" y="228599"/>
                  </a:lnTo>
                  <a:lnTo>
                    <a:pt x="103040" y="228056"/>
                  </a:lnTo>
                  <a:lnTo>
                    <a:pt x="60363" y="215088"/>
                  </a:lnTo>
                  <a:lnTo>
                    <a:pt x="25899" y="186775"/>
                  </a:lnTo>
                  <a:lnTo>
                    <a:pt x="4893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1" y="60364"/>
                  </a:lnTo>
                  <a:lnTo>
                    <a:pt x="41823" y="25900"/>
                  </a:lnTo>
                  <a:lnTo>
                    <a:pt x="81169" y="4894"/>
                  </a:lnTo>
                  <a:lnTo>
                    <a:pt x="114299" y="0"/>
                  </a:lnTo>
                  <a:lnTo>
                    <a:pt x="1247774" y="0"/>
                  </a:lnTo>
                  <a:lnTo>
                    <a:pt x="1291514" y="8700"/>
                  </a:lnTo>
                  <a:lnTo>
                    <a:pt x="1293261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121179"/>
                  </a:lnTo>
                  <a:lnTo>
                    <a:pt x="20133" y="160751"/>
                  </a:lnTo>
                  <a:lnTo>
                    <a:pt x="45077" y="193251"/>
                  </a:lnTo>
                  <a:lnTo>
                    <a:pt x="80560" y="213732"/>
                  </a:lnTo>
                  <a:lnTo>
                    <a:pt x="107420" y="219074"/>
                  </a:lnTo>
                  <a:lnTo>
                    <a:pt x="1293260" y="219074"/>
                  </a:lnTo>
                  <a:lnTo>
                    <a:pt x="1291514" y="219899"/>
                  </a:lnTo>
                  <a:lnTo>
                    <a:pt x="1280903" y="223705"/>
                  </a:lnTo>
                  <a:lnTo>
                    <a:pt x="1270076" y="226424"/>
                  </a:lnTo>
                  <a:lnTo>
                    <a:pt x="1259033" y="228056"/>
                  </a:lnTo>
                  <a:lnTo>
                    <a:pt x="1247774" y="228599"/>
                  </a:lnTo>
                  <a:close/>
                </a:path>
                <a:path extrusionOk="0" h="228600" w="1362075">
                  <a:moveTo>
                    <a:pt x="1293260" y="219074"/>
                  </a:moveTo>
                  <a:lnTo>
                    <a:pt x="1254654" y="219074"/>
                  </a:lnTo>
                  <a:lnTo>
                    <a:pt x="1261467" y="218403"/>
                  </a:lnTo>
                  <a:lnTo>
                    <a:pt x="1274962" y="215719"/>
                  </a:lnTo>
                  <a:lnTo>
                    <a:pt x="1311704" y="197595"/>
                  </a:lnTo>
                  <a:lnTo>
                    <a:pt x="1338713" y="166789"/>
                  </a:lnTo>
                  <a:lnTo>
                    <a:pt x="1351878" y="127993"/>
                  </a:lnTo>
                  <a:lnTo>
                    <a:pt x="1352549" y="121179"/>
                  </a:lnTo>
                  <a:lnTo>
                    <a:pt x="1352549" y="107420"/>
                  </a:lnTo>
                  <a:lnTo>
                    <a:pt x="1341941" y="67848"/>
                  </a:lnTo>
                  <a:lnTo>
                    <a:pt x="1316997" y="35348"/>
                  </a:lnTo>
                  <a:lnTo>
                    <a:pt x="1281514" y="14867"/>
                  </a:lnTo>
                  <a:lnTo>
                    <a:pt x="1254654" y="9524"/>
                  </a:lnTo>
                  <a:lnTo>
                    <a:pt x="1293261" y="9524"/>
                  </a:lnTo>
                  <a:lnTo>
                    <a:pt x="1328596" y="33477"/>
                  </a:lnTo>
                  <a:lnTo>
                    <a:pt x="1353372" y="70559"/>
                  </a:lnTo>
                  <a:lnTo>
                    <a:pt x="1362074" y="114299"/>
                  </a:lnTo>
                  <a:lnTo>
                    <a:pt x="1361530" y="125559"/>
                  </a:lnTo>
                  <a:lnTo>
                    <a:pt x="1348561" y="168235"/>
                  </a:lnTo>
                  <a:lnTo>
                    <a:pt x="1320250" y="202699"/>
                  </a:lnTo>
                  <a:lnTo>
                    <a:pt x="1301709" y="215088"/>
                  </a:lnTo>
                  <a:lnTo>
                    <a:pt x="1293260" y="219074"/>
                  </a:lnTo>
                  <a:close/>
                </a:path>
              </a:pathLst>
            </a:custGeom>
            <a:solidFill>
              <a:srgbClr val="0567E1">
                <a:alpha val="3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0" name="Google Shape;400;p17"/>
          <p:cNvSpPr txBox="1"/>
          <p:nvPr/>
        </p:nvSpPr>
        <p:spPr>
          <a:xfrm>
            <a:off x="8959701" y="523830"/>
            <a:ext cx="1126490" cy="159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567E1"/>
                </a:solidFill>
                <a:latin typeface="Arial"/>
                <a:ea typeface="Arial"/>
                <a:cs typeface="Arial"/>
                <a:sym typeface="Arial"/>
              </a:rPr>
              <a:t>S YN CH RON I Z E RS</a:t>
            </a:r>
            <a:endParaRPr sz="8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7"/>
          <p:cNvSpPr txBox="1"/>
          <p:nvPr/>
        </p:nvSpPr>
        <p:spPr>
          <a:xfrm>
            <a:off x="463549" y="3030775"/>
            <a:ext cx="4728210" cy="880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Bypassing Lock Overhead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read-heavy setups, standard read-write locks can still degrade due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346710" rtl="0" algn="l">
              <a:lnSpc>
                <a:spcPct val="114599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write starvation. </a:t>
            </a:r>
            <a:r>
              <a:rPr lang="en-US" sz="1100">
                <a:solidFill>
                  <a:srgbClr val="94A2B8"/>
                </a:solidFill>
                <a:latin typeface="Courier New"/>
                <a:ea typeface="Courier New"/>
                <a:cs typeface="Courier New"/>
                <a:sym typeface="Courier New"/>
              </a:rPr>
              <a:t>StampedLock </a:t>
            </a: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avoids this with optimistic read validations: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402" name="Google Shape;402;p17"/>
          <p:cNvGrpSpPr/>
          <p:nvPr/>
        </p:nvGrpSpPr>
        <p:grpSpPr>
          <a:xfrm>
            <a:off x="5491161" y="2557457"/>
            <a:ext cx="4714875" cy="3038475"/>
            <a:chOff x="5491161" y="2557457"/>
            <a:chExt cx="4714875" cy="3038475"/>
          </a:xfrm>
        </p:grpSpPr>
        <p:sp>
          <p:nvSpPr>
            <p:cNvPr id="403" name="Google Shape;403;p17"/>
            <p:cNvSpPr/>
            <p:nvPr/>
          </p:nvSpPr>
          <p:spPr>
            <a:xfrm>
              <a:off x="5491161" y="2557457"/>
              <a:ext cx="4714875" cy="3038475"/>
            </a:xfrm>
            <a:custGeom>
              <a:rect b="b" l="l" r="r" t="t"/>
              <a:pathLst>
                <a:path extrusionOk="0" h="3038475" w="4714875">
                  <a:moveTo>
                    <a:pt x="0" y="2967037"/>
                  </a:moveTo>
                  <a:lnTo>
                    <a:pt x="0" y="71437"/>
                  </a:lnTo>
                  <a:lnTo>
                    <a:pt x="0" y="66739"/>
                  </a:lnTo>
                  <a:lnTo>
                    <a:pt x="457" y="62098"/>
                  </a:lnTo>
                  <a:lnTo>
                    <a:pt x="1372" y="57493"/>
                  </a:lnTo>
                  <a:lnTo>
                    <a:pt x="2287" y="52889"/>
                  </a:lnTo>
                  <a:lnTo>
                    <a:pt x="3642" y="48425"/>
                  </a:lnTo>
                  <a:lnTo>
                    <a:pt x="5437" y="44080"/>
                  </a:lnTo>
                  <a:lnTo>
                    <a:pt x="7232" y="39746"/>
                  </a:lnTo>
                  <a:lnTo>
                    <a:pt x="9433" y="35625"/>
                  </a:lnTo>
                  <a:lnTo>
                    <a:pt x="12039" y="31728"/>
                  </a:lnTo>
                  <a:lnTo>
                    <a:pt x="14645" y="27831"/>
                  </a:lnTo>
                  <a:lnTo>
                    <a:pt x="17607" y="24230"/>
                  </a:lnTo>
                  <a:lnTo>
                    <a:pt x="20923" y="20910"/>
                  </a:lnTo>
                  <a:lnTo>
                    <a:pt x="24240" y="17589"/>
                  </a:lnTo>
                  <a:lnTo>
                    <a:pt x="62101" y="456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4643437" y="0"/>
                  </a:lnTo>
                  <a:lnTo>
                    <a:pt x="4648126" y="0"/>
                  </a:lnTo>
                  <a:lnTo>
                    <a:pt x="4652772" y="456"/>
                  </a:lnTo>
                  <a:lnTo>
                    <a:pt x="4657372" y="1376"/>
                  </a:lnTo>
                  <a:lnTo>
                    <a:pt x="4661973" y="2279"/>
                  </a:lnTo>
                  <a:lnTo>
                    <a:pt x="4683124" y="12027"/>
                  </a:lnTo>
                  <a:lnTo>
                    <a:pt x="4687025" y="14631"/>
                  </a:lnTo>
                  <a:lnTo>
                    <a:pt x="4690633" y="17589"/>
                  </a:lnTo>
                  <a:lnTo>
                    <a:pt x="4693950" y="20910"/>
                  </a:lnTo>
                  <a:lnTo>
                    <a:pt x="4697268" y="24230"/>
                  </a:lnTo>
                  <a:lnTo>
                    <a:pt x="4713501" y="57493"/>
                  </a:lnTo>
                  <a:lnTo>
                    <a:pt x="4714417" y="62098"/>
                  </a:lnTo>
                  <a:lnTo>
                    <a:pt x="4714875" y="66739"/>
                  </a:lnTo>
                  <a:lnTo>
                    <a:pt x="4714875" y="71437"/>
                  </a:lnTo>
                  <a:lnTo>
                    <a:pt x="4714875" y="2967037"/>
                  </a:lnTo>
                  <a:lnTo>
                    <a:pt x="4714875" y="2971725"/>
                  </a:lnTo>
                  <a:lnTo>
                    <a:pt x="4714417" y="2976367"/>
                  </a:lnTo>
                  <a:lnTo>
                    <a:pt x="4713501" y="2980961"/>
                  </a:lnTo>
                  <a:lnTo>
                    <a:pt x="4712587" y="2985556"/>
                  </a:lnTo>
                  <a:lnTo>
                    <a:pt x="4690633" y="3020857"/>
                  </a:lnTo>
                  <a:lnTo>
                    <a:pt x="4683124" y="3026410"/>
                  </a:lnTo>
                  <a:lnTo>
                    <a:pt x="4679225" y="3029024"/>
                  </a:lnTo>
                  <a:lnTo>
                    <a:pt x="4657372" y="3037088"/>
                  </a:lnTo>
                  <a:lnTo>
                    <a:pt x="4652772" y="3038009"/>
                  </a:lnTo>
                  <a:lnTo>
                    <a:pt x="4648126" y="3038465"/>
                  </a:lnTo>
                  <a:lnTo>
                    <a:pt x="4643437" y="3038474"/>
                  </a:lnTo>
                  <a:lnTo>
                    <a:pt x="71438" y="3038474"/>
                  </a:lnTo>
                  <a:lnTo>
                    <a:pt x="66747" y="3038465"/>
                  </a:lnTo>
                  <a:lnTo>
                    <a:pt x="62101" y="3038000"/>
                  </a:lnTo>
                  <a:lnTo>
                    <a:pt x="57501" y="3037079"/>
                  </a:lnTo>
                  <a:lnTo>
                    <a:pt x="52900" y="3036167"/>
                  </a:lnTo>
                  <a:lnTo>
                    <a:pt x="17607" y="3014225"/>
                  </a:lnTo>
                  <a:lnTo>
                    <a:pt x="5437" y="2994356"/>
                  </a:lnTo>
                  <a:lnTo>
                    <a:pt x="3642" y="2990022"/>
                  </a:lnTo>
                  <a:lnTo>
                    <a:pt x="2287" y="2985556"/>
                  </a:lnTo>
                  <a:lnTo>
                    <a:pt x="1372" y="2980961"/>
                  </a:lnTo>
                  <a:lnTo>
                    <a:pt x="457" y="2976367"/>
                  </a:lnTo>
                  <a:lnTo>
                    <a:pt x="0" y="2971725"/>
                  </a:lnTo>
                  <a:lnTo>
                    <a:pt x="0" y="2967037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17"/>
            <p:cNvSpPr/>
            <p:nvPr/>
          </p:nvSpPr>
          <p:spPr>
            <a:xfrm>
              <a:off x="5495924" y="2562221"/>
              <a:ext cx="4705350" cy="314325"/>
            </a:xfrm>
            <a:custGeom>
              <a:rect b="b" l="l" r="r" t="t"/>
              <a:pathLst>
                <a:path extrusionOk="0" h="314325" w="4705350">
                  <a:moveTo>
                    <a:pt x="4705349" y="314324"/>
                  </a:moveTo>
                  <a:lnTo>
                    <a:pt x="0" y="314324"/>
                  </a:lnTo>
                  <a:lnTo>
                    <a:pt x="0" y="66679"/>
                  </a:lnTo>
                  <a:lnTo>
                    <a:pt x="11226" y="29629"/>
                  </a:lnTo>
                  <a:lnTo>
                    <a:pt x="41158" y="5079"/>
                  </a:lnTo>
                  <a:lnTo>
                    <a:pt x="66675" y="0"/>
                  </a:lnTo>
                  <a:lnTo>
                    <a:pt x="4638675" y="0"/>
                  </a:lnTo>
                  <a:lnTo>
                    <a:pt x="4675723" y="11230"/>
                  </a:lnTo>
                  <a:lnTo>
                    <a:pt x="4700272" y="41163"/>
                  </a:lnTo>
                  <a:lnTo>
                    <a:pt x="4705349" y="314324"/>
                  </a:lnTo>
                  <a:close/>
                </a:path>
              </a:pathLst>
            </a:custGeom>
            <a:solidFill>
              <a:srgbClr val="FFFFFF">
                <a:alpha val="3137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17"/>
            <p:cNvSpPr/>
            <p:nvPr/>
          </p:nvSpPr>
          <p:spPr>
            <a:xfrm>
              <a:off x="5495924" y="2867016"/>
              <a:ext cx="4705350" cy="9525"/>
            </a:xfrm>
            <a:custGeom>
              <a:rect b="b" l="l" r="r" t="t"/>
              <a:pathLst>
                <a:path extrusionOk="0" h="9525" w="4705350">
                  <a:moveTo>
                    <a:pt x="47053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4705349" y="0"/>
                  </a:lnTo>
                  <a:lnTo>
                    <a:pt x="4705349" y="9524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6" name="Google Shape;406;p17"/>
          <p:cNvSpPr txBox="1"/>
          <p:nvPr/>
        </p:nvSpPr>
        <p:spPr>
          <a:xfrm>
            <a:off x="5635625" y="2614241"/>
            <a:ext cx="1736089" cy="176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94A2B8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Optimistic Stamp Pipeline</a:t>
            </a:r>
            <a:endParaRPr sz="1000"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407" name="Google Shape;407;p17"/>
          <p:cNvSpPr/>
          <p:nvPr/>
        </p:nvSpPr>
        <p:spPr>
          <a:xfrm>
            <a:off x="5495924" y="2876546"/>
            <a:ext cx="4705350" cy="2714625"/>
          </a:xfrm>
          <a:custGeom>
            <a:rect b="b" l="l" r="r" t="t"/>
            <a:pathLst>
              <a:path extrusionOk="0" h="2714625" w="4705350">
                <a:moveTo>
                  <a:pt x="4638675" y="2714624"/>
                </a:moveTo>
                <a:lnTo>
                  <a:pt x="66675" y="2714624"/>
                </a:lnTo>
                <a:lnTo>
                  <a:pt x="60107" y="2714312"/>
                </a:lnTo>
                <a:lnTo>
                  <a:pt x="24397" y="2699520"/>
                </a:lnTo>
                <a:lnTo>
                  <a:pt x="2854" y="2667280"/>
                </a:lnTo>
                <a:lnTo>
                  <a:pt x="0" y="2647954"/>
                </a:lnTo>
                <a:lnTo>
                  <a:pt x="0" y="0"/>
                </a:lnTo>
                <a:lnTo>
                  <a:pt x="4705350" y="0"/>
                </a:lnTo>
                <a:lnTo>
                  <a:pt x="4705349" y="2647954"/>
                </a:lnTo>
                <a:lnTo>
                  <a:pt x="4694121" y="2685004"/>
                </a:lnTo>
                <a:lnTo>
                  <a:pt x="4664189" y="2709553"/>
                </a:lnTo>
                <a:lnTo>
                  <a:pt x="4638675" y="2714624"/>
                </a:lnTo>
                <a:close/>
              </a:path>
            </a:pathLst>
          </a:custGeom>
          <a:solidFill>
            <a:srgbClr val="03050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7"/>
          <p:cNvSpPr txBox="1"/>
          <p:nvPr/>
        </p:nvSpPr>
        <p:spPr>
          <a:xfrm>
            <a:off x="5635624" y="2992437"/>
            <a:ext cx="3538854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private final </a:t>
            </a:r>
            <a:r>
              <a:rPr lang="en-US" sz="900">
                <a:solidFill>
                  <a:srgbClr val="37BDF7"/>
                </a:solidFill>
                <a:latin typeface="Courier New"/>
                <a:ea typeface="Courier New"/>
                <a:cs typeface="Courier New"/>
                <a:sym typeface="Courier New"/>
              </a:rPr>
              <a:t>StampedLock 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sl = </a:t>
            </a: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lang="en-US" sz="900">
                <a:solidFill>
                  <a:srgbClr val="37BDF7"/>
                </a:solidFill>
                <a:latin typeface="Courier New"/>
                <a:ea typeface="Courier New"/>
                <a:cs typeface="Courier New"/>
                <a:sym typeface="Courier New"/>
              </a:rPr>
              <a:t>StampedLock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private double 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x, y;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09" name="Google Shape;409;p17"/>
          <p:cNvSpPr txBox="1"/>
          <p:nvPr/>
        </p:nvSpPr>
        <p:spPr>
          <a:xfrm>
            <a:off x="5635624" y="3506787"/>
            <a:ext cx="4111625" cy="1920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public double 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readHypot() {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9085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long 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stamp = sl.tryOptimisticRead();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9085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double 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curX = x, curY = y;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9085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(!sl.validate(stamp)) { </a:t>
            </a:r>
            <a:r>
              <a:rPr i="1" lang="en-US" sz="900">
                <a:solidFill>
                  <a:srgbClr val="64738B"/>
                </a:solidFill>
                <a:latin typeface="Courier New"/>
                <a:ea typeface="Courier New"/>
                <a:cs typeface="Courier New"/>
                <a:sym typeface="Courier New"/>
              </a:rPr>
              <a:t>// Check for write changes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-635" lvl="0" marL="586105" marR="76835" rtl="0" algn="l">
              <a:lnSpc>
                <a:spcPct val="125000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stamp = sl.readLock(); </a:t>
            </a:r>
            <a:r>
              <a:rPr i="1" lang="en-US" sz="900">
                <a:solidFill>
                  <a:srgbClr val="64738B"/>
                </a:solidFill>
                <a:latin typeface="Courier New"/>
                <a:ea typeface="Courier New"/>
                <a:cs typeface="Courier New"/>
                <a:sym typeface="Courier New"/>
              </a:rPr>
              <a:t>// Fallback to heavy lock </a:t>
            </a: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try 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87249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curX = x; curY = y;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586105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finally 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{ sl.unlockRead(stamp); }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9085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9085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lang="en-US" sz="900">
                <a:solidFill>
                  <a:srgbClr val="37BDF7"/>
                </a:solidFill>
                <a:latin typeface="Courier New"/>
                <a:ea typeface="Courier New"/>
                <a:cs typeface="Courier New"/>
                <a:sym typeface="Courier New"/>
              </a:rPr>
              <a:t>Math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.sqrt(curX*curX + curY*curY);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0" name="Google Shape;410;p17"/>
          <p:cNvSpPr txBox="1"/>
          <p:nvPr/>
        </p:nvSpPr>
        <p:spPr>
          <a:xfrm>
            <a:off x="692150" y="4008009"/>
            <a:ext cx="4027170" cy="606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5080" rtl="0" algn="l">
              <a:lnSpc>
                <a:spcPct val="107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The Optimistic Strategy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Acquire a stamp, read memory, and validate. If no write occurred during the read, the operation completes with zero lock overhead.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11" name="Google Shape;41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225" y="4098925"/>
            <a:ext cx="50800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17"/>
          <p:cNvSpPr txBox="1"/>
          <p:nvPr/>
        </p:nvSpPr>
        <p:spPr>
          <a:xfrm>
            <a:off x="692150" y="4645479"/>
            <a:ext cx="4378325" cy="436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1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Fallback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a write changes the stamp, fall back to a standard read lock to ensure consistency.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13" name="Google Shape;41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225" y="4746625"/>
            <a:ext cx="50800" cy="8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418" name="Google Shape;418;p18"/>
          <p:cNvSpPr txBox="1"/>
          <p:nvPr>
            <p:ph type="title"/>
          </p:nvPr>
        </p:nvSpPr>
        <p:spPr>
          <a:xfrm>
            <a:off x="463549" y="409883"/>
            <a:ext cx="3627754" cy="353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FF8B00"/>
                </a:solidFill>
              </a:rPr>
              <a:t>18. </a:t>
            </a:r>
            <a:r>
              <a:rPr lang="en-US"/>
              <a:t>CAS Loops </a:t>
            </a:r>
            <a:r>
              <a:rPr lang="en-US" sz="2050"/>
              <a:t>&amp; </a:t>
            </a:r>
            <a:r>
              <a:rPr lang="en-US"/>
              <a:t>The ABA Trap</a:t>
            </a:r>
            <a:endParaRPr sz="2050"/>
          </a:p>
        </p:txBody>
      </p:sp>
      <p:grpSp>
        <p:nvGrpSpPr>
          <p:cNvPr id="419" name="Google Shape;419;p18"/>
          <p:cNvGrpSpPr/>
          <p:nvPr/>
        </p:nvGrpSpPr>
        <p:grpSpPr>
          <a:xfrm>
            <a:off x="8848724" y="495296"/>
            <a:ext cx="1362075" cy="228603"/>
            <a:chOff x="8848724" y="495296"/>
            <a:chExt cx="1362075" cy="228603"/>
          </a:xfrm>
        </p:grpSpPr>
        <p:sp>
          <p:nvSpPr>
            <p:cNvPr id="420" name="Google Shape;420;p18"/>
            <p:cNvSpPr/>
            <p:nvPr/>
          </p:nvSpPr>
          <p:spPr>
            <a:xfrm>
              <a:off x="8848724" y="495296"/>
              <a:ext cx="1362075" cy="228600"/>
            </a:xfrm>
            <a:custGeom>
              <a:rect b="b" l="l" r="r" t="t"/>
              <a:pathLst>
                <a:path extrusionOk="0" h="228600" w="1362075">
                  <a:moveTo>
                    <a:pt x="1247774" y="228599"/>
                  </a:moveTo>
                  <a:lnTo>
                    <a:pt x="114299" y="228599"/>
                  </a:lnTo>
                  <a:lnTo>
                    <a:pt x="103040" y="228056"/>
                  </a:lnTo>
                  <a:lnTo>
                    <a:pt x="60363" y="215088"/>
                  </a:lnTo>
                  <a:lnTo>
                    <a:pt x="25899" y="186775"/>
                  </a:lnTo>
                  <a:lnTo>
                    <a:pt x="4893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1" y="60364"/>
                  </a:lnTo>
                  <a:lnTo>
                    <a:pt x="41823" y="25900"/>
                  </a:lnTo>
                  <a:lnTo>
                    <a:pt x="81169" y="4894"/>
                  </a:lnTo>
                  <a:lnTo>
                    <a:pt x="114299" y="0"/>
                  </a:lnTo>
                  <a:lnTo>
                    <a:pt x="1247774" y="0"/>
                  </a:lnTo>
                  <a:lnTo>
                    <a:pt x="1291514" y="8700"/>
                  </a:lnTo>
                  <a:lnTo>
                    <a:pt x="1328596" y="33477"/>
                  </a:lnTo>
                  <a:lnTo>
                    <a:pt x="1353372" y="70559"/>
                  </a:lnTo>
                  <a:lnTo>
                    <a:pt x="1362074" y="114299"/>
                  </a:lnTo>
                  <a:lnTo>
                    <a:pt x="1361530" y="125559"/>
                  </a:lnTo>
                  <a:lnTo>
                    <a:pt x="1348561" y="168235"/>
                  </a:lnTo>
                  <a:lnTo>
                    <a:pt x="1320250" y="202699"/>
                  </a:lnTo>
                  <a:lnTo>
                    <a:pt x="1280903" y="223705"/>
                  </a:lnTo>
                  <a:lnTo>
                    <a:pt x="1247774" y="228599"/>
                  </a:lnTo>
                  <a:close/>
                </a:path>
              </a:pathLst>
            </a:custGeom>
            <a:solidFill>
              <a:srgbClr val="0567E1">
                <a:alpha val="1215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18"/>
            <p:cNvSpPr/>
            <p:nvPr/>
          </p:nvSpPr>
          <p:spPr>
            <a:xfrm>
              <a:off x="8848724" y="495299"/>
              <a:ext cx="1362075" cy="228600"/>
            </a:xfrm>
            <a:custGeom>
              <a:rect b="b" l="l" r="r" t="t"/>
              <a:pathLst>
                <a:path extrusionOk="0" h="228600" w="1362075">
                  <a:moveTo>
                    <a:pt x="1247774" y="228599"/>
                  </a:moveTo>
                  <a:lnTo>
                    <a:pt x="114299" y="228599"/>
                  </a:lnTo>
                  <a:lnTo>
                    <a:pt x="103040" y="228056"/>
                  </a:lnTo>
                  <a:lnTo>
                    <a:pt x="60363" y="215088"/>
                  </a:lnTo>
                  <a:lnTo>
                    <a:pt x="25899" y="186775"/>
                  </a:lnTo>
                  <a:lnTo>
                    <a:pt x="4893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1" y="60364"/>
                  </a:lnTo>
                  <a:lnTo>
                    <a:pt x="41823" y="25900"/>
                  </a:lnTo>
                  <a:lnTo>
                    <a:pt x="81169" y="4894"/>
                  </a:lnTo>
                  <a:lnTo>
                    <a:pt x="114299" y="0"/>
                  </a:lnTo>
                  <a:lnTo>
                    <a:pt x="1247774" y="0"/>
                  </a:lnTo>
                  <a:lnTo>
                    <a:pt x="1291514" y="8700"/>
                  </a:lnTo>
                  <a:lnTo>
                    <a:pt x="1293261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121179"/>
                  </a:lnTo>
                  <a:lnTo>
                    <a:pt x="20133" y="160751"/>
                  </a:lnTo>
                  <a:lnTo>
                    <a:pt x="45077" y="193251"/>
                  </a:lnTo>
                  <a:lnTo>
                    <a:pt x="80560" y="213732"/>
                  </a:lnTo>
                  <a:lnTo>
                    <a:pt x="107420" y="219074"/>
                  </a:lnTo>
                  <a:lnTo>
                    <a:pt x="1293260" y="219074"/>
                  </a:lnTo>
                  <a:lnTo>
                    <a:pt x="1291514" y="219899"/>
                  </a:lnTo>
                  <a:lnTo>
                    <a:pt x="1280903" y="223705"/>
                  </a:lnTo>
                  <a:lnTo>
                    <a:pt x="1270076" y="226424"/>
                  </a:lnTo>
                  <a:lnTo>
                    <a:pt x="1259033" y="228056"/>
                  </a:lnTo>
                  <a:lnTo>
                    <a:pt x="1247774" y="228599"/>
                  </a:lnTo>
                  <a:close/>
                </a:path>
                <a:path extrusionOk="0" h="228600" w="1362075">
                  <a:moveTo>
                    <a:pt x="1293260" y="219074"/>
                  </a:moveTo>
                  <a:lnTo>
                    <a:pt x="1254654" y="219074"/>
                  </a:lnTo>
                  <a:lnTo>
                    <a:pt x="1261467" y="218403"/>
                  </a:lnTo>
                  <a:lnTo>
                    <a:pt x="1274962" y="215719"/>
                  </a:lnTo>
                  <a:lnTo>
                    <a:pt x="1311704" y="197595"/>
                  </a:lnTo>
                  <a:lnTo>
                    <a:pt x="1338713" y="166789"/>
                  </a:lnTo>
                  <a:lnTo>
                    <a:pt x="1351878" y="127993"/>
                  </a:lnTo>
                  <a:lnTo>
                    <a:pt x="1352549" y="121179"/>
                  </a:lnTo>
                  <a:lnTo>
                    <a:pt x="1352549" y="107420"/>
                  </a:lnTo>
                  <a:lnTo>
                    <a:pt x="1341941" y="67848"/>
                  </a:lnTo>
                  <a:lnTo>
                    <a:pt x="1316997" y="35348"/>
                  </a:lnTo>
                  <a:lnTo>
                    <a:pt x="1281514" y="14867"/>
                  </a:lnTo>
                  <a:lnTo>
                    <a:pt x="1254654" y="9524"/>
                  </a:lnTo>
                  <a:lnTo>
                    <a:pt x="1293261" y="9524"/>
                  </a:lnTo>
                  <a:lnTo>
                    <a:pt x="1328596" y="33477"/>
                  </a:lnTo>
                  <a:lnTo>
                    <a:pt x="1353372" y="70559"/>
                  </a:lnTo>
                  <a:lnTo>
                    <a:pt x="1362074" y="114299"/>
                  </a:lnTo>
                  <a:lnTo>
                    <a:pt x="1361530" y="125559"/>
                  </a:lnTo>
                  <a:lnTo>
                    <a:pt x="1348561" y="168235"/>
                  </a:lnTo>
                  <a:lnTo>
                    <a:pt x="1320250" y="202699"/>
                  </a:lnTo>
                  <a:lnTo>
                    <a:pt x="1301709" y="215088"/>
                  </a:lnTo>
                  <a:lnTo>
                    <a:pt x="1293260" y="219074"/>
                  </a:lnTo>
                  <a:close/>
                </a:path>
              </a:pathLst>
            </a:custGeom>
            <a:solidFill>
              <a:srgbClr val="0567E1">
                <a:alpha val="3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2" name="Google Shape;422;p18"/>
          <p:cNvSpPr txBox="1"/>
          <p:nvPr/>
        </p:nvSpPr>
        <p:spPr>
          <a:xfrm>
            <a:off x="8959701" y="523830"/>
            <a:ext cx="1126490" cy="159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567E1"/>
                </a:solidFill>
                <a:latin typeface="Arial"/>
                <a:ea typeface="Arial"/>
                <a:cs typeface="Arial"/>
                <a:sym typeface="Arial"/>
              </a:rPr>
              <a:t>S YN CH RON I Z E RS</a:t>
            </a:r>
            <a:endParaRPr sz="8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3" name="Google Shape;423;p18"/>
          <p:cNvGrpSpPr/>
          <p:nvPr/>
        </p:nvGrpSpPr>
        <p:grpSpPr>
          <a:xfrm>
            <a:off x="476249" y="4476744"/>
            <a:ext cx="4724400" cy="685800"/>
            <a:chOff x="476249" y="4476744"/>
            <a:chExt cx="4724400" cy="685800"/>
          </a:xfrm>
        </p:grpSpPr>
        <p:sp>
          <p:nvSpPr>
            <p:cNvPr id="424" name="Google Shape;424;p18"/>
            <p:cNvSpPr/>
            <p:nvPr/>
          </p:nvSpPr>
          <p:spPr>
            <a:xfrm>
              <a:off x="495299" y="4476744"/>
              <a:ext cx="4705350" cy="685800"/>
            </a:xfrm>
            <a:custGeom>
              <a:rect b="b" l="l" r="r" t="t"/>
              <a:pathLst>
                <a:path extrusionOk="0" h="685800" w="4705350">
                  <a:moveTo>
                    <a:pt x="4634152" y="685790"/>
                  </a:moveTo>
                  <a:lnTo>
                    <a:pt x="0" y="685799"/>
                  </a:lnTo>
                  <a:lnTo>
                    <a:pt x="0" y="0"/>
                  </a:lnTo>
                  <a:lnTo>
                    <a:pt x="4634152" y="0"/>
                  </a:lnTo>
                  <a:lnTo>
                    <a:pt x="4639107" y="493"/>
                  </a:lnTo>
                  <a:lnTo>
                    <a:pt x="4675643" y="15608"/>
                  </a:lnTo>
                  <a:lnTo>
                    <a:pt x="4701463" y="51653"/>
                  </a:lnTo>
                  <a:lnTo>
                    <a:pt x="4705349" y="71195"/>
                  </a:lnTo>
                  <a:lnTo>
                    <a:pt x="4705349" y="614594"/>
                  </a:lnTo>
                  <a:lnTo>
                    <a:pt x="4689727" y="656071"/>
                  </a:lnTo>
                  <a:lnTo>
                    <a:pt x="4653687" y="681892"/>
                  </a:lnTo>
                  <a:lnTo>
                    <a:pt x="4634152" y="685790"/>
                  </a:lnTo>
                  <a:close/>
                </a:path>
              </a:pathLst>
            </a:custGeom>
            <a:solidFill>
              <a:srgbClr val="151C3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18"/>
            <p:cNvSpPr/>
            <p:nvPr/>
          </p:nvSpPr>
          <p:spPr>
            <a:xfrm>
              <a:off x="476249" y="4476744"/>
              <a:ext cx="38100" cy="685800"/>
            </a:xfrm>
            <a:custGeom>
              <a:rect b="b" l="l" r="r" t="t"/>
              <a:pathLst>
                <a:path extrusionOk="0" h="685800" w="38100">
                  <a:moveTo>
                    <a:pt x="38099" y="685799"/>
                  </a:moveTo>
                  <a:lnTo>
                    <a:pt x="0" y="6857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685799"/>
                  </a:lnTo>
                  <a:close/>
                </a:path>
              </a:pathLst>
            </a:custGeom>
            <a:solidFill>
              <a:srgbClr val="EF44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6" name="Google Shape;426;p18"/>
          <p:cNvSpPr txBox="1"/>
          <p:nvPr/>
        </p:nvSpPr>
        <p:spPr>
          <a:xfrm>
            <a:off x="463549" y="2905441"/>
            <a:ext cx="4596765" cy="681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Hardware Compare</a:t>
            </a:r>
            <a:r>
              <a:rPr b="1" lang="en-US" sz="16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lang="en-US" sz="15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1" lang="en-US" sz="16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lang="en-US" sz="15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Swap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Non-blocking classes (like `AtomicInteger`) perform atomic updates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without locks by invoking native `lock cmpxchg` CPU instructions.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7" name="Google Shape;427;p18"/>
          <p:cNvSpPr txBox="1"/>
          <p:nvPr/>
        </p:nvSpPr>
        <p:spPr>
          <a:xfrm>
            <a:off x="463549" y="3654653"/>
            <a:ext cx="4698365" cy="685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5080" rtl="0" algn="l">
              <a:lnSpc>
                <a:spcPct val="1157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The ABA Trap</a:t>
            </a:r>
            <a:r>
              <a:rPr b="1" lang="en-US" sz="13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value A is changed to B and then back to A, a CAS operation will succeed because the value appears unchanged, hiding structural modifications.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8" name="Google Shape;428;p18"/>
          <p:cNvSpPr txBox="1"/>
          <p:nvPr/>
        </p:nvSpPr>
        <p:spPr>
          <a:xfrm>
            <a:off x="654050" y="4586668"/>
            <a:ext cx="4272915" cy="4165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775">
            <a:spAutoFit/>
          </a:bodyPr>
          <a:lstStyle/>
          <a:p>
            <a:pPr indent="0" lvl="0" marL="12700" marR="5080" rtl="0" algn="l">
              <a:lnSpc>
                <a:spcPct val="112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The Solution</a:t>
            </a:r>
            <a:r>
              <a:rPr b="1" lang="en-US" sz="115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100">
                <a:solidFill>
                  <a:srgbClr val="F1F5F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 </a:t>
            </a:r>
            <a:r>
              <a:rPr lang="en-US" sz="1000">
                <a:solidFill>
                  <a:srgbClr val="F1F5F9"/>
                </a:solidFill>
                <a:latin typeface="Courier New"/>
                <a:ea typeface="Courier New"/>
                <a:cs typeface="Courier New"/>
                <a:sym typeface="Courier New"/>
              </a:rPr>
              <a:t>AtomicStampedReference </a:t>
            </a:r>
            <a:r>
              <a:rPr lang="en-US" sz="1100">
                <a:solidFill>
                  <a:srgbClr val="F1F5F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pair references with version</a:t>
            </a:r>
            <a:r>
              <a:rPr lang="en-US" sz="1050">
                <a:solidFill>
                  <a:srgbClr val="F1F5F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</a:t>
            </a:r>
            <a:r>
              <a:rPr lang="en-US" sz="1100">
                <a:solidFill>
                  <a:srgbClr val="F1F5F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tracked integers to protect structural integrity</a:t>
            </a:r>
            <a:r>
              <a:rPr lang="en-US" sz="1050">
                <a:solidFill>
                  <a:srgbClr val="F1F5F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0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429" name="Google Shape;429;p18"/>
          <p:cNvGrpSpPr/>
          <p:nvPr/>
        </p:nvGrpSpPr>
        <p:grpSpPr>
          <a:xfrm>
            <a:off x="5491161" y="2643182"/>
            <a:ext cx="4714875" cy="2867025"/>
            <a:chOff x="5491161" y="2643182"/>
            <a:chExt cx="4714875" cy="2867025"/>
          </a:xfrm>
        </p:grpSpPr>
        <p:sp>
          <p:nvSpPr>
            <p:cNvPr id="430" name="Google Shape;430;p18"/>
            <p:cNvSpPr/>
            <p:nvPr/>
          </p:nvSpPr>
          <p:spPr>
            <a:xfrm>
              <a:off x="5491161" y="2643182"/>
              <a:ext cx="4714875" cy="2867025"/>
            </a:xfrm>
            <a:custGeom>
              <a:rect b="b" l="l" r="r" t="t"/>
              <a:pathLst>
                <a:path extrusionOk="0" h="2867025" w="4714875">
                  <a:moveTo>
                    <a:pt x="0" y="2795587"/>
                  </a:moveTo>
                  <a:lnTo>
                    <a:pt x="0" y="71437"/>
                  </a:lnTo>
                  <a:lnTo>
                    <a:pt x="0" y="66739"/>
                  </a:lnTo>
                  <a:lnTo>
                    <a:pt x="457" y="62098"/>
                  </a:lnTo>
                  <a:lnTo>
                    <a:pt x="1372" y="57493"/>
                  </a:lnTo>
                  <a:lnTo>
                    <a:pt x="2287" y="52889"/>
                  </a:lnTo>
                  <a:lnTo>
                    <a:pt x="3642" y="48415"/>
                  </a:lnTo>
                  <a:lnTo>
                    <a:pt x="5437" y="44080"/>
                  </a:lnTo>
                  <a:lnTo>
                    <a:pt x="7232" y="39746"/>
                  </a:lnTo>
                  <a:lnTo>
                    <a:pt x="9433" y="35625"/>
                  </a:lnTo>
                  <a:lnTo>
                    <a:pt x="12039" y="31728"/>
                  </a:lnTo>
                  <a:lnTo>
                    <a:pt x="14645" y="27831"/>
                  </a:lnTo>
                  <a:lnTo>
                    <a:pt x="17607" y="24230"/>
                  </a:lnTo>
                  <a:lnTo>
                    <a:pt x="20923" y="20919"/>
                  </a:lnTo>
                  <a:lnTo>
                    <a:pt x="24240" y="17599"/>
                  </a:lnTo>
                  <a:lnTo>
                    <a:pt x="27848" y="14640"/>
                  </a:lnTo>
                  <a:lnTo>
                    <a:pt x="31749" y="12036"/>
                  </a:lnTo>
                  <a:lnTo>
                    <a:pt x="35649" y="9423"/>
                  </a:lnTo>
                  <a:lnTo>
                    <a:pt x="39766" y="7227"/>
                  </a:lnTo>
                  <a:lnTo>
                    <a:pt x="44100" y="5432"/>
                  </a:lnTo>
                  <a:lnTo>
                    <a:pt x="48433" y="3636"/>
                  </a:lnTo>
                  <a:lnTo>
                    <a:pt x="52900" y="2287"/>
                  </a:lnTo>
                  <a:lnTo>
                    <a:pt x="57501" y="1376"/>
                  </a:lnTo>
                  <a:lnTo>
                    <a:pt x="62101" y="456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4643437" y="0"/>
                  </a:lnTo>
                  <a:lnTo>
                    <a:pt x="4648126" y="0"/>
                  </a:lnTo>
                  <a:lnTo>
                    <a:pt x="4652772" y="456"/>
                  </a:lnTo>
                  <a:lnTo>
                    <a:pt x="4657372" y="1376"/>
                  </a:lnTo>
                  <a:lnTo>
                    <a:pt x="4661973" y="2279"/>
                  </a:lnTo>
                  <a:lnTo>
                    <a:pt x="4666440" y="3628"/>
                  </a:lnTo>
                  <a:lnTo>
                    <a:pt x="4693950" y="20919"/>
                  </a:lnTo>
                  <a:lnTo>
                    <a:pt x="4697268" y="24230"/>
                  </a:lnTo>
                  <a:lnTo>
                    <a:pt x="4713501" y="57493"/>
                  </a:lnTo>
                  <a:lnTo>
                    <a:pt x="4714417" y="62098"/>
                  </a:lnTo>
                  <a:lnTo>
                    <a:pt x="4714875" y="66739"/>
                  </a:lnTo>
                  <a:lnTo>
                    <a:pt x="4714875" y="71437"/>
                  </a:lnTo>
                  <a:lnTo>
                    <a:pt x="4714875" y="2795587"/>
                  </a:lnTo>
                  <a:lnTo>
                    <a:pt x="4714875" y="2800275"/>
                  </a:lnTo>
                  <a:lnTo>
                    <a:pt x="4714417" y="2804917"/>
                  </a:lnTo>
                  <a:lnTo>
                    <a:pt x="4713501" y="2809511"/>
                  </a:lnTo>
                  <a:lnTo>
                    <a:pt x="4712587" y="2814116"/>
                  </a:lnTo>
                  <a:lnTo>
                    <a:pt x="4711231" y="2818581"/>
                  </a:lnTo>
                  <a:lnTo>
                    <a:pt x="4709436" y="2822906"/>
                  </a:lnTo>
                  <a:lnTo>
                    <a:pt x="4707639" y="2827250"/>
                  </a:lnTo>
                  <a:lnTo>
                    <a:pt x="4705439" y="2831362"/>
                  </a:lnTo>
                  <a:lnTo>
                    <a:pt x="4702834" y="2835258"/>
                  </a:lnTo>
                  <a:lnTo>
                    <a:pt x="4700228" y="2839166"/>
                  </a:lnTo>
                  <a:lnTo>
                    <a:pt x="4697268" y="2842775"/>
                  </a:lnTo>
                  <a:lnTo>
                    <a:pt x="4693950" y="2846095"/>
                  </a:lnTo>
                  <a:lnTo>
                    <a:pt x="4690633" y="2849416"/>
                  </a:lnTo>
                  <a:lnTo>
                    <a:pt x="4687025" y="2852374"/>
                  </a:lnTo>
                  <a:lnTo>
                    <a:pt x="4683124" y="2854969"/>
                  </a:lnTo>
                  <a:lnTo>
                    <a:pt x="4679225" y="2857574"/>
                  </a:lnTo>
                  <a:lnTo>
                    <a:pt x="4657372" y="2865638"/>
                  </a:lnTo>
                  <a:lnTo>
                    <a:pt x="4652772" y="2866559"/>
                  </a:lnTo>
                  <a:lnTo>
                    <a:pt x="4648126" y="2867015"/>
                  </a:lnTo>
                  <a:lnTo>
                    <a:pt x="4643437" y="2867024"/>
                  </a:lnTo>
                  <a:lnTo>
                    <a:pt x="71438" y="2867024"/>
                  </a:lnTo>
                  <a:lnTo>
                    <a:pt x="31749" y="2854979"/>
                  </a:lnTo>
                  <a:lnTo>
                    <a:pt x="20923" y="2846095"/>
                  </a:lnTo>
                  <a:lnTo>
                    <a:pt x="17607" y="2842775"/>
                  </a:lnTo>
                  <a:lnTo>
                    <a:pt x="14645" y="2839166"/>
                  </a:lnTo>
                  <a:lnTo>
                    <a:pt x="12039" y="2835258"/>
                  </a:lnTo>
                  <a:lnTo>
                    <a:pt x="9433" y="2831362"/>
                  </a:lnTo>
                  <a:lnTo>
                    <a:pt x="7232" y="2827250"/>
                  </a:lnTo>
                  <a:lnTo>
                    <a:pt x="5437" y="2822906"/>
                  </a:lnTo>
                  <a:lnTo>
                    <a:pt x="3642" y="2818581"/>
                  </a:lnTo>
                  <a:lnTo>
                    <a:pt x="2287" y="2814116"/>
                  </a:lnTo>
                  <a:lnTo>
                    <a:pt x="1372" y="2809511"/>
                  </a:lnTo>
                  <a:lnTo>
                    <a:pt x="457" y="2804917"/>
                  </a:lnTo>
                  <a:lnTo>
                    <a:pt x="0" y="2800275"/>
                  </a:lnTo>
                  <a:lnTo>
                    <a:pt x="0" y="2795587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18"/>
            <p:cNvSpPr/>
            <p:nvPr/>
          </p:nvSpPr>
          <p:spPr>
            <a:xfrm>
              <a:off x="5495924" y="2647946"/>
              <a:ext cx="4705350" cy="314325"/>
            </a:xfrm>
            <a:custGeom>
              <a:rect b="b" l="l" r="r" t="t"/>
              <a:pathLst>
                <a:path extrusionOk="0" h="314325" w="4705350">
                  <a:moveTo>
                    <a:pt x="4705349" y="314324"/>
                  </a:moveTo>
                  <a:lnTo>
                    <a:pt x="0" y="314324"/>
                  </a:lnTo>
                  <a:lnTo>
                    <a:pt x="0" y="66680"/>
                  </a:lnTo>
                  <a:lnTo>
                    <a:pt x="11225" y="29630"/>
                  </a:lnTo>
                  <a:lnTo>
                    <a:pt x="41158" y="5080"/>
                  </a:lnTo>
                  <a:lnTo>
                    <a:pt x="66675" y="0"/>
                  </a:lnTo>
                  <a:lnTo>
                    <a:pt x="4638675" y="0"/>
                  </a:lnTo>
                  <a:lnTo>
                    <a:pt x="4675723" y="11231"/>
                  </a:lnTo>
                  <a:lnTo>
                    <a:pt x="4700272" y="41164"/>
                  </a:lnTo>
                  <a:lnTo>
                    <a:pt x="4705349" y="314324"/>
                  </a:lnTo>
                  <a:close/>
                </a:path>
              </a:pathLst>
            </a:custGeom>
            <a:solidFill>
              <a:srgbClr val="FFFFFF">
                <a:alpha val="3137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18"/>
            <p:cNvSpPr/>
            <p:nvPr/>
          </p:nvSpPr>
          <p:spPr>
            <a:xfrm>
              <a:off x="5495924" y="2952741"/>
              <a:ext cx="4705350" cy="9525"/>
            </a:xfrm>
            <a:custGeom>
              <a:rect b="b" l="l" r="r" t="t"/>
              <a:pathLst>
                <a:path extrusionOk="0" h="9525" w="4705350">
                  <a:moveTo>
                    <a:pt x="47053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4705349" y="0"/>
                  </a:lnTo>
                  <a:lnTo>
                    <a:pt x="4705349" y="9524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3" name="Google Shape;433;p18"/>
          <p:cNvSpPr txBox="1"/>
          <p:nvPr/>
        </p:nvSpPr>
        <p:spPr>
          <a:xfrm>
            <a:off x="5635625" y="2699966"/>
            <a:ext cx="1393825" cy="176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94A2B8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Atomic CAS Spin Loop</a:t>
            </a:r>
            <a:endParaRPr sz="1000"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434" name="Google Shape;434;p18"/>
          <p:cNvSpPr/>
          <p:nvPr/>
        </p:nvSpPr>
        <p:spPr>
          <a:xfrm>
            <a:off x="5495924" y="2962271"/>
            <a:ext cx="4705350" cy="2543175"/>
          </a:xfrm>
          <a:custGeom>
            <a:rect b="b" l="l" r="r" t="t"/>
            <a:pathLst>
              <a:path extrusionOk="0" h="2543175" w="4705350">
                <a:moveTo>
                  <a:pt x="4638675" y="2543174"/>
                </a:moveTo>
                <a:lnTo>
                  <a:pt x="66675" y="2543174"/>
                </a:lnTo>
                <a:lnTo>
                  <a:pt x="60107" y="2542862"/>
                </a:lnTo>
                <a:lnTo>
                  <a:pt x="24397" y="2528070"/>
                </a:lnTo>
                <a:lnTo>
                  <a:pt x="2854" y="2495829"/>
                </a:lnTo>
                <a:lnTo>
                  <a:pt x="0" y="2476504"/>
                </a:lnTo>
                <a:lnTo>
                  <a:pt x="0" y="0"/>
                </a:lnTo>
                <a:lnTo>
                  <a:pt x="4705350" y="0"/>
                </a:lnTo>
                <a:lnTo>
                  <a:pt x="4705349" y="2476504"/>
                </a:lnTo>
                <a:lnTo>
                  <a:pt x="4694122" y="2513553"/>
                </a:lnTo>
                <a:lnTo>
                  <a:pt x="4664189" y="2538103"/>
                </a:lnTo>
                <a:lnTo>
                  <a:pt x="4638675" y="2543174"/>
                </a:lnTo>
                <a:close/>
              </a:path>
            </a:pathLst>
          </a:custGeom>
          <a:solidFill>
            <a:srgbClr val="03050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8"/>
          <p:cNvSpPr txBox="1"/>
          <p:nvPr/>
        </p:nvSpPr>
        <p:spPr>
          <a:xfrm>
            <a:off x="5635624" y="3078162"/>
            <a:ext cx="3394710" cy="2263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</a:t>
            </a:r>
            <a:r>
              <a:rPr lang="en-US" sz="900">
                <a:solidFill>
                  <a:srgbClr val="37BDF7"/>
                </a:solidFill>
                <a:latin typeface="Courier New"/>
                <a:ea typeface="Courier New"/>
                <a:cs typeface="Courier New"/>
                <a:sym typeface="Courier New"/>
              </a:rPr>
              <a:t>CustomAtomic 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9085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private volatile int 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val;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9085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64738B"/>
                </a:solidFill>
                <a:latin typeface="Courier New"/>
                <a:ea typeface="Courier New"/>
                <a:cs typeface="Courier New"/>
                <a:sym typeface="Courier New"/>
              </a:rPr>
              <a:t>// Emulating the internal CPU loop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9085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public int 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incrementAndGet() {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586105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(;;) {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87249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current = val;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87249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next = current + </a:t>
            </a:r>
            <a:r>
              <a:rPr lang="en-US" sz="900">
                <a:solidFill>
                  <a:srgbClr val="FA913C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-287020" lvl="0" marL="1159510" marR="5080" rtl="0" algn="l">
              <a:lnSpc>
                <a:spcPct val="125000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(compareAndSet(current, next)) { return next;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87249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586105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9085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440" name="Google Shape;440;p19"/>
          <p:cNvSpPr txBox="1"/>
          <p:nvPr>
            <p:ph type="title"/>
          </p:nvPr>
        </p:nvSpPr>
        <p:spPr>
          <a:xfrm>
            <a:off x="463549" y="409883"/>
            <a:ext cx="5290820" cy="353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FF8B00"/>
                </a:solidFill>
              </a:rPr>
              <a:t>19. </a:t>
            </a:r>
            <a:r>
              <a:rPr lang="en-US"/>
              <a:t>Scalability</a:t>
            </a:r>
            <a:r>
              <a:rPr lang="en-US" sz="2050"/>
              <a:t>: </a:t>
            </a:r>
            <a:r>
              <a:rPr lang="en-US"/>
              <a:t>LongAdder</a:t>
            </a:r>
            <a:endParaRPr sz="2050"/>
          </a:p>
        </p:txBody>
      </p:sp>
      <p:grpSp>
        <p:nvGrpSpPr>
          <p:cNvPr id="441" name="Google Shape;441;p19"/>
          <p:cNvGrpSpPr/>
          <p:nvPr/>
        </p:nvGrpSpPr>
        <p:grpSpPr>
          <a:xfrm>
            <a:off x="8848724" y="495299"/>
            <a:ext cx="1362075" cy="228606"/>
            <a:chOff x="8848724" y="495299"/>
            <a:chExt cx="1362075" cy="228606"/>
          </a:xfrm>
        </p:grpSpPr>
        <p:sp>
          <p:nvSpPr>
            <p:cNvPr id="442" name="Google Shape;442;p19"/>
            <p:cNvSpPr/>
            <p:nvPr/>
          </p:nvSpPr>
          <p:spPr>
            <a:xfrm>
              <a:off x="8848724" y="495305"/>
              <a:ext cx="1362075" cy="228600"/>
            </a:xfrm>
            <a:custGeom>
              <a:rect b="b" l="l" r="r" t="t"/>
              <a:pathLst>
                <a:path extrusionOk="0" h="228600" w="1362075">
                  <a:moveTo>
                    <a:pt x="1247774" y="228599"/>
                  </a:moveTo>
                  <a:lnTo>
                    <a:pt x="114299" y="228599"/>
                  </a:lnTo>
                  <a:lnTo>
                    <a:pt x="103040" y="228056"/>
                  </a:lnTo>
                  <a:lnTo>
                    <a:pt x="60363" y="215088"/>
                  </a:lnTo>
                  <a:lnTo>
                    <a:pt x="25899" y="186775"/>
                  </a:lnTo>
                  <a:lnTo>
                    <a:pt x="4893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1" y="60364"/>
                  </a:lnTo>
                  <a:lnTo>
                    <a:pt x="41823" y="25900"/>
                  </a:lnTo>
                  <a:lnTo>
                    <a:pt x="81169" y="4894"/>
                  </a:lnTo>
                  <a:lnTo>
                    <a:pt x="114299" y="0"/>
                  </a:lnTo>
                  <a:lnTo>
                    <a:pt x="1247774" y="0"/>
                  </a:lnTo>
                  <a:lnTo>
                    <a:pt x="1291514" y="8700"/>
                  </a:lnTo>
                  <a:lnTo>
                    <a:pt x="1328596" y="33477"/>
                  </a:lnTo>
                  <a:lnTo>
                    <a:pt x="1353372" y="70559"/>
                  </a:lnTo>
                  <a:lnTo>
                    <a:pt x="1362074" y="114299"/>
                  </a:lnTo>
                  <a:lnTo>
                    <a:pt x="1361530" y="125559"/>
                  </a:lnTo>
                  <a:lnTo>
                    <a:pt x="1348561" y="168235"/>
                  </a:lnTo>
                  <a:lnTo>
                    <a:pt x="1320250" y="202699"/>
                  </a:lnTo>
                  <a:lnTo>
                    <a:pt x="1280903" y="223705"/>
                  </a:lnTo>
                  <a:lnTo>
                    <a:pt x="1247774" y="228599"/>
                  </a:lnTo>
                  <a:close/>
                </a:path>
              </a:pathLst>
            </a:custGeom>
            <a:solidFill>
              <a:srgbClr val="0567E1">
                <a:alpha val="1215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19"/>
            <p:cNvSpPr/>
            <p:nvPr/>
          </p:nvSpPr>
          <p:spPr>
            <a:xfrm>
              <a:off x="8848724" y="495299"/>
              <a:ext cx="1362075" cy="228600"/>
            </a:xfrm>
            <a:custGeom>
              <a:rect b="b" l="l" r="r" t="t"/>
              <a:pathLst>
                <a:path extrusionOk="0" h="228600" w="1362075">
                  <a:moveTo>
                    <a:pt x="1247774" y="228599"/>
                  </a:moveTo>
                  <a:lnTo>
                    <a:pt x="114299" y="228599"/>
                  </a:lnTo>
                  <a:lnTo>
                    <a:pt x="103040" y="228056"/>
                  </a:lnTo>
                  <a:lnTo>
                    <a:pt x="60363" y="215088"/>
                  </a:lnTo>
                  <a:lnTo>
                    <a:pt x="25899" y="186775"/>
                  </a:lnTo>
                  <a:lnTo>
                    <a:pt x="4893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1" y="60364"/>
                  </a:lnTo>
                  <a:lnTo>
                    <a:pt x="41823" y="25900"/>
                  </a:lnTo>
                  <a:lnTo>
                    <a:pt x="81169" y="4894"/>
                  </a:lnTo>
                  <a:lnTo>
                    <a:pt x="114299" y="0"/>
                  </a:lnTo>
                  <a:lnTo>
                    <a:pt x="1247774" y="0"/>
                  </a:lnTo>
                  <a:lnTo>
                    <a:pt x="1291514" y="8700"/>
                  </a:lnTo>
                  <a:lnTo>
                    <a:pt x="1293261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121179"/>
                  </a:lnTo>
                  <a:lnTo>
                    <a:pt x="20133" y="160751"/>
                  </a:lnTo>
                  <a:lnTo>
                    <a:pt x="45077" y="193251"/>
                  </a:lnTo>
                  <a:lnTo>
                    <a:pt x="80560" y="213732"/>
                  </a:lnTo>
                  <a:lnTo>
                    <a:pt x="107420" y="219074"/>
                  </a:lnTo>
                  <a:lnTo>
                    <a:pt x="1293260" y="219074"/>
                  </a:lnTo>
                  <a:lnTo>
                    <a:pt x="1291514" y="219899"/>
                  </a:lnTo>
                  <a:lnTo>
                    <a:pt x="1280903" y="223705"/>
                  </a:lnTo>
                  <a:lnTo>
                    <a:pt x="1270076" y="226424"/>
                  </a:lnTo>
                  <a:lnTo>
                    <a:pt x="1259033" y="228056"/>
                  </a:lnTo>
                  <a:lnTo>
                    <a:pt x="1247774" y="228599"/>
                  </a:lnTo>
                  <a:close/>
                </a:path>
                <a:path extrusionOk="0" h="228600" w="1362075">
                  <a:moveTo>
                    <a:pt x="1293260" y="219074"/>
                  </a:moveTo>
                  <a:lnTo>
                    <a:pt x="1254654" y="219074"/>
                  </a:lnTo>
                  <a:lnTo>
                    <a:pt x="1261467" y="218403"/>
                  </a:lnTo>
                  <a:lnTo>
                    <a:pt x="1274962" y="215719"/>
                  </a:lnTo>
                  <a:lnTo>
                    <a:pt x="1311704" y="197595"/>
                  </a:lnTo>
                  <a:lnTo>
                    <a:pt x="1338713" y="166789"/>
                  </a:lnTo>
                  <a:lnTo>
                    <a:pt x="1351878" y="127993"/>
                  </a:lnTo>
                  <a:lnTo>
                    <a:pt x="1352549" y="121179"/>
                  </a:lnTo>
                  <a:lnTo>
                    <a:pt x="1352549" y="107420"/>
                  </a:lnTo>
                  <a:lnTo>
                    <a:pt x="1341941" y="67848"/>
                  </a:lnTo>
                  <a:lnTo>
                    <a:pt x="1316997" y="35348"/>
                  </a:lnTo>
                  <a:lnTo>
                    <a:pt x="1281514" y="14867"/>
                  </a:lnTo>
                  <a:lnTo>
                    <a:pt x="1254654" y="9524"/>
                  </a:lnTo>
                  <a:lnTo>
                    <a:pt x="1293261" y="9524"/>
                  </a:lnTo>
                  <a:lnTo>
                    <a:pt x="1328596" y="33477"/>
                  </a:lnTo>
                  <a:lnTo>
                    <a:pt x="1353372" y="70559"/>
                  </a:lnTo>
                  <a:lnTo>
                    <a:pt x="1362074" y="114299"/>
                  </a:lnTo>
                  <a:lnTo>
                    <a:pt x="1361530" y="125559"/>
                  </a:lnTo>
                  <a:lnTo>
                    <a:pt x="1348561" y="168235"/>
                  </a:lnTo>
                  <a:lnTo>
                    <a:pt x="1320250" y="202699"/>
                  </a:lnTo>
                  <a:lnTo>
                    <a:pt x="1301709" y="215088"/>
                  </a:lnTo>
                  <a:lnTo>
                    <a:pt x="1293260" y="219074"/>
                  </a:lnTo>
                  <a:close/>
                </a:path>
              </a:pathLst>
            </a:custGeom>
            <a:solidFill>
              <a:srgbClr val="0567E1">
                <a:alpha val="3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4" name="Google Shape;444;p19"/>
          <p:cNvSpPr txBox="1"/>
          <p:nvPr/>
        </p:nvSpPr>
        <p:spPr>
          <a:xfrm>
            <a:off x="8959701" y="523830"/>
            <a:ext cx="1126490" cy="159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567E1"/>
                </a:solidFill>
                <a:latin typeface="Arial"/>
                <a:ea typeface="Arial"/>
                <a:cs typeface="Arial"/>
                <a:sym typeface="Arial"/>
              </a:rPr>
              <a:t>S YN CH RON I Z E RS</a:t>
            </a:r>
            <a:endParaRPr sz="8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9"/>
          <p:cNvSpPr txBox="1"/>
          <p:nvPr/>
        </p:nvSpPr>
        <p:spPr>
          <a:xfrm>
            <a:off x="463549" y="2945050"/>
            <a:ext cx="4349115" cy="880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Avoiding Thread Contention Stalls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high-throughput environments, multiple threads spinning on a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499745" rtl="0" algn="l">
              <a:lnSpc>
                <a:spcPct val="144166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single </a:t>
            </a:r>
            <a:r>
              <a:rPr lang="en-US" sz="1100">
                <a:solidFill>
                  <a:srgbClr val="94A2B8"/>
                </a:solidFill>
                <a:latin typeface="Courier New"/>
                <a:ea typeface="Courier New"/>
                <a:cs typeface="Courier New"/>
                <a:sym typeface="Courier New"/>
              </a:rPr>
              <a:t>AtomicLong </a:t>
            </a: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CAS address trigger high CPU cache invalidations, stalling performance.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6" name="Google Shape;446;p19"/>
          <p:cNvSpPr txBox="1"/>
          <p:nvPr/>
        </p:nvSpPr>
        <p:spPr>
          <a:xfrm>
            <a:off x="463549" y="3892778"/>
            <a:ext cx="4505960" cy="685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5080" rtl="0" algn="l">
              <a:lnSpc>
                <a:spcPct val="1157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Cell Striping</a:t>
            </a:r>
            <a:r>
              <a:rPr b="1" lang="en-US" sz="13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100">
                <a:solidFill>
                  <a:srgbClr val="94A2B8"/>
                </a:solidFill>
                <a:latin typeface="Courier New"/>
                <a:ea typeface="Courier New"/>
                <a:cs typeface="Courier New"/>
                <a:sym typeface="Courier New"/>
              </a:rPr>
              <a:t>LongAdder </a:t>
            </a: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avoids global hot spots by writing to a dynamic array of independent numeric cells based on the thread' s hash: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447" name="Google Shape;447;p19"/>
          <p:cNvGrpSpPr/>
          <p:nvPr/>
        </p:nvGrpSpPr>
        <p:grpSpPr>
          <a:xfrm>
            <a:off x="5486399" y="3533775"/>
            <a:ext cx="4724400" cy="1200155"/>
            <a:chOff x="5486399" y="3533775"/>
            <a:chExt cx="4724400" cy="1200155"/>
          </a:xfrm>
        </p:grpSpPr>
        <p:sp>
          <p:nvSpPr>
            <p:cNvPr id="448" name="Google Shape;448;p19"/>
            <p:cNvSpPr/>
            <p:nvPr/>
          </p:nvSpPr>
          <p:spPr>
            <a:xfrm>
              <a:off x="5486399" y="3533780"/>
              <a:ext cx="4724400" cy="1200150"/>
            </a:xfrm>
            <a:custGeom>
              <a:rect b="b" l="l" r="r" t="t"/>
              <a:pathLst>
                <a:path extrusionOk="0" h="1200150" w="4724400">
                  <a:moveTo>
                    <a:pt x="4629149" y="1200149"/>
                  </a:moveTo>
                  <a:lnTo>
                    <a:pt x="95249" y="1200149"/>
                  </a:lnTo>
                  <a:lnTo>
                    <a:pt x="85866" y="1199696"/>
                  </a:lnTo>
                  <a:lnTo>
                    <a:pt x="42321" y="1184111"/>
                  </a:lnTo>
                  <a:lnTo>
                    <a:pt x="11259" y="1149845"/>
                  </a:lnTo>
                  <a:lnTo>
                    <a:pt x="0" y="110489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4629149" y="0"/>
                  </a:lnTo>
                  <a:lnTo>
                    <a:pt x="4674094" y="11259"/>
                  </a:lnTo>
                  <a:lnTo>
                    <a:pt x="4708360" y="42321"/>
                  </a:lnTo>
                  <a:lnTo>
                    <a:pt x="4723945" y="85866"/>
                  </a:lnTo>
                  <a:lnTo>
                    <a:pt x="4724399" y="95249"/>
                  </a:lnTo>
                  <a:lnTo>
                    <a:pt x="4724399" y="1104899"/>
                  </a:lnTo>
                  <a:lnTo>
                    <a:pt x="4713138" y="1149845"/>
                  </a:lnTo>
                  <a:lnTo>
                    <a:pt x="4682076" y="1184111"/>
                  </a:lnTo>
                  <a:lnTo>
                    <a:pt x="4638532" y="1199696"/>
                  </a:lnTo>
                  <a:lnTo>
                    <a:pt x="4629149" y="1200149"/>
                  </a:lnTo>
                  <a:close/>
                </a:path>
              </a:pathLst>
            </a:custGeom>
            <a:solidFill>
              <a:srgbClr val="FFFFFF">
                <a:alpha val="196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19"/>
            <p:cNvSpPr/>
            <p:nvPr/>
          </p:nvSpPr>
          <p:spPr>
            <a:xfrm>
              <a:off x="5486399" y="3533775"/>
              <a:ext cx="4724400" cy="1200150"/>
            </a:xfrm>
            <a:custGeom>
              <a:rect b="b" l="l" r="r" t="t"/>
              <a:pathLst>
                <a:path extrusionOk="0" h="1200150" w="4724400">
                  <a:moveTo>
                    <a:pt x="4629149" y="1200149"/>
                  </a:moveTo>
                  <a:lnTo>
                    <a:pt x="95249" y="1200149"/>
                  </a:lnTo>
                  <a:lnTo>
                    <a:pt x="85866" y="1199696"/>
                  </a:lnTo>
                  <a:lnTo>
                    <a:pt x="42321" y="1184111"/>
                  </a:lnTo>
                  <a:lnTo>
                    <a:pt x="11259" y="1149845"/>
                  </a:lnTo>
                  <a:lnTo>
                    <a:pt x="0" y="110489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4629149" y="0"/>
                  </a:lnTo>
                  <a:lnTo>
                    <a:pt x="4670419" y="9524"/>
                  </a:lnTo>
                  <a:lnTo>
                    <a:pt x="89621" y="9524"/>
                  </a:lnTo>
                  <a:lnTo>
                    <a:pt x="84046" y="10073"/>
                  </a:lnTo>
                  <a:lnTo>
                    <a:pt x="42943" y="27099"/>
                  </a:lnTo>
                  <a:lnTo>
                    <a:pt x="18204" y="57244"/>
                  </a:lnTo>
                  <a:lnTo>
                    <a:pt x="9524" y="89621"/>
                  </a:lnTo>
                  <a:lnTo>
                    <a:pt x="9524" y="1110528"/>
                  </a:lnTo>
                  <a:lnTo>
                    <a:pt x="20844" y="1147845"/>
                  </a:lnTo>
                  <a:lnTo>
                    <a:pt x="52303" y="1179304"/>
                  </a:lnTo>
                  <a:lnTo>
                    <a:pt x="89621" y="1190624"/>
                  </a:lnTo>
                  <a:lnTo>
                    <a:pt x="4670417" y="1190624"/>
                  </a:lnTo>
                  <a:lnTo>
                    <a:pt x="4665599" y="1192898"/>
                  </a:lnTo>
                  <a:lnTo>
                    <a:pt x="4656757" y="1196070"/>
                  </a:lnTo>
                  <a:lnTo>
                    <a:pt x="4647734" y="1198336"/>
                  </a:lnTo>
                  <a:lnTo>
                    <a:pt x="4638532" y="1199696"/>
                  </a:lnTo>
                  <a:lnTo>
                    <a:pt x="4629149" y="1200149"/>
                  </a:lnTo>
                  <a:close/>
                </a:path>
                <a:path extrusionOk="0" h="1200150" w="4724400">
                  <a:moveTo>
                    <a:pt x="4670417" y="1190624"/>
                  </a:moveTo>
                  <a:lnTo>
                    <a:pt x="4634778" y="1190624"/>
                  </a:lnTo>
                  <a:lnTo>
                    <a:pt x="4640352" y="1190075"/>
                  </a:lnTo>
                  <a:lnTo>
                    <a:pt x="4651393" y="1187879"/>
                  </a:lnTo>
                  <a:lnTo>
                    <a:pt x="4685785" y="1169496"/>
                  </a:lnTo>
                  <a:lnTo>
                    <a:pt x="4710502" y="1132504"/>
                  </a:lnTo>
                  <a:lnTo>
                    <a:pt x="4714874" y="1110528"/>
                  </a:lnTo>
                  <a:lnTo>
                    <a:pt x="4714874" y="89621"/>
                  </a:lnTo>
                  <a:lnTo>
                    <a:pt x="4703553" y="52303"/>
                  </a:lnTo>
                  <a:lnTo>
                    <a:pt x="4672094" y="20845"/>
                  </a:lnTo>
                  <a:lnTo>
                    <a:pt x="4634778" y="9524"/>
                  </a:lnTo>
                  <a:lnTo>
                    <a:pt x="4670419" y="9524"/>
                  </a:lnTo>
                  <a:lnTo>
                    <a:pt x="4702815" y="34852"/>
                  </a:lnTo>
                  <a:lnTo>
                    <a:pt x="4722586" y="76663"/>
                  </a:lnTo>
                  <a:lnTo>
                    <a:pt x="4724399" y="1104899"/>
                  </a:lnTo>
                  <a:lnTo>
                    <a:pt x="4723946" y="1114282"/>
                  </a:lnTo>
                  <a:lnTo>
                    <a:pt x="4708360" y="1157827"/>
                  </a:lnTo>
                  <a:lnTo>
                    <a:pt x="4674094" y="1188889"/>
                  </a:lnTo>
                  <a:lnTo>
                    <a:pt x="4670417" y="1190624"/>
                  </a:lnTo>
                  <a:close/>
                </a:path>
              </a:pathLst>
            </a:custGeom>
            <a:solidFill>
              <a:srgbClr val="FFFFFF">
                <a:alpha val="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50" name="Google Shape;450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67374" y="3733799"/>
              <a:ext cx="161925" cy="14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1" name="Google Shape;451;p19"/>
          <p:cNvSpPr txBox="1"/>
          <p:nvPr/>
        </p:nvSpPr>
        <p:spPr>
          <a:xfrm>
            <a:off x="5654675" y="3570631"/>
            <a:ext cx="4346575" cy="975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8725">
            <a:spAutoFit/>
          </a:bodyPr>
          <a:lstStyle/>
          <a:p>
            <a:pPr indent="0" lvl="0" marL="2501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Contention Threshold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l">
              <a:lnSpc>
                <a:spcPct val="113599"/>
              </a:lnSpc>
              <a:spcBef>
                <a:spcPts val="465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write</a:t>
            </a:r>
            <a:r>
              <a:rPr lang="en-US" sz="10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</a:t>
            </a:r>
            <a:r>
              <a:rPr lang="en-US" sz="11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heavy operations </a:t>
            </a:r>
            <a:r>
              <a:rPr lang="en-US" sz="10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en-US" sz="11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like metrics logging</a:t>
            </a:r>
            <a:r>
              <a:rPr lang="en-US" sz="10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r>
              <a:rPr lang="en-US" sz="11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 systems with more than </a:t>
            </a:r>
            <a:r>
              <a:rPr lang="en-US" sz="10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16 </a:t>
            </a:r>
            <a:r>
              <a:rPr lang="en-US" sz="11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cores</a:t>
            </a:r>
            <a:r>
              <a:rPr lang="en-US" sz="10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1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switching from </a:t>
            </a:r>
            <a:r>
              <a:rPr lang="en-US" sz="1000">
                <a:solidFill>
                  <a:srgbClr val="94A2B8"/>
                </a:solidFill>
                <a:latin typeface="Courier New"/>
                <a:ea typeface="Courier New"/>
                <a:cs typeface="Courier New"/>
                <a:sym typeface="Courier New"/>
              </a:rPr>
              <a:t>AtomicLong </a:t>
            </a:r>
            <a:r>
              <a:rPr lang="en-US" sz="11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</a:t>
            </a:r>
            <a:r>
              <a:rPr lang="en-US" sz="1000">
                <a:solidFill>
                  <a:srgbClr val="94A2B8"/>
                </a:solidFill>
                <a:latin typeface="Courier New"/>
                <a:ea typeface="Courier New"/>
                <a:cs typeface="Courier New"/>
                <a:sym typeface="Courier New"/>
              </a:rPr>
              <a:t>LongAdder </a:t>
            </a:r>
            <a:r>
              <a:rPr lang="en-US" sz="11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improve performance by up to </a:t>
            </a:r>
            <a:r>
              <a:rPr lang="en-US" sz="10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500%.</a:t>
            </a:r>
            <a:endParaRPr sz="10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52" name="Google Shape;45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0225" y="4765674"/>
            <a:ext cx="50800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19"/>
          <p:cNvSpPr txBox="1"/>
          <p:nvPr/>
        </p:nvSpPr>
        <p:spPr>
          <a:xfrm>
            <a:off x="692150" y="4608088"/>
            <a:ext cx="423545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3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Cores write to separate cells, eliminating contention bottlenecks.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aggregate total is calculated only when </a:t>
            </a:r>
            <a:r>
              <a:rPr lang="en-US" sz="1050">
                <a:solidFill>
                  <a:srgbClr val="94A2B8"/>
                </a:solidFill>
                <a:latin typeface="Courier New"/>
                <a:ea typeface="Courier New"/>
                <a:cs typeface="Courier New"/>
                <a:sym typeface="Courier New"/>
              </a:rPr>
              <a:t>sum() </a:t>
            </a: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called.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54" name="Google Shape;45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0225" y="5032374"/>
            <a:ext cx="50800" cy="8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0"/>
          <p:cNvSpPr txBox="1"/>
          <p:nvPr/>
        </p:nvSpPr>
        <p:spPr>
          <a:xfrm>
            <a:off x="463549" y="2672410"/>
            <a:ext cx="1195070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8B00"/>
                </a:solidFill>
                <a:latin typeface="Arial"/>
                <a:ea typeface="Arial"/>
                <a:cs typeface="Arial"/>
                <a:sym typeface="Arial"/>
              </a:rPr>
              <a:t>M O D U L E I V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0" name="Google Shape;46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49" y="3057519"/>
            <a:ext cx="9734549" cy="1200149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20"/>
          <p:cNvSpPr txBox="1"/>
          <p:nvPr/>
        </p:nvSpPr>
        <p:spPr>
          <a:xfrm>
            <a:off x="463549" y="4329516"/>
            <a:ext cx="6274435" cy="53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163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Tuning ThreadPoolExecutor saturation</a:t>
            </a:r>
            <a:r>
              <a:rPr lang="en-US" sz="14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4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configuring backpressure</a:t>
            </a:r>
            <a:r>
              <a:rPr lang="en-US" sz="14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4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calculating queue thresholds</a:t>
            </a:r>
            <a:r>
              <a:rPr lang="en-US" sz="14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4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protecting thread map lifecycles</a:t>
            </a:r>
            <a:r>
              <a:rPr lang="en-US" sz="14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466" name="Google Shape;466;p21"/>
          <p:cNvSpPr txBox="1"/>
          <p:nvPr>
            <p:ph type="title"/>
          </p:nvPr>
        </p:nvSpPr>
        <p:spPr>
          <a:xfrm>
            <a:off x="463549" y="409883"/>
            <a:ext cx="3653790" cy="353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FF8B00"/>
                </a:solidFill>
              </a:rPr>
              <a:t>21. </a:t>
            </a:r>
            <a:r>
              <a:rPr lang="en-US"/>
              <a:t>ThreadPoolExecutor Sizing</a:t>
            </a:r>
            <a:endParaRPr sz="2050"/>
          </a:p>
        </p:txBody>
      </p:sp>
      <p:grpSp>
        <p:nvGrpSpPr>
          <p:cNvPr id="467" name="Google Shape;467;p21"/>
          <p:cNvGrpSpPr/>
          <p:nvPr/>
        </p:nvGrpSpPr>
        <p:grpSpPr>
          <a:xfrm>
            <a:off x="9105899" y="495290"/>
            <a:ext cx="1104900" cy="228609"/>
            <a:chOff x="9105899" y="495290"/>
            <a:chExt cx="1104900" cy="228609"/>
          </a:xfrm>
        </p:grpSpPr>
        <p:sp>
          <p:nvSpPr>
            <p:cNvPr id="468" name="Google Shape;468;p21"/>
            <p:cNvSpPr/>
            <p:nvPr/>
          </p:nvSpPr>
          <p:spPr>
            <a:xfrm>
              <a:off x="9105899" y="495290"/>
              <a:ext cx="1104900" cy="228600"/>
            </a:xfrm>
            <a:custGeom>
              <a:rect b="b" l="l" r="r" t="t"/>
              <a:pathLst>
                <a:path extrusionOk="0" h="228600" w="1104900">
                  <a:moveTo>
                    <a:pt x="990599" y="228599"/>
                  </a:moveTo>
                  <a:lnTo>
                    <a:pt x="114299" y="228599"/>
                  </a:lnTo>
                  <a:lnTo>
                    <a:pt x="103040" y="228056"/>
                  </a:lnTo>
                  <a:lnTo>
                    <a:pt x="60363" y="215088"/>
                  </a:lnTo>
                  <a:lnTo>
                    <a:pt x="25899" y="186775"/>
                  </a:lnTo>
                  <a:lnTo>
                    <a:pt x="4893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0" y="60364"/>
                  </a:lnTo>
                  <a:lnTo>
                    <a:pt x="41823" y="25900"/>
                  </a:lnTo>
                  <a:lnTo>
                    <a:pt x="81168" y="4894"/>
                  </a:lnTo>
                  <a:lnTo>
                    <a:pt x="114299" y="0"/>
                  </a:lnTo>
                  <a:lnTo>
                    <a:pt x="990599" y="0"/>
                  </a:lnTo>
                  <a:lnTo>
                    <a:pt x="1034339" y="8700"/>
                  </a:lnTo>
                  <a:lnTo>
                    <a:pt x="1071421" y="33477"/>
                  </a:lnTo>
                  <a:lnTo>
                    <a:pt x="1096197" y="70559"/>
                  </a:lnTo>
                  <a:lnTo>
                    <a:pt x="1104899" y="114299"/>
                  </a:lnTo>
                  <a:lnTo>
                    <a:pt x="1104355" y="125559"/>
                  </a:lnTo>
                  <a:lnTo>
                    <a:pt x="1091386" y="168235"/>
                  </a:lnTo>
                  <a:lnTo>
                    <a:pt x="1063075" y="202699"/>
                  </a:lnTo>
                  <a:lnTo>
                    <a:pt x="1023728" y="223705"/>
                  </a:lnTo>
                  <a:lnTo>
                    <a:pt x="990599" y="228599"/>
                  </a:lnTo>
                  <a:close/>
                </a:path>
              </a:pathLst>
            </a:custGeom>
            <a:solidFill>
              <a:srgbClr val="0567E1">
                <a:alpha val="1215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21"/>
            <p:cNvSpPr/>
            <p:nvPr/>
          </p:nvSpPr>
          <p:spPr>
            <a:xfrm>
              <a:off x="9105899" y="495299"/>
              <a:ext cx="1104900" cy="228600"/>
            </a:xfrm>
            <a:custGeom>
              <a:rect b="b" l="l" r="r" t="t"/>
              <a:pathLst>
                <a:path extrusionOk="0" h="228600" w="1104900">
                  <a:moveTo>
                    <a:pt x="990599" y="228599"/>
                  </a:moveTo>
                  <a:lnTo>
                    <a:pt x="114299" y="228599"/>
                  </a:lnTo>
                  <a:lnTo>
                    <a:pt x="103040" y="228056"/>
                  </a:lnTo>
                  <a:lnTo>
                    <a:pt x="60363" y="215088"/>
                  </a:lnTo>
                  <a:lnTo>
                    <a:pt x="25899" y="186775"/>
                  </a:lnTo>
                  <a:lnTo>
                    <a:pt x="4893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0" y="60364"/>
                  </a:lnTo>
                  <a:lnTo>
                    <a:pt x="41823" y="25900"/>
                  </a:lnTo>
                  <a:lnTo>
                    <a:pt x="81168" y="4894"/>
                  </a:lnTo>
                  <a:lnTo>
                    <a:pt x="114299" y="0"/>
                  </a:lnTo>
                  <a:lnTo>
                    <a:pt x="990599" y="0"/>
                  </a:lnTo>
                  <a:lnTo>
                    <a:pt x="1034339" y="8700"/>
                  </a:lnTo>
                  <a:lnTo>
                    <a:pt x="1036086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121179"/>
                  </a:lnTo>
                  <a:lnTo>
                    <a:pt x="20133" y="160751"/>
                  </a:lnTo>
                  <a:lnTo>
                    <a:pt x="45077" y="193251"/>
                  </a:lnTo>
                  <a:lnTo>
                    <a:pt x="80560" y="213732"/>
                  </a:lnTo>
                  <a:lnTo>
                    <a:pt x="107420" y="219074"/>
                  </a:lnTo>
                  <a:lnTo>
                    <a:pt x="1036085" y="219074"/>
                  </a:lnTo>
                  <a:lnTo>
                    <a:pt x="1034339" y="219899"/>
                  </a:lnTo>
                  <a:lnTo>
                    <a:pt x="1023728" y="223705"/>
                  </a:lnTo>
                  <a:lnTo>
                    <a:pt x="1012901" y="226424"/>
                  </a:lnTo>
                  <a:lnTo>
                    <a:pt x="1001858" y="228056"/>
                  </a:lnTo>
                  <a:lnTo>
                    <a:pt x="990599" y="228599"/>
                  </a:lnTo>
                  <a:close/>
                </a:path>
                <a:path extrusionOk="0" h="228600" w="1104900">
                  <a:moveTo>
                    <a:pt x="1036085" y="219074"/>
                  </a:moveTo>
                  <a:lnTo>
                    <a:pt x="997479" y="219074"/>
                  </a:lnTo>
                  <a:lnTo>
                    <a:pt x="1004292" y="218403"/>
                  </a:lnTo>
                  <a:lnTo>
                    <a:pt x="1017787" y="215719"/>
                  </a:lnTo>
                  <a:lnTo>
                    <a:pt x="1054529" y="197595"/>
                  </a:lnTo>
                  <a:lnTo>
                    <a:pt x="1081539" y="166789"/>
                  </a:lnTo>
                  <a:lnTo>
                    <a:pt x="1094703" y="127993"/>
                  </a:lnTo>
                  <a:lnTo>
                    <a:pt x="1095374" y="121179"/>
                  </a:lnTo>
                  <a:lnTo>
                    <a:pt x="1095374" y="107420"/>
                  </a:lnTo>
                  <a:lnTo>
                    <a:pt x="1084766" y="67848"/>
                  </a:lnTo>
                  <a:lnTo>
                    <a:pt x="1059822" y="35348"/>
                  </a:lnTo>
                  <a:lnTo>
                    <a:pt x="1024339" y="14867"/>
                  </a:lnTo>
                  <a:lnTo>
                    <a:pt x="997479" y="9524"/>
                  </a:lnTo>
                  <a:lnTo>
                    <a:pt x="1036086" y="9524"/>
                  </a:lnTo>
                  <a:lnTo>
                    <a:pt x="1071421" y="33477"/>
                  </a:lnTo>
                  <a:lnTo>
                    <a:pt x="1096197" y="70559"/>
                  </a:lnTo>
                  <a:lnTo>
                    <a:pt x="1104899" y="114299"/>
                  </a:lnTo>
                  <a:lnTo>
                    <a:pt x="1104355" y="125559"/>
                  </a:lnTo>
                  <a:lnTo>
                    <a:pt x="1091386" y="168235"/>
                  </a:lnTo>
                  <a:lnTo>
                    <a:pt x="1063075" y="202699"/>
                  </a:lnTo>
                  <a:lnTo>
                    <a:pt x="1044534" y="215088"/>
                  </a:lnTo>
                  <a:lnTo>
                    <a:pt x="1036085" y="219074"/>
                  </a:lnTo>
                  <a:close/>
                </a:path>
              </a:pathLst>
            </a:custGeom>
            <a:solidFill>
              <a:srgbClr val="0567E1">
                <a:alpha val="3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0" name="Google Shape;470;p21"/>
          <p:cNvSpPr txBox="1"/>
          <p:nvPr/>
        </p:nvSpPr>
        <p:spPr>
          <a:xfrm>
            <a:off x="9216428" y="523830"/>
            <a:ext cx="869315" cy="159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567E1"/>
                </a:solidFill>
                <a:latin typeface="Arial"/>
                <a:ea typeface="Arial"/>
                <a:cs typeface="Arial"/>
                <a:sym typeface="Arial"/>
              </a:rPr>
              <a:t>S CH E D U L E RS</a:t>
            </a:r>
            <a:endParaRPr sz="8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21"/>
          <p:cNvSpPr txBox="1"/>
          <p:nvPr/>
        </p:nvSpPr>
        <p:spPr>
          <a:xfrm>
            <a:off x="463549" y="2592625"/>
            <a:ext cx="4567555" cy="880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The Thread Sizing Lifecycle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Never use </a:t>
            </a:r>
            <a:r>
              <a:rPr lang="en-US" sz="1100">
                <a:solidFill>
                  <a:srgbClr val="94A2B8"/>
                </a:solidFill>
                <a:latin typeface="Courier New"/>
                <a:ea typeface="Courier New"/>
                <a:cs typeface="Courier New"/>
                <a:sym typeface="Courier New"/>
              </a:rPr>
              <a:t>Executors.newCachedThreadPool() </a:t>
            </a: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production. It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4599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creates unbounded threads, which can lead to OutOfMemoryErrors under load.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2" name="Google Shape;472;p21"/>
          <p:cNvSpPr txBox="1"/>
          <p:nvPr/>
        </p:nvSpPr>
        <p:spPr>
          <a:xfrm>
            <a:off x="463549" y="3595854"/>
            <a:ext cx="4702810" cy="210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Construct explicit executors to control system resource consumption: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473" name="Google Shape;473;p21"/>
          <p:cNvGrpSpPr/>
          <p:nvPr/>
        </p:nvGrpSpPr>
        <p:grpSpPr>
          <a:xfrm>
            <a:off x="5491161" y="3157531"/>
            <a:ext cx="4714875" cy="1838325"/>
            <a:chOff x="5491161" y="3157531"/>
            <a:chExt cx="4714875" cy="1838325"/>
          </a:xfrm>
        </p:grpSpPr>
        <p:sp>
          <p:nvSpPr>
            <p:cNvPr id="474" name="Google Shape;474;p21"/>
            <p:cNvSpPr/>
            <p:nvPr/>
          </p:nvSpPr>
          <p:spPr>
            <a:xfrm>
              <a:off x="5491161" y="3157531"/>
              <a:ext cx="4714875" cy="1838325"/>
            </a:xfrm>
            <a:custGeom>
              <a:rect b="b" l="l" r="r" t="t"/>
              <a:pathLst>
                <a:path extrusionOk="0" h="1838325" w="4714875">
                  <a:moveTo>
                    <a:pt x="0" y="1766887"/>
                  </a:moveTo>
                  <a:lnTo>
                    <a:pt x="0" y="71437"/>
                  </a:lnTo>
                  <a:lnTo>
                    <a:pt x="0" y="66739"/>
                  </a:lnTo>
                  <a:lnTo>
                    <a:pt x="457" y="62098"/>
                  </a:lnTo>
                  <a:lnTo>
                    <a:pt x="1372" y="57493"/>
                  </a:lnTo>
                  <a:lnTo>
                    <a:pt x="2287" y="52889"/>
                  </a:lnTo>
                  <a:lnTo>
                    <a:pt x="3642" y="48415"/>
                  </a:lnTo>
                  <a:lnTo>
                    <a:pt x="5437" y="44080"/>
                  </a:lnTo>
                  <a:lnTo>
                    <a:pt x="7232" y="39746"/>
                  </a:lnTo>
                  <a:lnTo>
                    <a:pt x="9433" y="35625"/>
                  </a:lnTo>
                  <a:lnTo>
                    <a:pt x="12039" y="31728"/>
                  </a:lnTo>
                  <a:lnTo>
                    <a:pt x="14645" y="27831"/>
                  </a:lnTo>
                  <a:lnTo>
                    <a:pt x="17607" y="24222"/>
                  </a:lnTo>
                  <a:lnTo>
                    <a:pt x="20923" y="20910"/>
                  </a:lnTo>
                  <a:lnTo>
                    <a:pt x="24240" y="17589"/>
                  </a:lnTo>
                  <a:lnTo>
                    <a:pt x="27848" y="14631"/>
                  </a:lnTo>
                  <a:lnTo>
                    <a:pt x="31749" y="12027"/>
                  </a:lnTo>
                  <a:lnTo>
                    <a:pt x="35649" y="9413"/>
                  </a:lnTo>
                  <a:lnTo>
                    <a:pt x="39766" y="7218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4643437" y="0"/>
                  </a:lnTo>
                  <a:lnTo>
                    <a:pt x="4648126" y="0"/>
                  </a:lnTo>
                  <a:lnTo>
                    <a:pt x="4652772" y="456"/>
                  </a:lnTo>
                  <a:lnTo>
                    <a:pt x="4657372" y="1367"/>
                  </a:lnTo>
                  <a:lnTo>
                    <a:pt x="4661973" y="2279"/>
                  </a:lnTo>
                  <a:lnTo>
                    <a:pt x="4683124" y="12027"/>
                  </a:lnTo>
                  <a:lnTo>
                    <a:pt x="4687025" y="14631"/>
                  </a:lnTo>
                  <a:lnTo>
                    <a:pt x="4690633" y="17589"/>
                  </a:lnTo>
                  <a:lnTo>
                    <a:pt x="4693950" y="20910"/>
                  </a:lnTo>
                  <a:lnTo>
                    <a:pt x="4697268" y="24222"/>
                  </a:lnTo>
                  <a:lnTo>
                    <a:pt x="4700228" y="27831"/>
                  </a:lnTo>
                  <a:lnTo>
                    <a:pt x="4702834" y="31728"/>
                  </a:lnTo>
                  <a:lnTo>
                    <a:pt x="4705439" y="35625"/>
                  </a:lnTo>
                  <a:lnTo>
                    <a:pt x="4713501" y="57493"/>
                  </a:lnTo>
                  <a:lnTo>
                    <a:pt x="4714417" y="62098"/>
                  </a:lnTo>
                  <a:lnTo>
                    <a:pt x="4714875" y="66739"/>
                  </a:lnTo>
                  <a:lnTo>
                    <a:pt x="4714875" y="71437"/>
                  </a:lnTo>
                  <a:lnTo>
                    <a:pt x="4714875" y="1766887"/>
                  </a:lnTo>
                  <a:lnTo>
                    <a:pt x="4714875" y="1771575"/>
                  </a:lnTo>
                  <a:lnTo>
                    <a:pt x="4714417" y="1776207"/>
                  </a:lnTo>
                  <a:lnTo>
                    <a:pt x="4713501" y="1780802"/>
                  </a:lnTo>
                  <a:lnTo>
                    <a:pt x="4712587" y="1785398"/>
                  </a:lnTo>
                  <a:lnTo>
                    <a:pt x="4690633" y="1820707"/>
                  </a:lnTo>
                  <a:lnTo>
                    <a:pt x="4670774" y="1832873"/>
                  </a:lnTo>
                  <a:lnTo>
                    <a:pt x="4666440" y="1834678"/>
                  </a:lnTo>
                  <a:lnTo>
                    <a:pt x="4661973" y="1836017"/>
                  </a:lnTo>
                  <a:lnTo>
                    <a:pt x="4657372" y="1836929"/>
                  </a:lnTo>
                  <a:lnTo>
                    <a:pt x="4652772" y="1837860"/>
                  </a:lnTo>
                  <a:lnTo>
                    <a:pt x="4648126" y="1838324"/>
                  </a:lnTo>
                  <a:lnTo>
                    <a:pt x="4643437" y="1838324"/>
                  </a:lnTo>
                  <a:lnTo>
                    <a:pt x="71438" y="1838324"/>
                  </a:lnTo>
                  <a:lnTo>
                    <a:pt x="66747" y="1838324"/>
                  </a:lnTo>
                  <a:lnTo>
                    <a:pt x="62101" y="1837860"/>
                  </a:lnTo>
                  <a:lnTo>
                    <a:pt x="57501" y="1836929"/>
                  </a:lnTo>
                  <a:lnTo>
                    <a:pt x="52900" y="1836017"/>
                  </a:lnTo>
                  <a:lnTo>
                    <a:pt x="48433" y="1834678"/>
                  </a:lnTo>
                  <a:lnTo>
                    <a:pt x="44100" y="1832873"/>
                  </a:lnTo>
                  <a:lnTo>
                    <a:pt x="39766" y="1831069"/>
                  </a:lnTo>
                  <a:lnTo>
                    <a:pt x="9433" y="1802662"/>
                  </a:lnTo>
                  <a:lnTo>
                    <a:pt x="5437" y="1794215"/>
                  </a:lnTo>
                  <a:lnTo>
                    <a:pt x="3642" y="1789881"/>
                  </a:lnTo>
                  <a:lnTo>
                    <a:pt x="2287" y="1785398"/>
                  </a:lnTo>
                  <a:lnTo>
                    <a:pt x="1372" y="1780802"/>
                  </a:lnTo>
                  <a:lnTo>
                    <a:pt x="457" y="1776207"/>
                  </a:lnTo>
                  <a:lnTo>
                    <a:pt x="0" y="1771575"/>
                  </a:lnTo>
                  <a:lnTo>
                    <a:pt x="0" y="1766887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21"/>
            <p:cNvSpPr/>
            <p:nvPr/>
          </p:nvSpPr>
          <p:spPr>
            <a:xfrm>
              <a:off x="5495924" y="3162290"/>
              <a:ext cx="4705350" cy="314325"/>
            </a:xfrm>
            <a:custGeom>
              <a:rect b="b" l="l" r="r" t="t"/>
              <a:pathLst>
                <a:path extrusionOk="0" h="314325" w="4705350">
                  <a:moveTo>
                    <a:pt x="4705349" y="314324"/>
                  </a:moveTo>
                  <a:lnTo>
                    <a:pt x="0" y="314324"/>
                  </a:lnTo>
                  <a:lnTo>
                    <a:pt x="0" y="66680"/>
                  </a:lnTo>
                  <a:lnTo>
                    <a:pt x="11226" y="29630"/>
                  </a:lnTo>
                  <a:lnTo>
                    <a:pt x="41158" y="5080"/>
                  </a:lnTo>
                  <a:lnTo>
                    <a:pt x="66675" y="0"/>
                  </a:lnTo>
                  <a:lnTo>
                    <a:pt x="4638675" y="0"/>
                  </a:lnTo>
                  <a:lnTo>
                    <a:pt x="4675723" y="11232"/>
                  </a:lnTo>
                  <a:lnTo>
                    <a:pt x="4700272" y="41165"/>
                  </a:lnTo>
                  <a:lnTo>
                    <a:pt x="4705349" y="314324"/>
                  </a:lnTo>
                  <a:close/>
                </a:path>
              </a:pathLst>
            </a:custGeom>
            <a:solidFill>
              <a:srgbClr val="FFFFFF">
                <a:alpha val="3137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21"/>
            <p:cNvSpPr/>
            <p:nvPr/>
          </p:nvSpPr>
          <p:spPr>
            <a:xfrm>
              <a:off x="5495924" y="3467084"/>
              <a:ext cx="4705350" cy="9525"/>
            </a:xfrm>
            <a:custGeom>
              <a:rect b="b" l="l" r="r" t="t"/>
              <a:pathLst>
                <a:path extrusionOk="0" h="9525" w="4705350">
                  <a:moveTo>
                    <a:pt x="47053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4705349" y="0"/>
                  </a:lnTo>
                  <a:lnTo>
                    <a:pt x="4705349" y="9524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7" name="Google Shape;477;p21"/>
          <p:cNvSpPr txBox="1"/>
          <p:nvPr/>
        </p:nvSpPr>
        <p:spPr>
          <a:xfrm>
            <a:off x="5635625" y="3214316"/>
            <a:ext cx="2007870" cy="176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94A2B8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Production ThreadPool Pattern</a:t>
            </a:r>
            <a:endParaRPr sz="1000"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478" name="Google Shape;478;p21"/>
          <p:cNvSpPr/>
          <p:nvPr/>
        </p:nvSpPr>
        <p:spPr>
          <a:xfrm>
            <a:off x="5495924" y="3476615"/>
            <a:ext cx="4705350" cy="1514475"/>
          </a:xfrm>
          <a:custGeom>
            <a:rect b="b" l="l" r="r" t="t"/>
            <a:pathLst>
              <a:path extrusionOk="0" h="1514475" w="4705350">
                <a:moveTo>
                  <a:pt x="4638675" y="1514474"/>
                </a:moveTo>
                <a:lnTo>
                  <a:pt x="66675" y="1514474"/>
                </a:lnTo>
                <a:lnTo>
                  <a:pt x="60107" y="1514163"/>
                </a:lnTo>
                <a:lnTo>
                  <a:pt x="24397" y="1499371"/>
                </a:lnTo>
                <a:lnTo>
                  <a:pt x="2854" y="1467131"/>
                </a:lnTo>
                <a:lnTo>
                  <a:pt x="0" y="1447805"/>
                </a:lnTo>
                <a:lnTo>
                  <a:pt x="0" y="0"/>
                </a:lnTo>
                <a:lnTo>
                  <a:pt x="4705350" y="0"/>
                </a:lnTo>
                <a:lnTo>
                  <a:pt x="4705349" y="1447805"/>
                </a:lnTo>
                <a:lnTo>
                  <a:pt x="4694122" y="1484855"/>
                </a:lnTo>
                <a:lnTo>
                  <a:pt x="4664189" y="1509404"/>
                </a:lnTo>
                <a:lnTo>
                  <a:pt x="4638675" y="1514474"/>
                </a:lnTo>
                <a:close/>
              </a:path>
            </a:pathLst>
          </a:custGeom>
          <a:solidFill>
            <a:srgbClr val="03050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21"/>
          <p:cNvSpPr txBox="1"/>
          <p:nvPr/>
        </p:nvSpPr>
        <p:spPr>
          <a:xfrm>
            <a:off x="5635624" y="3621087"/>
            <a:ext cx="3538220" cy="168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7BDF7"/>
                </a:solidFill>
                <a:latin typeface="Courier New"/>
                <a:ea typeface="Courier New"/>
                <a:cs typeface="Courier New"/>
                <a:sym typeface="Courier New"/>
              </a:rPr>
              <a:t>ThreadPoolExecutor 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exec = </a:t>
            </a: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lang="en-US" sz="900">
                <a:solidFill>
                  <a:srgbClr val="37BDF7"/>
                </a:solidFill>
                <a:latin typeface="Courier New"/>
                <a:ea typeface="Courier New"/>
                <a:cs typeface="Courier New"/>
                <a:sym typeface="Courier New"/>
              </a:rPr>
              <a:t>ThreadPoolExecutor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80" name="Google Shape;480;p21"/>
          <p:cNvSpPr txBox="1"/>
          <p:nvPr/>
        </p:nvSpPr>
        <p:spPr>
          <a:xfrm>
            <a:off x="5922416" y="3763962"/>
            <a:ext cx="1531620" cy="53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A913C"/>
                </a:solidFill>
                <a:latin typeface="Courier New"/>
                <a:ea typeface="Courier New"/>
                <a:cs typeface="Courier New"/>
                <a:sym typeface="Courier New"/>
              </a:rPr>
              <a:t>16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A913C"/>
                </a:solidFill>
                <a:latin typeface="Courier New"/>
                <a:ea typeface="Courier New"/>
                <a:cs typeface="Courier New"/>
                <a:sym typeface="Courier New"/>
              </a:rPr>
              <a:t>32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A913C"/>
                </a:solidFill>
                <a:latin typeface="Courier New"/>
                <a:ea typeface="Courier New"/>
                <a:cs typeface="Courier New"/>
                <a:sym typeface="Courier New"/>
              </a:rPr>
              <a:t>60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900">
                <a:solidFill>
                  <a:srgbClr val="37BDF7"/>
                </a:solidFill>
                <a:latin typeface="Courier New"/>
                <a:ea typeface="Courier New"/>
                <a:cs typeface="Courier New"/>
                <a:sym typeface="Courier New"/>
              </a:rPr>
              <a:t>TimeUnit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.SECONDS,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81" name="Google Shape;481;p21"/>
          <p:cNvSpPr txBox="1"/>
          <p:nvPr/>
        </p:nvSpPr>
        <p:spPr>
          <a:xfrm>
            <a:off x="8216453" y="3763962"/>
            <a:ext cx="1315720" cy="53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64738B"/>
                </a:solidFill>
                <a:latin typeface="Courier New"/>
                <a:ea typeface="Courier New"/>
                <a:cs typeface="Courier New"/>
                <a:sym typeface="Courier New"/>
              </a:rPr>
              <a:t>// Core workers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64738B"/>
                </a:solidFill>
                <a:latin typeface="Courier New"/>
                <a:ea typeface="Courier New"/>
                <a:cs typeface="Courier New"/>
                <a:sym typeface="Courier New"/>
              </a:rPr>
              <a:t>// Upper max limit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64738B"/>
                </a:solidFill>
                <a:latin typeface="Courier New"/>
                <a:ea typeface="Courier New"/>
                <a:cs typeface="Courier New"/>
                <a:sym typeface="Courier New"/>
              </a:rPr>
              <a:t>// Timeout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82" name="Google Shape;482;p21"/>
          <p:cNvSpPr txBox="1"/>
          <p:nvPr/>
        </p:nvSpPr>
        <p:spPr>
          <a:xfrm>
            <a:off x="5922416" y="4287837"/>
            <a:ext cx="3466465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508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lang="en-US" sz="900">
                <a:solidFill>
                  <a:srgbClr val="37BDF7"/>
                </a:solidFill>
                <a:latin typeface="Courier New"/>
                <a:ea typeface="Courier New"/>
                <a:cs typeface="Courier New"/>
                <a:sym typeface="Courier New"/>
              </a:rPr>
              <a:t>ArrayBlockingQueue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&lt;&gt;(</a:t>
            </a:r>
            <a:r>
              <a:rPr lang="en-US" sz="900">
                <a:solidFill>
                  <a:srgbClr val="FA913C"/>
                </a:solidFill>
                <a:latin typeface="Courier New"/>
                <a:ea typeface="Courier New"/>
                <a:cs typeface="Courier New"/>
                <a:sym typeface="Courier New"/>
              </a:rPr>
              <a:t>5000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), </a:t>
            </a:r>
            <a:r>
              <a:rPr i="1" lang="en-US" sz="900">
                <a:solidFill>
                  <a:srgbClr val="64738B"/>
                </a:solidFill>
                <a:latin typeface="Courier New"/>
                <a:ea typeface="Courier New"/>
                <a:cs typeface="Courier New"/>
                <a:sym typeface="Courier New"/>
              </a:rPr>
              <a:t>// Bounded queue </a:t>
            </a: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lang="en-US" sz="900">
                <a:solidFill>
                  <a:srgbClr val="37BDF7"/>
                </a:solidFill>
                <a:latin typeface="Courier New"/>
                <a:ea typeface="Courier New"/>
                <a:cs typeface="Courier New"/>
                <a:sym typeface="Courier New"/>
              </a:rPr>
              <a:t>ThreadPoolExecutor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900">
                <a:solidFill>
                  <a:srgbClr val="37BDF7"/>
                </a:solidFill>
                <a:latin typeface="Courier New"/>
                <a:ea typeface="Courier New"/>
                <a:cs typeface="Courier New"/>
                <a:sym typeface="Courier New"/>
              </a:rPr>
              <a:t>CallerRunsPolicy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83" name="Google Shape;483;p21"/>
          <p:cNvSpPr txBox="1"/>
          <p:nvPr/>
        </p:nvSpPr>
        <p:spPr>
          <a:xfrm>
            <a:off x="5635624" y="4659312"/>
            <a:ext cx="168910" cy="168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84" name="Google Shape;484;p21"/>
          <p:cNvSpPr txBox="1"/>
          <p:nvPr/>
        </p:nvSpPr>
        <p:spPr>
          <a:xfrm>
            <a:off x="692150" y="3893713"/>
            <a:ext cx="4265930" cy="42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14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running threads &lt; </a:t>
            </a:r>
            <a:r>
              <a:rPr lang="en-US" sz="1050">
                <a:solidFill>
                  <a:srgbClr val="94A2B8"/>
                </a:solidFill>
                <a:latin typeface="Courier New"/>
                <a:ea typeface="Courier New"/>
                <a:cs typeface="Courier New"/>
                <a:sym typeface="Courier New"/>
              </a:rPr>
              <a:t>corePoolSize</a:t>
            </a: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the executor spins up a new worker thread instantly.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85" name="Google Shape;48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225" y="3984625"/>
            <a:ext cx="50800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21"/>
          <p:cNvSpPr txBox="1"/>
          <p:nvPr/>
        </p:nvSpPr>
        <p:spPr>
          <a:xfrm>
            <a:off x="692150" y="4382031"/>
            <a:ext cx="3924300" cy="203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`corePoolSize` is full, tasks are queued in the work queue.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87" name="Google Shape;48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225" y="4451350"/>
            <a:ext cx="50800" cy="8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225" y="4718050"/>
            <a:ext cx="50800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21"/>
          <p:cNvSpPr txBox="1"/>
          <p:nvPr/>
        </p:nvSpPr>
        <p:spPr>
          <a:xfrm>
            <a:off x="692149" y="4624987"/>
            <a:ext cx="4361815" cy="885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7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the queue fills up, new threads are created up to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94A2B8"/>
                </a:solidFill>
                <a:latin typeface="Courier New"/>
                <a:ea typeface="Courier New"/>
                <a:cs typeface="Courier New"/>
                <a:sym typeface="Courier New"/>
              </a:rPr>
              <a:t>maximumPoolSize</a:t>
            </a: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087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`maximumPoolSize` is saturated, the `RejectedExecutionHandler` handles the excess load.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90" name="Google Shape;49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225" y="5184774"/>
            <a:ext cx="50800" cy="8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495" name="Google Shape;495;p22"/>
          <p:cNvSpPr txBox="1"/>
          <p:nvPr>
            <p:ph type="title"/>
          </p:nvPr>
        </p:nvSpPr>
        <p:spPr>
          <a:xfrm>
            <a:off x="463549" y="409883"/>
            <a:ext cx="4621530" cy="353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FF8B00"/>
                </a:solidFill>
              </a:rPr>
              <a:t>22.  </a:t>
            </a:r>
            <a:r>
              <a:rPr lang="en-US"/>
              <a:t>Backpressure </a:t>
            </a:r>
            <a:r>
              <a:rPr lang="en-US" sz="2050"/>
              <a:t>&amp; </a:t>
            </a:r>
            <a:r>
              <a:rPr lang="en-US"/>
              <a:t>Rejection Handlers</a:t>
            </a:r>
            <a:endParaRPr sz="2050"/>
          </a:p>
        </p:txBody>
      </p:sp>
      <p:grpSp>
        <p:nvGrpSpPr>
          <p:cNvPr id="496" name="Google Shape;496;p22"/>
          <p:cNvGrpSpPr/>
          <p:nvPr/>
        </p:nvGrpSpPr>
        <p:grpSpPr>
          <a:xfrm>
            <a:off x="9105899" y="495290"/>
            <a:ext cx="1104900" cy="228609"/>
            <a:chOff x="9105899" y="495290"/>
            <a:chExt cx="1104900" cy="228609"/>
          </a:xfrm>
        </p:grpSpPr>
        <p:sp>
          <p:nvSpPr>
            <p:cNvPr id="497" name="Google Shape;497;p22"/>
            <p:cNvSpPr/>
            <p:nvPr/>
          </p:nvSpPr>
          <p:spPr>
            <a:xfrm>
              <a:off x="9105899" y="495290"/>
              <a:ext cx="1104900" cy="228600"/>
            </a:xfrm>
            <a:custGeom>
              <a:rect b="b" l="l" r="r" t="t"/>
              <a:pathLst>
                <a:path extrusionOk="0" h="228600" w="1104900">
                  <a:moveTo>
                    <a:pt x="990599" y="228599"/>
                  </a:moveTo>
                  <a:lnTo>
                    <a:pt x="114299" y="228599"/>
                  </a:lnTo>
                  <a:lnTo>
                    <a:pt x="103040" y="228056"/>
                  </a:lnTo>
                  <a:lnTo>
                    <a:pt x="60363" y="215088"/>
                  </a:lnTo>
                  <a:lnTo>
                    <a:pt x="25899" y="186775"/>
                  </a:lnTo>
                  <a:lnTo>
                    <a:pt x="4893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0" y="60364"/>
                  </a:lnTo>
                  <a:lnTo>
                    <a:pt x="41823" y="25900"/>
                  </a:lnTo>
                  <a:lnTo>
                    <a:pt x="81168" y="4894"/>
                  </a:lnTo>
                  <a:lnTo>
                    <a:pt x="114299" y="0"/>
                  </a:lnTo>
                  <a:lnTo>
                    <a:pt x="990599" y="0"/>
                  </a:lnTo>
                  <a:lnTo>
                    <a:pt x="1034339" y="8700"/>
                  </a:lnTo>
                  <a:lnTo>
                    <a:pt x="1071421" y="33477"/>
                  </a:lnTo>
                  <a:lnTo>
                    <a:pt x="1096197" y="70559"/>
                  </a:lnTo>
                  <a:lnTo>
                    <a:pt x="1104899" y="114299"/>
                  </a:lnTo>
                  <a:lnTo>
                    <a:pt x="1104355" y="125559"/>
                  </a:lnTo>
                  <a:lnTo>
                    <a:pt x="1091386" y="168235"/>
                  </a:lnTo>
                  <a:lnTo>
                    <a:pt x="1063075" y="202699"/>
                  </a:lnTo>
                  <a:lnTo>
                    <a:pt x="1023728" y="223705"/>
                  </a:lnTo>
                  <a:lnTo>
                    <a:pt x="990599" y="228599"/>
                  </a:lnTo>
                  <a:close/>
                </a:path>
              </a:pathLst>
            </a:custGeom>
            <a:solidFill>
              <a:srgbClr val="0567E1">
                <a:alpha val="1215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22"/>
            <p:cNvSpPr/>
            <p:nvPr/>
          </p:nvSpPr>
          <p:spPr>
            <a:xfrm>
              <a:off x="9105899" y="495299"/>
              <a:ext cx="1104900" cy="228600"/>
            </a:xfrm>
            <a:custGeom>
              <a:rect b="b" l="l" r="r" t="t"/>
              <a:pathLst>
                <a:path extrusionOk="0" h="228600" w="1104900">
                  <a:moveTo>
                    <a:pt x="990599" y="228599"/>
                  </a:moveTo>
                  <a:lnTo>
                    <a:pt x="114299" y="228599"/>
                  </a:lnTo>
                  <a:lnTo>
                    <a:pt x="103040" y="228056"/>
                  </a:lnTo>
                  <a:lnTo>
                    <a:pt x="60363" y="215088"/>
                  </a:lnTo>
                  <a:lnTo>
                    <a:pt x="25899" y="186775"/>
                  </a:lnTo>
                  <a:lnTo>
                    <a:pt x="4893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0" y="60364"/>
                  </a:lnTo>
                  <a:lnTo>
                    <a:pt x="41823" y="25900"/>
                  </a:lnTo>
                  <a:lnTo>
                    <a:pt x="81168" y="4894"/>
                  </a:lnTo>
                  <a:lnTo>
                    <a:pt x="114299" y="0"/>
                  </a:lnTo>
                  <a:lnTo>
                    <a:pt x="990599" y="0"/>
                  </a:lnTo>
                  <a:lnTo>
                    <a:pt x="1034339" y="8700"/>
                  </a:lnTo>
                  <a:lnTo>
                    <a:pt x="1036086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121179"/>
                  </a:lnTo>
                  <a:lnTo>
                    <a:pt x="20133" y="160751"/>
                  </a:lnTo>
                  <a:lnTo>
                    <a:pt x="45077" y="193251"/>
                  </a:lnTo>
                  <a:lnTo>
                    <a:pt x="80560" y="213732"/>
                  </a:lnTo>
                  <a:lnTo>
                    <a:pt x="107420" y="219074"/>
                  </a:lnTo>
                  <a:lnTo>
                    <a:pt x="1036085" y="219074"/>
                  </a:lnTo>
                  <a:lnTo>
                    <a:pt x="1034339" y="219899"/>
                  </a:lnTo>
                  <a:lnTo>
                    <a:pt x="1023728" y="223705"/>
                  </a:lnTo>
                  <a:lnTo>
                    <a:pt x="1012901" y="226424"/>
                  </a:lnTo>
                  <a:lnTo>
                    <a:pt x="1001858" y="228056"/>
                  </a:lnTo>
                  <a:lnTo>
                    <a:pt x="990599" y="228599"/>
                  </a:lnTo>
                  <a:close/>
                </a:path>
                <a:path extrusionOk="0" h="228600" w="1104900">
                  <a:moveTo>
                    <a:pt x="1036085" y="219074"/>
                  </a:moveTo>
                  <a:lnTo>
                    <a:pt x="997479" y="219074"/>
                  </a:lnTo>
                  <a:lnTo>
                    <a:pt x="1004292" y="218403"/>
                  </a:lnTo>
                  <a:lnTo>
                    <a:pt x="1017787" y="215719"/>
                  </a:lnTo>
                  <a:lnTo>
                    <a:pt x="1054529" y="197595"/>
                  </a:lnTo>
                  <a:lnTo>
                    <a:pt x="1081539" y="166789"/>
                  </a:lnTo>
                  <a:lnTo>
                    <a:pt x="1094703" y="127993"/>
                  </a:lnTo>
                  <a:lnTo>
                    <a:pt x="1095374" y="121179"/>
                  </a:lnTo>
                  <a:lnTo>
                    <a:pt x="1095374" y="107420"/>
                  </a:lnTo>
                  <a:lnTo>
                    <a:pt x="1084766" y="67848"/>
                  </a:lnTo>
                  <a:lnTo>
                    <a:pt x="1059822" y="35348"/>
                  </a:lnTo>
                  <a:lnTo>
                    <a:pt x="1024339" y="14867"/>
                  </a:lnTo>
                  <a:lnTo>
                    <a:pt x="997479" y="9524"/>
                  </a:lnTo>
                  <a:lnTo>
                    <a:pt x="1036086" y="9524"/>
                  </a:lnTo>
                  <a:lnTo>
                    <a:pt x="1071421" y="33477"/>
                  </a:lnTo>
                  <a:lnTo>
                    <a:pt x="1096197" y="70559"/>
                  </a:lnTo>
                  <a:lnTo>
                    <a:pt x="1104899" y="114299"/>
                  </a:lnTo>
                  <a:lnTo>
                    <a:pt x="1104355" y="125559"/>
                  </a:lnTo>
                  <a:lnTo>
                    <a:pt x="1091386" y="168235"/>
                  </a:lnTo>
                  <a:lnTo>
                    <a:pt x="1063075" y="202699"/>
                  </a:lnTo>
                  <a:lnTo>
                    <a:pt x="1044534" y="215088"/>
                  </a:lnTo>
                  <a:lnTo>
                    <a:pt x="1036085" y="219074"/>
                  </a:lnTo>
                  <a:close/>
                </a:path>
              </a:pathLst>
            </a:custGeom>
            <a:solidFill>
              <a:srgbClr val="0567E1">
                <a:alpha val="3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9" name="Google Shape;499;p22"/>
          <p:cNvSpPr txBox="1"/>
          <p:nvPr/>
        </p:nvSpPr>
        <p:spPr>
          <a:xfrm>
            <a:off x="9216428" y="523830"/>
            <a:ext cx="869315" cy="159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567E1"/>
                </a:solidFill>
                <a:latin typeface="Arial"/>
                <a:ea typeface="Arial"/>
                <a:cs typeface="Arial"/>
                <a:sym typeface="Arial"/>
              </a:rPr>
              <a:t>S CH E D U L E RS</a:t>
            </a:r>
            <a:endParaRPr sz="8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2"/>
          <p:cNvSpPr txBox="1"/>
          <p:nvPr/>
        </p:nvSpPr>
        <p:spPr>
          <a:xfrm>
            <a:off x="463549" y="2906950"/>
            <a:ext cx="4206240" cy="661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Protecting Downstream Resources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tasks exceed the thread pool' s capacity, the configured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`RejectedExecutionHandler` protects system stability: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501" name="Google Shape;501;p22"/>
          <p:cNvGrpSpPr/>
          <p:nvPr/>
        </p:nvGrpSpPr>
        <p:grpSpPr>
          <a:xfrm>
            <a:off x="5486399" y="3533765"/>
            <a:ext cx="4724400" cy="1200159"/>
            <a:chOff x="5486399" y="3533765"/>
            <a:chExt cx="4724400" cy="1200159"/>
          </a:xfrm>
        </p:grpSpPr>
        <p:sp>
          <p:nvSpPr>
            <p:cNvPr id="502" name="Google Shape;502;p22"/>
            <p:cNvSpPr/>
            <p:nvPr/>
          </p:nvSpPr>
          <p:spPr>
            <a:xfrm>
              <a:off x="5486399" y="3533765"/>
              <a:ext cx="4724400" cy="1200150"/>
            </a:xfrm>
            <a:custGeom>
              <a:rect b="b" l="l" r="r" t="t"/>
              <a:pathLst>
                <a:path extrusionOk="0" h="1200150" w="4724400">
                  <a:moveTo>
                    <a:pt x="4629149" y="1200149"/>
                  </a:moveTo>
                  <a:lnTo>
                    <a:pt x="95249" y="1200149"/>
                  </a:lnTo>
                  <a:lnTo>
                    <a:pt x="85866" y="1199696"/>
                  </a:lnTo>
                  <a:lnTo>
                    <a:pt x="42321" y="1184111"/>
                  </a:lnTo>
                  <a:lnTo>
                    <a:pt x="11259" y="1149845"/>
                  </a:lnTo>
                  <a:lnTo>
                    <a:pt x="0" y="110489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4629149" y="0"/>
                  </a:lnTo>
                  <a:lnTo>
                    <a:pt x="4674094" y="11259"/>
                  </a:lnTo>
                  <a:lnTo>
                    <a:pt x="4708360" y="42321"/>
                  </a:lnTo>
                  <a:lnTo>
                    <a:pt x="4723945" y="85866"/>
                  </a:lnTo>
                  <a:lnTo>
                    <a:pt x="4724399" y="95249"/>
                  </a:lnTo>
                  <a:lnTo>
                    <a:pt x="4724399" y="1104899"/>
                  </a:lnTo>
                  <a:lnTo>
                    <a:pt x="4713138" y="1149845"/>
                  </a:lnTo>
                  <a:lnTo>
                    <a:pt x="4682076" y="1184111"/>
                  </a:lnTo>
                  <a:lnTo>
                    <a:pt x="4638532" y="1199696"/>
                  </a:lnTo>
                  <a:lnTo>
                    <a:pt x="4629149" y="1200149"/>
                  </a:lnTo>
                  <a:close/>
                </a:path>
              </a:pathLst>
            </a:custGeom>
            <a:solidFill>
              <a:srgbClr val="FFFFFF">
                <a:alpha val="196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22"/>
            <p:cNvSpPr/>
            <p:nvPr/>
          </p:nvSpPr>
          <p:spPr>
            <a:xfrm>
              <a:off x="5486399" y="3533774"/>
              <a:ext cx="4724400" cy="1200150"/>
            </a:xfrm>
            <a:custGeom>
              <a:rect b="b" l="l" r="r" t="t"/>
              <a:pathLst>
                <a:path extrusionOk="0" h="1200150" w="4724400">
                  <a:moveTo>
                    <a:pt x="4629149" y="1200149"/>
                  </a:moveTo>
                  <a:lnTo>
                    <a:pt x="95249" y="1200149"/>
                  </a:lnTo>
                  <a:lnTo>
                    <a:pt x="85866" y="1199696"/>
                  </a:lnTo>
                  <a:lnTo>
                    <a:pt x="42321" y="1184111"/>
                  </a:lnTo>
                  <a:lnTo>
                    <a:pt x="11259" y="1149845"/>
                  </a:lnTo>
                  <a:lnTo>
                    <a:pt x="0" y="110489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4629149" y="0"/>
                  </a:lnTo>
                  <a:lnTo>
                    <a:pt x="4670419" y="9524"/>
                  </a:lnTo>
                  <a:lnTo>
                    <a:pt x="89621" y="9524"/>
                  </a:lnTo>
                  <a:lnTo>
                    <a:pt x="84046" y="10073"/>
                  </a:lnTo>
                  <a:lnTo>
                    <a:pt x="42943" y="27099"/>
                  </a:lnTo>
                  <a:lnTo>
                    <a:pt x="18204" y="57244"/>
                  </a:lnTo>
                  <a:lnTo>
                    <a:pt x="9524" y="89621"/>
                  </a:lnTo>
                  <a:lnTo>
                    <a:pt x="9524" y="1110528"/>
                  </a:lnTo>
                  <a:lnTo>
                    <a:pt x="20844" y="1147845"/>
                  </a:lnTo>
                  <a:lnTo>
                    <a:pt x="52303" y="1179304"/>
                  </a:lnTo>
                  <a:lnTo>
                    <a:pt x="89621" y="1190624"/>
                  </a:lnTo>
                  <a:lnTo>
                    <a:pt x="4670417" y="1190624"/>
                  </a:lnTo>
                  <a:lnTo>
                    <a:pt x="4665599" y="1192898"/>
                  </a:lnTo>
                  <a:lnTo>
                    <a:pt x="4656757" y="1196070"/>
                  </a:lnTo>
                  <a:lnTo>
                    <a:pt x="4647734" y="1198336"/>
                  </a:lnTo>
                  <a:lnTo>
                    <a:pt x="4638532" y="1199696"/>
                  </a:lnTo>
                  <a:lnTo>
                    <a:pt x="4629149" y="1200149"/>
                  </a:lnTo>
                  <a:close/>
                </a:path>
                <a:path extrusionOk="0" h="1200150" w="4724400">
                  <a:moveTo>
                    <a:pt x="4670417" y="1190624"/>
                  </a:moveTo>
                  <a:lnTo>
                    <a:pt x="4634778" y="1190624"/>
                  </a:lnTo>
                  <a:lnTo>
                    <a:pt x="4640352" y="1190075"/>
                  </a:lnTo>
                  <a:lnTo>
                    <a:pt x="4651393" y="1187879"/>
                  </a:lnTo>
                  <a:lnTo>
                    <a:pt x="4685785" y="1169496"/>
                  </a:lnTo>
                  <a:lnTo>
                    <a:pt x="4710502" y="1132504"/>
                  </a:lnTo>
                  <a:lnTo>
                    <a:pt x="4714874" y="1110528"/>
                  </a:lnTo>
                  <a:lnTo>
                    <a:pt x="4714874" y="89621"/>
                  </a:lnTo>
                  <a:lnTo>
                    <a:pt x="4703553" y="52303"/>
                  </a:lnTo>
                  <a:lnTo>
                    <a:pt x="4672094" y="20845"/>
                  </a:lnTo>
                  <a:lnTo>
                    <a:pt x="4634778" y="9524"/>
                  </a:lnTo>
                  <a:lnTo>
                    <a:pt x="4670419" y="9524"/>
                  </a:lnTo>
                  <a:lnTo>
                    <a:pt x="4702815" y="34852"/>
                  </a:lnTo>
                  <a:lnTo>
                    <a:pt x="4722586" y="76663"/>
                  </a:lnTo>
                  <a:lnTo>
                    <a:pt x="4724399" y="1104899"/>
                  </a:lnTo>
                  <a:lnTo>
                    <a:pt x="4723946" y="1114282"/>
                  </a:lnTo>
                  <a:lnTo>
                    <a:pt x="4708360" y="1157827"/>
                  </a:lnTo>
                  <a:lnTo>
                    <a:pt x="4674094" y="1188889"/>
                  </a:lnTo>
                  <a:lnTo>
                    <a:pt x="4670417" y="1190624"/>
                  </a:lnTo>
                  <a:close/>
                </a:path>
              </a:pathLst>
            </a:custGeom>
            <a:solidFill>
              <a:srgbClr val="FFFFFF">
                <a:alpha val="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04" name="Google Shape;504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67374" y="3724274"/>
              <a:ext cx="161925" cy="165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05" name="Google Shape;505;p22"/>
          <p:cNvSpPr txBox="1"/>
          <p:nvPr/>
        </p:nvSpPr>
        <p:spPr>
          <a:xfrm>
            <a:off x="5654675" y="3570631"/>
            <a:ext cx="4203700" cy="975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8725">
            <a:spAutoFit/>
          </a:bodyPr>
          <a:lstStyle/>
          <a:p>
            <a:pPr indent="0" lvl="0" marL="2501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Backpressure Design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l">
              <a:lnSpc>
                <a:spcPct val="113599"/>
              </a:lnSpc>
              <a:spcBef>
                <a:spcPts val="465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By defaulting to </a:t>
            </a:r>
            <a:r>
              <a:rPr lang="en-US" sz="1000">
                <a:solidFill>
                  <a:srgbClr val="94A2B8"/>
                </a:solidFill>
                <a:latin typeface="Courier New"/>
                <a:ea typeface="Courier New"/>
                <a:cs typeface="Courier New"/>
                <a:sym typeface="Courier New"/>
              </a:rPr>
              <a:t>CallerRunsPolicy</a:t>
            </a:r>
            <a:r>
              <a:rPr lang="en-US" sz="10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1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ingestion endpoints slow down automatically when backend pools are saturated</a:t>
            </a:r>
            <a:r>
              <a:rPr lang="en-US" sz="10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1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preventing heap exhaustion under traffic spikes</a:t>
            </a:r>
            <a:r>
              <a:rPr lang="en-US" sz="10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0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6" name="Google Shape;506;p22"/>
          <p:cNvSpPr txBox="1"/>
          <p:nvPr/>
        </p:nvSpPr>
        <p:spPr>
          <a:xfrm>
            <a:off x="692150" y="3665109"/>
            <a:ext cx="446976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5080" rtl="0" algn="l">
              <a:lnSpc>
                <a:spcPct val="106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AbortPolicy 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Default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): </a:t>
            </a: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Throws a `RejectedExecutionException`. This is useful for monitoring but can disrupt task execution.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07" name="Google Shape;50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0225" y="3756025"/>
            <a:ext cx="50800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22"/>
          <p:cNvSpPr txBox="1"/>
          <p:nvPr/>
        </p:nvSpPr>
        <p:spPr>
          <a:xfrm>
            <a:off x="692150" y="4131834"/>
            <a:ext cx="4408805" cy="606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5080" rtl="0" algn="l">
              <a:lnSpc>
                <a:spcPct val="107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CallerRunsPolicy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Forces the submitting thread to execute the task itself. This slows down incoming load, introducing natural system backpressure.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09" name="Google Shape;50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0225" y="4222750"/>
            <a:ext cx="50800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22"/>
          <p:cNvSpPr txBox="1"/>
          <p:nvPr/>
        </p:nvSpPr>
        <p:spPr>
          <a:xfrm>
            <a:off x="692150" y="4769304"/>
            <a:ext cx="4497705" cy="436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1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DiscardOldestPolicy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Drops the oldest item in the queue to prioritize new requests.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11" name="Google Shape;51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0225" y="4870449"/>
            <a:ext cx="50800" cy="8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516" name="Google Shape;516;p23"/>
          <p:cNvSpPr txBox="1"/>
          <p:nvPr>
            <p:ph type="title"/>
          </p:nvPr>
        </p:nvSpPr>
        <p:spPr>
          <a:xfrm>
            <a:off x="463549" y="409883"/>
            <a:ext cx="4050029" cy="353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FF8B00"/>
                </a:solidFill>
              </a:rPr>
              <a:t>23. </a:t>
            </a:r>
            <a:r>
              <a:rPr lang="en-US"/>
              <a:t>Pool Sizing</a:t>
            </a:r>
            <a:r>
              <a:rPr lang="en-US" sz="2050"/>
              <a:t>: </a:t>
            </a:r>
            <a:r>
              <a:rPr lang="en-US"/>
              <a:t>CPU vs</a:t>
            </a:r>
            <a:r>
              <a:rPr lang="en-US" sz="2050"/>
              <a:t>. </a:t>
            </a:r>
            <a:r>
              <a:rPr lang="en-US"/>
              <a:t>I</a:t>
            </a:r>
            <a:r>
              <a:rPr lang="en-US" sz="2050"/>
              <a:t>/</a:t>
            </a:r>
            <a:r>
              <a:rPr lang="en-US"/>
              <a:t>O Bound</a:t>
            </a:r>
            <a:endParaRPr sz="2050"/>
          </a:p>
        </p:txBody>
      </p:sp>
      <p:grpSp>
        <p:nvGrpSpPr>
          <p:cNvPr id="517" name="Google Shape;517;p23"/>
          <p:cNvGrpSpPr/>
          <p:nvPr/>
        </p:nvGrpSpPr>
        <p:grpSpPr>
          <a:xfrm>
            <a:off x="9105899" y="495291"/>
            <a:ext cx="1104900" cy="228608"/>
            <a:chOff x="9105899" y="495291"/>
            <a:chExt cx="1104900" cy="228608"/>
          </a:xfrm>
        </p:grpSpPr>
        <p:sp>
          <p:nvSpPr>
            <p:cNvPr id="518" name="Google Shape;518;p23"/>
            <p:cNvSpPr/>
            <p:nvPr/>
          </p:nvSpPr>
          <p:spPr>
            <a:xfrm>
              <a:off x="9105899" y="495291"/>
              <a:ext cx="1104900" cy="228600"/>
            </a:xfrm>
            <a:custGeom>
              <a:rect b="b" l="l" r="r" t="t"/>
              <a:pathLst>
                <a:path extrusionOk="0" h="228600" w="1104900">
                  <a:moveTo>
                    <a:pt x="990599" y="228599"/>
                  </a:moveTo>
                  <a:lnTo>
                    <a:pt x="114299" y="228599"/>
                  </a:lnTo>
                  <a:lnTo>
                    <a:pt x="103040" y="228056"/>
                  </a:lnTo>
                  <a:lnTo>
                    <a:pt x="60363" y="215088"/>
                  </a:lnTo>
                  <a:lnTo>
                    <a:pt x="25899" y="186775"/>
                  </a:lnTo>
                  <a:lnTo>
                    <a:pt x="4893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0" y="60364"/>
                  </a:lnTo>
                  <a:lnTo>
                    <a:pt x="41823" y="25900"/>
                  </a:lnTo>
                  <a:lnTo>
                    <a:pt x="81168" y="4894"/>
                  </a:lnTo>
                  <a:lnTo>
                    <a:pt x="114299" y="0"/>
                  </a:lnTo>
                  <a:lnTo>
                    <a:pt x="990599" y="0"/>
                  </a:lnTo>
                  <a:lnTo>
                    <a:pt x="1034339" y="8700"/>
                  </a:lnTo>
                  <a:lnTo>
                    <a:pt x="1071421" y="33477"/>
                  </a:lnTo>
                  <a:lnTo>
                    <a:pt x="1096197" y="70559"/>
                  </a:lnTo>
                  <a:lnTo>
                    <a:pt x="1104899" y="114299"/>
                  </a:lnTo>
                  <a:lnTo>
                    <a:pt x="1104355" y="125559"/>
                  </a:lnTo>
                  <a:lnTo>
                    <a:pt x="1091386" y="168235"/>
                  </a:lnTo>
                  <a:lnTo>
                    <a:pt x="1063075" y="202699"/>
                  </a:lnTo>
                  <a:lnTo>
                    <a:pt x="1023728" y="223705"/>
                  </a:lnTo>
                  <a:lnTo>
                    <a:pt x="990599" y="228599"/>
                  </a:lnTo>
                  <a:close/>
                </a:path>
              </a:pathLst>
            </a:custGeom>
            <a:solidFill>
              <a:srgbClr val="0567E1">
                <a:alpha val="1215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23"/>
            <p:cNvSpPr/>
            <p:nvPr/>
          </p:nvSpPr>
          <p:spPr>
            <a:xfrm>
              <a:off x="9105899" y="495299"/>
              <a:ext cx="1104900" cy="228600"/>
            </a:xfrm>
            <a:custGeom>
              <a:rect b="b" l="l" r="r" t="t"/>
              <a:pathLst>
                <a:path extrusionOk="0" h="228600" w="1104900">
                  <a:moveTo>
                    <a:pt x="990599" y="228599"/>
                  </a:moveTo>
                  <a:lnTo>
                    <a:pt x="114299" y="228599"/>
                  </a:lnTo>
                  <a:lnTo>
                    <a:pt x="103040" y="228056"/>
                  </a:lnTo>
                  <a:lnTo>
                    <a:pt x="60363" y="215088"/>
                  </a:lnTo>
                  <a:lnTo>
                    <a:pt x="25899" y="186775"/>
                  </a:lnTo>
                  <a:lnTo>
                    <a:pt x="4893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0" y="60364"/>
                  </a:lnTo>
                  <a:lnTo>
                    <a:pt x="41823" y="25900"/>
                  </a:lnTo>
                  <a:lnTo>
                    <a:pt x="81168" y="4894"/>
                  </a:lnTo>
                  <a:lnTo>
                    <a:pt x="114299" y="0"/>
                  </a:lnTo>
                  <a:lnTo>
                    <a:pt x="990599" y="0"/>
                  </a:lnTo>
                  <a:lnTo>
                    <a:pt x="1034339" y="8700"/>
                  </a:lnTo>
                  <a:lnTo>
                    <a:pt x="1036086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121179"/>
                  </a:lnTo>
                  <a:lnTo>
                    <a:pt x="20133" y="160751"/>
                  </a:lnTo>
                  <a:lnTo>
                    <a:pt x="45077" y="193251"/>
                  </a:lnTo>
                  <a:lnTo>
                    <a:pt x="80560" y="213732"/>
                  </a:lnTo>
                  <a:lnTo>
                    <a:pt x="107420" y="219074"/>
                  </a:lnTo>
                  <a:lnTo>
                    <a:pt x="1036085" y="219074"/>
                  </a:lnTo>
                  <a:lnTo>
                    <a:pt x="1034339" y="219899"/>
                  </a:lnTo>
                  <a:lnTo>
                    <a:pt x="1023728" y="223705"/>
                  </a:lnTo>
                  <a:lnTo>
                    <a:pt x="1012901" y="226424"/>
                  </a:lnTo>
                  <a:lnTo>
                    <a:pt x="1001858" y="228056"/>
                  </a:lnTo>
                  <a:lnTo>
                    <a:pt x="990599" y="228599"/>
                  </a:lnTo>
                  <a:close/>
                </a:path>
                <a:path extrusionOk="0" h="228600" w="1104900">
                  <a:moveTo>
                    <a:pt x="1036085" y="219074"/>
                  </a:moveTo>
                  <a:lnTo>
                    <a:pt x="997479" y="219074"/>
                  </a:lnTo>
                  <a:lnTo>
                    <a:pt x="1004292" y="218403"/>
                  </a:lnTo>
                  <a:lnTo>
                    <a:pt x="1017787" y="215719"/>
                  </a:lnTo>
                  <a:lnTo>
                    <a:pt x="1054529" y="197595"/>
                  </a:lnTo>
                  <a:lnTo>
                    <a:pt x="1081539" y="166789"/>
                  </a:lnTo>
                  <a:lnTo>
                    <a:pt x="1094703" y="127993"/>
                  </a:lnTo>
                  <a:lnTo>
                    <a:pt x="1095374" y="121179"/>
                  </a:lnTo>
                  <a:lnTo>
                    <a:pt x="1095374" y="107420"/>
                  </a:lnTo>
                  <a:lnTo>
                    <a:pt x="1084766" y="67848"/>
                  </a:lnTo>
                  <a:lnTo>
                    <a:pt x="1059822" y="35348"/>
                  </a:lnTo>
                  <a:lnTo>
                    <a:pt x="1024339" y="14867"/>
                  </a:lnTo>
                  <a:lnTo>
                    <a:pt x="997479" y="9524"/>
                  </a:lnTo>
                  <a:lnTo>
                    <a:pt x="1036086" y="9524"/>
                  </a:lnTo>
                  <a:lnTo>
                    <a:pt x="1071421" y="33477"/>
                  </a:lnTo>
                  <a:lnTo>
                    <a:pt x="1096197" y="70559"/>
                  </a:lnTo>
                  <a:lnTo>
                    <a:pt x="1104899" y="114299"/>
                  </a:lnTo>
                  <a:lnTo>
                    <a:pt x="1104355" y="125559"/>
                  </a:lnTo>
                  <a:lnTo>
                    <a:pt x="1091386" y="168235"/>
                  </a:lnTo>
                  <a:lnTo>
                    <a:pt x="1063075" y="202699"/>
                  </a:lnTo>
                  <a:lnTo>
                    <a:pt x="1044534" y="215088"/>
                  </a:lnTo>
                  <a:lnTo>
                    <a:pt x="1036085" y="219074"/>
                  </a:lnTo>
                  <a:close/>
                </a:path>
              </a:pathLst>
            </a:custGeom>
            <a:solidFill>
              <a:srgbClr val="0567E1">
                <a:alpha val="3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0" name="Google Shape;520;p23"/>
          <p:cNvSpPr txBox="1"/>
          <p:nvPr/>
        </p:nvSpPr>
        <p:spPr>
          <a:xfrm>
            <a:off x="9216428" y="523830"/>
            <a:ext cx="869315" cy="159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567E1"/>
                </a:solidFill>
                <a:latin typeface="Arial"/>
                <a:ea typeface="Arial"/>
                <a:cs typeface="Arial"/>
                <a:sym typeface="Arial"/>
              </a:rPr>
              <a:t>S CH E D U L E RS</a:t>
            </a:r>
            <a:endParaRPr sz="8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1" name="Google Shape;521;p23"/>
          <p:cNvGrpSpPr/>
          <p:nvPr/>
        </p:nvGrpSpPr>
        <p:grpSpPr>
          <a:xfrm>
            <a:off x="476249" y="3905243"/>
            <a:ext cx="4724400" cy="561975"/>
            <a:chOff x="476249" y="3905243"/>
            <a:chExt cx="4724400" cy="561975"/>
          </a:xfrm>
        </p:grpSpPr>
        <p:sp>
          <p:nvSpPr>
            <p:cNvPr id="522" name="Google Shape;522;p23"/>
            <p:cNvSpPr/>
            <p:nvPr/>
          </p:nvSpPr>
          <p:spPr>
            <a:xfrm>
              <a:off x="495299" y="3905243"/>
              <a:ext cx="4705350" cy="561975"/>
            </a:xfrm>
            <a:custGeom>
              <a:rect b="b" l="l" r="r" t="t"/>
              <a:pathLst>
                <a:path extrusionOk="0" h="561975" w="4705350">
                  <a:moveTo>
                    <a:pt x="4634152" y="561955"/>
                  </a:moveTo>
                  <a:lnTo>
                    <a:pt x="0" y="561974"/>
                  </a:lnTo>
                  <a:lnTo>
                    <a:pt x="0" y="0"/>
                  </a:lnTo>
                  <a:lnTo>
                    <a:pt x="4634152" y="0"/>
                  </a:lnTo>
                  <a:lnTo>
                    <a:pt x="4639107" y="485"/>
                  </a:lnTo>
                  <a:lnTo>
                    <a:pt x="4675643" y="15611"/>
                  </a:lnTo>
                  <a:lnTo>
                    <a:pt x="4701463" y="51644"/>
                  </a:lnTo>
                  <a:lnTo>
                    <a:pt x="4705349" y="71199"/>
                  </a:lnTo>
                  <a:lnTo>
                    <a:pt x="4705349" y="490775"/>
                  </a:lnTo>
                  <a:lnTo>
                    <a:pt x="4689727" y="532247"/>
                  </a:lnTo>
                  <a:lnTo>
                    <a:pt x="4653687" y="558069"/>
                  </a:lnTo>
                  <a:lnTo>
                    <a:pt x="4634152" y="561955"/>
                  </a:lnTo>
                  <a:close/>
                </a:path>
              </a:pathLst>
            </a:custGeom>
            <a:solidFill>
              <a:srgbClr val="151C3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23"/>
            <p:cNvSpPr/>
            <p:nvPr/>
          </p:nvSpPr>
          <p:spPr>
            <a:xfrm>
              <a:off x="476249" y="3905243"/>
              <a:ext cx="38100" cy="561975"/>
            </a:xfrm>
            <a:custGeom>
              <a:rect b="b" l="l" r="r" t="t"/>
              <a:pathLst>
                <a:path extrusionOk="0" h="561975" w="38100">
                  <a:moveTo>
                    <a:pt x="38099" y="561974"/>
                  </a:moveTo>
                  <a:lnTo>
                    <a:pt x="0" y="561974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561974"/>
                  </a:lnTo>
                  <a:close/>
                </a:path>
              </a:pathLst>
            </a:custGeom>
            <a:solidFill>
              <a:srgbClr val="FF8B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4" name="Google Shape;524;p23"/>
          <p:cNvSpPr txBox="1"/>
          <p:nvPr/>
        </p:nvSpPr>
        <p:spPr>
          <a:xfrm>
            <a:off x="463549" y="3095941"/>
            <a:ext cx="4471035" cy="681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The CPU</a:t>
            </a:r>
            <a:r>
              <a:rPr b="1" lang="en-US" sz="16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lang="en-US" sz="15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Bound Formula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compute-heavy tasks (e.g., encryption, math modeling, image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processing), keep thread pool count close to physical core count: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25" name="Google Shape;525;p23"/>
          <p:cNvSpPr txBox="1"/>
          <p:nvPr/>
        </p:nvSpPr>
        <p:spPr>
          <a:xfrm>
            <a:off x="654050" y="4041830"/>
            <a:ext cx="2385060" cy="2463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FF8B0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N_threads </a:t>
            </a:r>
            <a:r>
              <a:rPr lang="en-US" sz="1300">
                <a:solidFill>
                  <a:srgbClr val="FF8B0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= </a:t>
            </a:r>
            <a:r>
              <a:rPr lang="en-US" sz="1450">
                <a:solidFill>
                  <a:srgbClr val="FF8B0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N_cores </a:t>
            </a:r>
            <a:r>
              <a:rPr lang="en-US" sz="1300">
                <a:solidFill>
                  <a:srgbClr val="FF8B0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+ </a:t>
            </a:r>
            <a:r>
              <a:rPr lang="en-US" sz="1450">
                <a:solidFill>
                  <a:srgbClr val="FF8B0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1</a:t>
            </a:r>
            <a:endParaRPr sz="1450"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526" name="Google Shape;526;p23"/>
          <p:cNvSpPr txBox="1"/>
          <p:nvPr/>
        </p:nvSpPr>
        <p:spPr>
          <a:xfrm>
            <a:off x="463549" y="4577462"/>
            <a:ext cx="4236085" cy="42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9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Adding more threads beyond physical core count only increases CPU context</a:t>
            </a:r>
            <a:r>
              <a:rPr lang="en-US" sz="10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</a:t>
            </a:r>
            <a:r>
              <a:rPr lang="en-US" sz="11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switching overhead</a:t>
            </a:r>
            <a:r>
              <a:rPr lang="en-US" sz="10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0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527" name="Google Shape;527;p23"/>
          <p:cNvGrpSpPr/>
          <p:nvPr/>
        </p:nvGrpSpPr>
        <p:grpSpPr>
          <a:xfrm>
            <a:off x="5486399" y="3924293"/>
            <a:ext cx="4724400" cy="561975"/>
            <a:chOff x="5486399" y="3924293"/>
            <a:chExt cx="4724400" cy="561975"/>
          </a:xfrm>
        </p:grpSpPr>
        <p:sp>
          <p:nvSpPr>
            <p:cNvPr id="528" name="Google Shape;528;p23"/>
            <p:cNvSpPr/>
            <p:nvPr/>
          </p:nvSpPr>
          <p:spPr>
            <a:xfrm>
              <a:off x="5505449" y="3924293"/>
              <a:ext cx="4705350" cy="561975"/>
            </a:xfrm>
            <a:custGeom>
              <a:rect b="b" l="l" r="r" t="t"/>
              <a:pathLst>
                <a:path extrusionOk="0" h="561975" w="4705350">
                  <a:moveTo>
                    <a:pt x="4634152" y="561974"/>
                  </a:moveTo>
                  <a:lnTo>
                    <a:pt x="0" y="561974"/>
                  </a:lnTo>
                  <a:lnTo>
                    <a:pt x="0" y="0"/>
                  </a:lnTo>
                  <a:lnTo>
                    <a:pt x="4634152" y="0"/>
                  </a:lnTo>
                  <a:lnTo>
                    <a:pt x="4639107" y="485"/>
                  </a:lnTo>
                  <a:lnTo>
                    <a:pt x="4675643" y="15611"/>
                  </a:lnTo>
                  <a:lnTo>
                    <a:pt x="4701462" y="51644"/>
                  </a:lnTo>
                  <a:lnTo>
                    <a:pt x="4705349" y="71199"/>
                  </a:lnTo>
                  <a:lnTo>
                    <a:pt x="4705349" y="490775"/>
                  </a:lnTo>
                  <a:lnTo>
                    <a:pt x="4689726" y="532266"/>
                  </a:lnTo>
                  <a:lnTo>
                    <a:pt x="4653686" y="558088"/>
                  </a:lnTo>
                  <a:lnTo>
                    <a:pt x="4634152" y="561974"/>
                  </a:lnTo>
                  <a:close/>
                </a:path>
              </a:pathLst>
            </a:custGeom>
            <a:solidFill>
              <a:srgbClr val="151C3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23"/>
            <p:cNvSpPr/>
            <p:nvPr/>
          </p:nvSpPr>
          <p:spPr>
            <a:xfrm>
              <a:off x="5486399" y="3924293"/>
              <a:ext cx="38100" cy="561975"/>
            </a:xfrm>
            <a:custGeom>
              <a:rect b="b" l="l" r="r" t="t"/>
              <a:pathLst>
                <a:path extrusionOk="0" h="561975" w="38100">
                  <a:moveTo>
                    <a:pt x="38099" y="561974"/>
                  </a:moveTo>
                  <a:lnTo>
                    <a:pt x="0" y="561974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561974"/>
                  </a:lnTo>
                  <a:close/>
                </a:path>
              </a:pathLst>
            </a:custGeom>
            <a:solidFill>
              <a:srgbClr val="0567E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0" name="Google Shape;530;p23"/>
          <p:cNvSpPr txBox="1"/>
          <p:nvPr/>
        </p:nvSpPr>
        <p:spPr>
          <a:xfrm>
            <a:off x="5473700" y="3114991"/>
            <a:ext cx="4491355" cy="671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The I</a:t>
            </a:r>
            <a:r>
              <a:rPr b="1" lang="en-US" sz="16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b="1" lang="en-US" sz="15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1" lang="en-US" sz="16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lang="en-US" sz="15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Bound Formula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operations that wait on network or file systems, threads spend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most of their time idle. Increase pool size to saturate resources: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1" name="Google Shape;531;p23"/>
          <p:cNvSpPr txBox="1"/>
          <p:nvPr/>
        </p:nvSpPr>
        <p:spPr>
          <a:xfrm>
            <a:off x="5664200" y="4060880"/>
            <a:ext cx="3404235" cy="2463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0567E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N_threads </a:t>
            </a:r>
            <a:r>
              <a:rPr lang="en-US" sz="1300">
                <a:solidFill>
                  <a:srgbClr val="0567E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= </a:t>
            </a:r>
            <a:r>
              <a:rPr lang="en-US" sz="1450">
                <a:solidFill>
                  <a:srgbClr val="0567E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N_cores * ( 1 </a:t>
            </a:r>
            <a:r>
              <a:rPr lang="en-US" sz="1300">
                <a:solidFill>
                  <a:srgbClr val="0567E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+ </a:t>
            </a:r>
            <a:r>
              <a:rPr lang="en-US" sz="1450">
                <a:solidFill>
                  <a:srgbClr val="0567E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W / C)</a:t>
            </a:r>
            <a:endParaRPr sz="1450"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532" name="Google Shape;532;p23"/>
          <p:cNvSpPr txBox="1"/>
          <p:nvPr/>
        </p:nvSpPr>
        <p:spPr>
          <a:xfrm>
            <a:off x="5473700" y="4610645"/>
            <a:ext cx="2571115" cy="384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-106680" lvl="0" marL="1193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2B8"/>
              </a:buClr>
              <a:buSzPts val="1050"/>
              <a:buFont typeface="Helvetica Neue"/>
              <a:buChar char="•"/>
            </a:pPr>
            <a:r>
              <a:rPr b="1" lang="en-US" sz="11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1" lang="en-US" sz="1150">
                <a:solidFill>
                  <a:srgbClr val="94A2B8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1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Thread Waiting duration</a:t>
            </a:r>
            <a:r>
              <a:rPr lang="en-US" sz="10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05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06680" lvl="0" marL="119380" rtl="0" algn="l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Clr>
                <a:srgbClr val="94A2B8"/>
              </a:buClr>
              <a:buSzPts val="1050"/>
              <a:buFont typeface="Helvetica Neue"/>
              <a:buChar char="•"/>
            </a:pPr>
            <a:r>
              <a:rPr b="1" lang="en-US" sz="11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1" lang="en-US" sz="1150">
                <a:solidFill>
                  <a:srgbClr val="94A2B8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1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CPU Processing</a:t>
            </a:r>
            <a:r>
              <a:rPr lang="en-US" sz="10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/</a:t>
            </a:r>
            <a:r>
              <a:rPr lang="en-US" sz="11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Computing duration</a:t>
            </a:r>
            <a:r>
              <a:rPr lang="en-US" sz="10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0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537" name="Google Shape;537;p24"/>
          <p:cNvSpPr txBox="1"/>
          <p:nvPr>
            <p:ph type="title"/>
          </p:nvPr>
        </p:nvSpPr>
        <p:spPr>
          <a:xfrm>
            <a:off x="463549" y="409883"/>
            <a:ext cx="3994785" cy="353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FF8B00"/>
                </a:solidFill>
              </a:rPr>
              <a:t>24.  </a:t>
            </a:r>
            <a:r>
              <a:rPr lang="en-US"/>
              <a:t>ThreadLocal </a:t>
            </a:r>
            <a:r>
              <a:rPr lang="en-US" sz="2050"/>
              <a:t>&amp; </a:t>
            </a:r>
            <a:r>
              <a:rPr lang="en-US"/>
              <a:t>Memory Leaks</a:t>
            </a:r>
            <a:endParaRPr sz="2050"/>
          </a:p>
        </p:txBody>
      </p:sp>
      <p:grpSp>
        <p:nvGrpSpPr>
          <p:cNvPr id="538" name="Google Shape;538;p24"/>
          <p:cNvGrpSpPr/>
          <p:nvPr/>
        </p:nvGrpSpPr>
        <p:grpSpPr>
          <a:xfrm>
            <a:off x="9105899" y="495291"/>
            <a:ext cx="1104900" cy="228608"/>
            <a:chOff x="9105899" y="495291"/>
            <a:chExt cx="1104900" cy="228608"/>
          </a:xfrm>
        </p:grpSpPr>
        <p:sp>
          <p:nvSpPr>
            <p:cNvPr id="539" name="Google Shape;539;p24"/>
            <p:cNvSpPr/>
            <p:nvPr/>
          </p:nvSpPr>
          <p:spPr>
            <a:xfrm>
              <a:off x="9105899" y="495291"/>
              <a:ext cx="1104900" cy="228600"/>
            </a:xfrm>
            <a:custGeom>
              <a:rect b="b" l="l" r="r" t="t"/>
              <a:pathLst>
                <a:path extrusionOk="0" h="228600" w="1104900">
                  <a:moveTo>
                    <a:pt x="990599" y="228599"/>
                  </a:moveTo>
                  <a:lnTo>
                    <a:pt x="114299" y="228599"/>
                  </a:lnTo>
                  <a:lnTo>
                    <a:pt x="103040" y="228056"/>
                  </a:lnTo>
                  <a:lnTo>
                    <a:pt x="60363" y="215088"/>
                  </a:lnTo>
                  <a:lnTo>
                    <a:pt x="25899" y="186775"/>
                  </a:lnTo>
                  <a:lnTo>
                    <a:pt x="4893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0" y="60364"/>
                  </a:lnTo>
                  <a:lnTo>
                    <a:pt x="41823" y="25900"/>
                  </a:lnTo>
                  <a:lnTo>
                    <a:pt x="81168" y="4894"/>
                  </a:lnTo>
                  <a:lnTo>
                    <a:pt x="114299" y="0"/>
                  </a:lnTo>
                  <a:lnTo>
                    <a:pt x="990599" y="0"/>
                  </a:lnTo>
                  <a:lnTo>
                    <a:pt x="1034339" y="8700"/>
                  </a:lnTo>
                  <a:lnTo>
                    <a:pt x="1071421" y="33477"/>
                  </a:lnTo>
                  <a:lnTo>
                    <a:pt x="1096197" y="70559"/>
                  </a:lnTo>
                  <a:lnTo>
                    <a:pt x="1104899" y="114299"/>
                  </a:lnTo>
                  <a:lnTo>
                    <a:pt x="1104355" y="125559"/>
                  </a:lnTo>
                  <a:lnTo>
                    <a:pt x="1091386" y="168235"/>
                  </a:lnTo>
                  <a:lnTo>
                    <a:pt x="1063075" y="202699"/>
                  </a:lnTo>
                  <a:lnTo>
                    <a:pt x="1023728" y="223705"/>
                  </a:lnTo>
                  <a:lnTo>
                    <a:pt x="990599" y="228599"/>
                  </a:lnTo>
                  <a:close/>
                </a:path>
              </a:pathLst>
            </a:custGeom>
            <a:solidFill>
              <a:srgbClr val="0567E1">
                <a:alpha val="1215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24"/>
            <p:cNvSpPr/>
            <p:nvPr/>
          </p:nvSpPr>
          <p:spPr>
            <a:xfrm>
              <a:off x="9105899" y="495299"/>
              <a:ext cx="1104900" cy="228600"/>
            </a:xfrm>
            <a:custGeom>
              <a:rect b="b" l="l" r="r" t="t"/>
              <a:pathLst>
                <a:path extrusionOk="0" h="228600" w="1104900">
                  <a:moveTo>
                    <a:pt x="990599" y="228599"/>
                  </a:moveTo>
                  <a:lnTo>
                    <a:pt x="114299" y="228599"/>
                  </a:lnTo>
                  <a:lnTo>
                    <a:pt x="103040" y="228056"/>
                  </a:lnTo>
                  <a:lnTo>
                    <a:pt x="60363" y="215088"/>
                  </a:lnTo>
                  <a:lnTo>
                    <a:pt x="25899" y="186775"/>
                  </a:lnTo>
                  <a:lnTo>
                    <a:pt x="4893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0" y="60364"/>
                  </a:lnTo>
                  <a:lnTo>
                    <a:pt x="41823" y="25900"/>
                  </a:lnTo>
                  <a:lnTo>
                    <a:pt x="81168" y="4894"/>
                  </a:lnTo>
                  <a:lnTo>
                    <a:pt x="114299" y="0"/>
                  </a:lnTo>
                  <a:lnTo>
                    <a:pt x="990599" y="0"/>
                  </a:lnTo>
                  <a:lnTo>
                    <a:pt x="1034339" y="8700"/>
                  </a:lnTo>
                  <a:lnTo>
                    <a:pt x="1036086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121179"/>
                  </a:lnTo>
                  <a:lnTo>
                    <a:pt x="20133" y="160751"/>
                  </a:lnTo>
                  <a:lnTo>
                    <a:pt x="45077" y="193251"/>
                  </a:lnTo>
                  <a:lnTo>
                    <a:pt x="80560" y="213732"/>
                  </a:lnTo>
                  <a:lnTo>
                    <a:pt x="107420" y="219074"/>
                  </a:lnTo>
                  <a:lnTo>
                    <a:pt x="1036085" y="219074"/>
                  </a:lnTo>
                  <a:lnTo>
                    <a:pt x="1034339" y="219899"/>
                  </a:lnTo>
                  <a:lnTo>
                    <a:pt x="1023728" y="223705"/>
                  </a:lnTo>
                  <a:lnTo>
                    <a:pt x="1012901" y="226424"/>
                  </a:lnTo>
                  <a:lnTo>
                    <a:pt x="1001858" y="228056"/>
                  </a:lnTo>
                  <a:lnTo>
                    <a:pt x="990599" y="228599"/>
                  </a:lnTo>
                  <a:close/>
                </a:path>
                <a:path extrusionOk="0" h="228600" w="1104900">
                  <a:moveTo>
                    <a:pt x="1036085" y="219074"/>
                  </a:moveTo>
                  <a:lnTo>
                    <a:pt x="997479" y="219074"/>
                  </a:lnTo>
                  <a:lnTo>
                    <a:pt x="1004292" y="218403"/>
                  </a:lnTo>
                  <a:lnTo>
                    <a:pt x="1017787" y="215719"/>
                  </a:lnTo>
                  <a:lnTo>
                    <a:pt x="1054529" y="197595"/>
                  </a:lnTo>
                  <a:lnTo>
                    <a:pt x="1081539" y="166789"/>
                  </a:lnTo>
                  <a:lnTo>
                    <a:pt x="1094703" y="127993"/>
                  </a:lnTo>
                  <a:lnTo>
                    <a:pt x="1095374" y="121179"/>
                  </a:lnTo>
                  <a:lnTo>
                    <a:pt x="1095374" y="107420"/>
                  </a:lnTo>
                  <a:lnTo>
                    <a:pt x="1084766" y="67848"/>
                  </a:lnTo>
                  <a:lnTo>
                    <a:pt x="1059822" y="35348"/>
                  </a:lnTo>
                  <a:lnTo>
                    <a:pt x="1024339" y="14867"/>
                  </a:lnTo>
                  <a:lnTo>
                    <a:pt x="997479" y="9524"/>
                  </a:lnTo>
                  <a:lnTo>
                    <a:pt x="1036086" y="9524"/>
                  </a:lnTo>
                  <a:lnTo>
                    <a:pt x="1071421" y="33477"/>
                  </a:lnTo>
                  <a:lnTo>
                    <a:pt x="1096197" y="70559"/>
                  </a:lnTo>
                  <a:lnTo>
                    <a:pt x="1104899" y="114299"/>
                  </a:lnTo>
                  <a:lnTo>
                    <a:pt x="1104355" y="125559"/>
                  </a:lnTo>
                  <a:lnTo>
                    <a:pt x="1091386" y="168235"/>
                  </a:lnTo>
                  <a:lnTo>
                    <a:pt x="1063075" y="202699"/>
                  </a:lnTo>
                  <a:lnTo>
                    <a:pt x="1044534" y="215088"/>
                  </a:lnTo>
                  <a:lnTo>
                    <a:pt x="1036085" y="219074"/>
                  </a:lnTo>
                  <a:close/>
                </a:path>
              </a:pathLst>
            </a:custGeom>
            <a:solidFill>
              <a:srgbClr val="0567E1">
                <a:alpha val="3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1" name="Google Shape;541;p24"/>
          <p:cNvSpPr txBox="1"/>
          <p:nvPr/>
        </p:nvSpPr>
        <p:spPr>
          <a:xfrm>
            <a:off x="9216428" y="523830"/>
            <a:ext cx="869315" cy="159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567E1"/>
                </a:solidFill>
                <a:latin typeface="Arial"/>
                <a:ea typeface="Arial"/>
                <a:cs typeface="Arial"/>
                <a:sym typeface="Arial"/>
              </a:rPr>
              <a:t>S CH E D U L E RS</a:t>
            </a:r>
            <a:endParaRPr sz="8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4"/>
          <p:cNvSpPr txBox="1"/>
          <p:nvPr/>
        </p:nvSpPr>
        <p:spPr>
          <a:xfrm>
            <a:off x="463549" y="3030775"/>
            <a:ext cx="4438015" cy="880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Value Pinning in Reused Pools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lang="en-US" sz="1100">
                <a:solidFill>
                  <a:srgbClr val="94A2B8"/>
                </a:solidFill>
                <a:latin typeface="Courier New"/>
                <a:ea typeface="Courier New"/>
                <a:cs typeface="Courier New"/>
                <a:sym typeface="Courier New"/>
              </a:rPr>
              <a:t>ThreadLocal </a:t>
            </a: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variable stores state tied to the executing thread.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45720" rtl="0" algn="l">
              <a:lnSpc>
                <a:spcPct val="114599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However, under standard application servers, threads are reused within pools: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543" name="Google Shape;543;p24"/>
          <p:cNvGrpSpPr/>
          <p:nvPr/>
        </p:nvGrpSpPr>
        <p:grpSpPr>
          <a:xfrm>
            <a:off x="5491161" y="2643180"/>
            <a:ext cx="4714875" cy="2867025"/>
            <a:chOff x="5491161" y="2643180"/>
            <a:chExt cx="4714875" cy="2867025"/>
          </a:xfrm>
        </p:grpSpPr>
        <p:sp>
          <p:nvSpPr>
            <p:cNvPr id="544" name="Google Shape;544;p24"/>
            <p:cNvSpPr/>
            <p:nvPr/>
          </p:nvSpPr>
          <p:spPr>
            <a:xfrm>
              <a:off x="5491161" y="2643180"/>
              <a:ext cx="4714875" cy="2867025"/>
            </a:xfrm>
            <a:custGeom>
              <a:rect b="b" l="l" r="r" t="t"/>
              <a:pathLst>
                <a:path extrusionOk="0" h="2867025" w="4714875">
                  <a:moveTo>
                    <a:pt x="0" y="2795587"/>
                  </a:moveTo>
                  <a:lnTo>
                    <a:pt x="0" y="71437"/>
                  </a:lnTo>
                  <a:lnTo>
                    <a:pt x="0" y="66751"/>
                  </a:lnTo>
                  <a:lnTo>
                    <a:pt x="457" y="62102"/>
                  </a:lnTo>
                  <a:lnTo>
                    <a:pt x="1372" y="57502"/>
                  </a:lnTo>
                  <a:lnTo>
                    <a:pt x="2287" y="52892"/>
                  </a:lnTo>
                  <a:lnTo>
                    <a:pt x="3642" y="48425"/>
                  </a:lnTo>
                  <a:lnTo>
                    <a:pt x="5437" y="44091"/>
                  </a:lnTo>
                  <a:lnTo>
                    <a:pt x="7232" y="39757"/>
                  </a:lnTo>
                  <a:lnTo>
                    <a:pt x="9433" y="35623"/>
                  </a:lnTo>
                  <a:lnTo>
                    <a:pt x="31749" y="12039"/>
                  </a:lnTo>
                  <a:lnTo>
                    <a:pt x="35649" y="9429"/>
                  </a:lnTo>
                  <a:lnTo>
                    <a:pt x="57501" y="1381"/>
                  </a:lnTo>
                  <a:lnTo>
                    <a:pt x="62101" y="466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4643437" y="0"/>
                  </a:lnTo>
                  <a:lnTo>
                    <a:pt x="4648126" y="0"/>
                  </a:lnTo>
                  <a:lnTo>
                    <a:pt x="4652772" y="466"/>
                  </a:lnTo>
                  <a:lnTo>
                    <a:pt x="4657372" y="1381"/>
                  </a:lnTo>
                  <a:lnTo>
                    <a:pt x="4661973" y="2285"/>
                  </a:lnTo>
                  <a:lnTo>
                    <a:pt x="4683124" y="12039"/>
                  </a:lnTo>
                  <a:lnTo>
                    <a:pt x="4687025" y="14639"/>
                  </a:lnTo>
                  <a:lnTo>
                    <a:pt x="4711231" y="48425"/>
                  </a:lnTo>
                  <a:lnTo>
                    <a:pt x="4713501" y="57502"/>
                  </a:lnTo>
                  <a:lnTo>
                    <a:pt x="4714417" y="62102"/>
                  </a:lnTo>
                  <a:lnTo>
                    <a:pt x="4714875" y="66751"/>
                  </a:lnTo>
                  <a:lnTo>
                    <a:pt x="4714875" y="71437"/>
                  </a:lnTo>
                  <a:lnTo>
                    <a:pt x="4714875" y="2795587"/>
                  </a:lnTo>
                  <a:lnTo>
                    <a:pt x="4714875" y="2800273"/>
                  </a:lnTo>
                  <a:lnTo>
                    <a:pt x="4714417" y="2804921"/>
                  </a:lnTo>
                  <a:lnTo>
                    <a:pt x="4697268" y="2842764"/>
                  </a:lnTo>
                  <a:lnTo>
                    <a:pt x="4683124" y="2854966"/>
                  </a:lnTo>
                  <a:lnTo>
                    <a:pt x="4679225" y="2857575"/>
                  </a:lnTo>
                  <a:lnTo>
                    <a:pt x="4657372" y="2865643"/>
                  </a:lnTo>
                  <a:lnTo>
                    <a:pt x="4652772" y="2866558"/>
                  </a:lnTo>
                  <a:lnTo>
                    <a:pt x="4648126" y="2867024"/>
                  </a:lnTo>
                  <a:lnTo>
                    <a:pt x="4643437" y="2867024"/>
                  </a:lnTo>
                  <a:lnTo>
                    <a:pt x="71438" y="2867024"/>
                  </a:lnTo>
                  <a:lnTo>
                    <a:pt x="66747" y="2867024"/>
                  </a:lnTo>
                  <a:lnTo>
                    <a:pt x="62101" y="2866558"/>
                  </a:lnTo>
                  <a:lnTo>
                    <a:pt x="57501" y="2865643"/>
                  </a:lnTo>
                  <a:lnTo>
                    <a:pt x="52900" y="2864738"/>
                  </a:lnTo>
                  <a:lnTo>
                    <a:pt x="31749" y="2854966"/>
                  </a:lnTo>
                  <a:lnTo>
                    <a:pt x="27848" y="2852365"/>
                  </a:lnTo>
                  <a:lnTo>
                    <a:pt x="12039" y="2835249"/>
                  </a:lnTo>
                  <a:lnTo>
                    <a:pt x="9433" y="2831363"/>
                  </a:lnTo>
                  <a:lnTo>
                    <a:pt x="7232" y="2827248"/>
                  </a:lnTo>
                  <a:lnTo>
                    <a:pt x="5437" y="2822914"/>
                  </a:lnTo>
                  <a:lnTo>
                    <a:pt x="3642" y="2818580"/>
                  </a:lnTo>
                  <a:lnTo>
                    <a:pt x="2287" y="2814113"/>
                  </a:lnTo>
                  <a:lnTo>
                    <a:pt x="1372" y="2809522"/>
                  </a:lnTo>
                  <a:lnTo>
                    <a:pt x="457" y="2804921"/>
                  </a:lnTo>
                  <a:lnTo>
                    <a:pt x="0" y="2800273"/>
                  </a:lnTo>
                  <a:lnTo>
                    <a:pt x="0" y="2795587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24"/>
            <p:cNvSpPr/>
            <p:nvPr/>
          </p:nvSpPr>
          <p:spPr>
            <a:xfrm>
              <a:off x="5495924" y="2647941"/>
              <a:ext cx="4705350" cy="314325"/>
            </a:xfrm>
            <a:custGeom>
              <a:rect b="b" l="l" r="r" t="t"/>
              <a:pathLst>
                <a:path extrusionOk="0" h="314325" w="4705350">
                  <a:moveTo>
                    <a:pt x="4705349" y="314324"/>
                  </a:moveTo>
                  <a:lnTo>
                    <a:pt x="0" y="314324"/>
                  </a:lnTo>
                  <a:lnTo>
                    <a:pt x="0" y="66681"/>
                  </a:lnTo>
                  <a:lnTo>
                    <a:pt x="11225" y="29632"/>
                  </a:lnTo>
                  <a:lnTo>
                    <a:pt x="41158" y="5081"/>
                  </a:lnTo>
                  <a:lnTo>
                    <a:pt x="66675" y="0"/>
                  </a:lnTo>
                  <a:lnTo>
                    <a:pt x="4638675" y="0"/>
                  </a:lnTo>
                  <a:lnTo>
                    <a:pt x="4675723" y="11232"/>
                  </a:lnTo>
                  <a:lnTo>
                    <a:pt x="4700272" y="41166"/>
                  </a:lnTo>
                  <a:lnTo>
                    <a:pt x="4705349" y="314324"/>
                  </a:lnTo>
                  <a:close/>
                </a:path>
              </a:pathLst>
            </a:custGeom>
            <a:solidFill>
              <a:srgbClr val="FFFFFF">
                <a:alpha val="3137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24"/>
            <p:cNvSpPr/>
            <p:nvPr/>
          </p:nvSpPr>
          <p:spPr>
            <a:xfrm>
              <a:off x="5495924" y="2952734"/>
              <a:ext cx="4705350" cy="9525"/>
            </a:xfrm>
            <a:custGeom>
              <a:rect b="b" l="l" r="r" t="t"/>
              <a:pathLst>
                <a:path extrusionOk="0" h="9525" w="4705350">
                  <a:moveTo>
                    <a:pt x="47053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4705349" y="0"/>
                  </a:lnTo>
                  <a:lnTo>
                    <a:pt x="4705349" y="9524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7" name="Google Shape;547;p24"/>
          <p:cNvSpPr txBox="1"/>
          <p:nvPr/>
        </p:nvSpPr>
        <p:spPr>
          <a:xfrm>
            <a:off x="5635625" y="2699966"/>
            <a:ext cx="1802764" cy="176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94A2B8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Secure try-finally removal</a:t>
            </a:r>
            <a:endParaRPr sz="1000"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548" name="Google Shape;548;p24"/>
          <p:cNvSpPr/>
          <p:nvPr/>
        </p:nvSpPr>
        <p:spPr>
          <a:xfrm>
            <a:off x="5495925" y="2962274"/>
            <a:ext cx="4705350" cy="2543175"/>
          </a:xfrm>
          <a:custGeom>
            <a:rect b="b" l="l" r="r" t="t"/>
            <a:pathLst>
              <a:path extrusionOk="0" h="2543175" w="4705350">
                <a:moveTo>
                  <a:pt x="4638674" y="2543174"/>
                </a:moveTo>
                <a:lnTo>
                  <a:pt x="66674" y="2543174"/>
                </a:lnTo>
                <a:lnTo>
                  <a:pt x="60106" y="2542857"/>
                </a:lnTo>
                <a:lnTo>
                  <a:pt x="24396" y="2528065"/>
                </a:lnTo>
                <a:lnTo>
                  <a:pt x="2854" y="2495824"/>
                </a:lnTo>
                <a:lnTo>
                  <a:pt x="0" y="2476499"/>
                </a:lnTo>
                <a:lnTo>
                  <a:pt x="0" y="0"/>
                </a:lnTo>
                <a:lnTo>
                  <a:pt x="4705349" y="0"/>
                </a:lnTo>
                <a:lnTo>
                  <a:pt x="4705349" y="2476499"/>
                </a:lnTo>
                <a:lnTo>
                  <a:pt x="4694121" y="2513548"/>
                </a:lnTo>
                <a:lnTo>
                  <a:pt x="4664188" y="2538098"/>
                </a:lnTo>
                <a:lnTo>
                  <a:pt x="4638674" y="2543174"/>
                </a:lnTo>
                <a:close/>
              </a:path>
            </a:pathLst>
          </a:custGeom>
          <a:solidFill>
            <a:srgbClr val="03050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24"/>
          <p:cNvSpPr txBox="1"/>
          <p:nvPr/>
        </p:nvSpPr>
        <p:spPr>
          <a:xfrm>
            <a:off x="5635624" y="3078162"/>
            <a:ext cx="3681729" cy="53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</a:t>
            </a:r>
            <a:r>
              <a:rPr lang="en-US" sz="900">
                <a:solidFill>
                  <a:srgbClr val="37BDF7"/>
                </a:solidFill>
                <a:latin typeface="Courier New"/>
                <a:ea typeface="Courier New"/>
                <a:cs typeface="Courier New"/>
                <a:sym typeface="Courier New"/>
              </a:rPr>
              <a:t>ContextHolder 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9085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private static final </a:t>
            </a:r>
            <a:r>
              <a:rPr lang="en-US" sz="900">
                <a:solidFill>
                  <a:srgbClr val="37BDF7"/>
                </a:solidFill>
                <a:latin typeface="Courier New"/>
                <a:ea typeface="Courier New"/>
                <a:cs typeface="Courier New"/>
                <a:sym typeface="Courier New"/>
              </a:rPr>
              <a:t>ThreadLocal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900">
                <a:solidFill>
                  <a:srgbClr val="37BDF7"/>
                </a:solidFill>
                <a:latin typeface="Courier New"/>
                <a:ea typeface="Courier New"/>
                <a:cs typeface="Courier New"/>
                <a:sym typeface="Courier New"/>
              </a:rPr>
              <a:t>Session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&gt; ctx =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586105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lang="en-US" sz="900">
                <a:solidFill>
                  <a:srgbClr val="37BDF7"/>
                </a:solidFill>
                <a:latin typeface="Courier New"/>
                <a:ea typeface="Courier New"/>
                <a:cs typeface="Courier New"/>
                <a:sym typeface="Courier New"/>
              </a:rPr>
              <a:t>ThreadLocal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&lt;&gt;();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50" name="Google Shape;550;p24"/>
          <p:cNvSpPr txBox="1"/>
          <p:nvPr/>
        </p:nvSpPr>
        <p:spPr>
          <a:xfrm>
            <a:off x="5922351" y="3763962"/>
            <a:ext cx="4326890" cy="1406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public void 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execute() {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9085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try 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586105" marR="2083435" rtl="0" algn="l">
              <a:lnSpc>
                <a:spcPct val="157777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ctx.set(</a:t>
            </a: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lang="en-US" sz="900">
                <a:solidFill>
                  <a:srgbClr val="37BDF7"/>
                </a:solidFill>
                <a:latin typeface="Courier New"/>
                <a:ea typeface="Courier New"/>
                <a:cs typeface="Courier New"/>
                <a:sym typeface="Courier New"/>
              </a:rPr>
              <a:t>Session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()); processRequest();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9085" rtl="0" algn="l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finally 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586105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ctx.remove(); </a:t>
            </a:r>
            <a:r>
              <a:rPr i="1" lang="en-US" sz="900">
                <a:solidFill>
                  <a:srgbClr val="64738B"/>
                </a:solidFill>
                <a:latin typeface="Courier New"/>
                <a:ea typeface="Courier New"/>
                <a:cs typeface="Courier New"/>
                <a:sym typeface="Courier New"/>
              </a:rPr>
              <a:t>// CRITICAL: Clears references on fini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9085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51" name="Google Shape;551;p24"/>
          <p:cNvSpPr txBox="1"/>
          <p:nvPr/>
        </p:nvSpPr>
        <p:spPr>
          <a:xfrm>
            <a:off x="5635624" y="5173662"/>
            <a:ext cx="97155" cy="168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52" name="Google Shape;552;p24"/>
          <p:cNvSpPr txBox="1"/>
          <p:nvPr/>
        </p:nvSpPr>
        <p:spPr>
          <a:xfrm>
            <a:off x="692150" y="4017538"/>
            <a:ext cx="4312920" cy="5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3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thread' s internal `ThreadLocalMap` holds references using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08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`WeakReference` keys. While the keys are cleared, the associated value objects remain pinned in memory.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53" name="Google Shape;55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225" y="4098925"/>
            <a:ext cx="50800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24"/>
          <p:cNvSpPr txBox="1"/>
          <p:nvPr/>
        </p:nvSpPr>
        <p:spPr>
          <a:xfrm>
            <a:off x="692150" y="4655713"/>
            <a:ext cx="4441190" cy="42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14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class loader cannot unload, preventing GC cleanup and leading to severe memory leaks in production.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55" name="Google Shape;55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225" y="4746625"/>
            <a:ext cx="50800" cy="8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560" name="Google Shape;560;p25"/>
          <p:cNvSpPr txBox="1"/>
          <p:nvPr>
            <p:ph type="title"/>
          </p:nvPr>
        </p:nvSpPr>
        <p:spPr>
          <a:xfrm>
            <a:off x="463549" y="409883"/>
            <a:ext cx="5290820" cy="353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FF8B00"/>
                </a:solidFill>
              </a:rPr>
              <a:t>25.  </a:t>
            </a:r>
            <a:r>
              <a:rPr lang="en-US"/>
              <a:t>Async CompletableFuture Pipelines</a:t>
            </a:r>
            <a:endParaRPr sz="2050"/>
          </a:p>
        </p:txBody>
      </p:sp>
      <p:grpSp>
        <p:nvGrpSpPr>
          <p:cNvPr id="561" name="Google Shape;561;p25"/>
          <p:cNvGrpSpPr/>
          <p:nvPr/>
        </p:nvGrpSpPr>
        <p:grpSpPr>
          <a:xfrm>
            <a:off x="9105899" y="495292"/>
            <a:ext cx="1104900" cy="228607"/>
            <a:chOff x="9105899" y="495292"/>
            <a:chExt cx="1104900" cy="228607"/>
          </a:xfrm>
        </p:grpSpPr>
        <p:sp>
          <p:nvSpPr>
            <p:cNvPr id="562" name="Google Shape;562;p25"/>
            <p:cNvSpPr/>
            <p:nvPr/>
          </p:nvSpPr>
          <p:spPr>
            <a:xfrm>
              <a:off x="9105899" y="495292"/>
              <a:ext cx="1104900" cy="228600"/>
            </a:xfrm>
            <a:custGeom>
              <a:rect b="b" l="l" r="r" t="t"/>
              <a:pathLst>
                <a:path extrusionOk="0" h="228600" w="1104900">
                  <a:moveTo>
                    <a:pt x="990599" y="228599"/>
                  </a:moveTo>
                  <a:lnTo>
                    <a:pt x="114299" y="228599"/>
                  </a:lnTo>
                  <a:lnTo>
                    <a:pt x="103040" y="228056"/>
                  </a:lnTo>
                  <a:lnTo>
                    <a:pt x="60363" y="215088"/>
                  </a:lnTo>
                  <a:lnTo>
                    <a:pt x="25899" y="186775"/>
                  </a:lnTo>
                  <a:lnTo>
                    <a:pt x="4893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0" y="60364"/>
                  </a:lnTo>
                  <a:lnTo>
                    <a:pt x="41823" y="25900"/>
                  </a:lnTo>
                  <a:lnTo>
                    <a:pt x="81168" y="4894"/>
                  </a:lnTo>
                  <a:lnTo>
                    <a:pt x="114299" y="0"/>
                  </a:lnTo>
                  <a:lnTo>
                    <a:pt x="990599" y="0"/>
                  </a:lnTo>
                  <a:lnTo>
                    <a:pt x="1034339" y="8700"/>
                  </a:lnTo>
                  <a:lnTo>
                    <a:pt x="1071421" y="33477"/>
                  </a:lnTo>
                  <a:lnTo>
                    <a:pt x="1096197" y="70559"/>
                  </a:lnTo>
                  <a:lnTo>
                    <a:pt x="1104899" y="114299"/>
                  </a:lnTo>
                  <a:lnTo>
                    <a:pt x="1104355" y="125559"/>
                  </a:lnTo>
                  <a:lnTo>
                    <a:pt x="1091386" y="168235"/>
                  </a:lnTo>
                  <a:lnTo>
                    <a:pt x="1063075" y="202699"/>
                  </a:lnTo>
                  <a:lnTo>
                    <a:pt x="1023728" y="223705"/>
                  </a:lnTo>
                  <a:lnTo>
                    <a:pt x="990599" y="228599"/>
                  </a:lnTo>
                  <a:close/>
                </a:path>
              </a:pathLst>
            </a:custGeom>
            <a:solidFill>
              <a:srgbClr val="0567E1">
                <a:alpha val="1215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25"/>
            <p:cNvSpPr/>
            <p:nvPr/>
          </p:nvSpPr>
          <p:spPr>
            <a:xfrm>
              <a:off x="9105899" y="495299"/>
              <a:ext cx="1104900" cy="228600"/>
            </a:xfrm>
            <a:custGeom>
              <a:rect b="b" l="l" r="r" t="t"/>
              <a:pathLst>
                <a:path extrusionOk="0" h="228600" w="1104900">
                  <a:moveTo>
                    <a:pt x="990599" y="228599"/>
                  </a:moveTo>
                  <a:lnTo>
                    <a:pt x="114299" y="228599"/>
                  </a:lnTo>
                  <a:lnTo>
                    <a:pt x="103040" y="228056"/>
                  </a:lnTo>
                  <a:lnTo>
                    <a:pt x="60363" y="215088"/>
                  </a:lnTo>
                  <a:lnTo>
                    <a:pt x="25899" y="186775"/>
                  </a:lnTo>
                  <a:lnTo>
                    <a:pt x="4893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0" y="60364"/>
                  </a:lnTo>
                  <a:lnTo>
                    <a:pt x="41823" y="25900"/>
                  </a:lnTo>
                  <a:lnTo>
                    <a:pt x="81168" y="4894"/>
                  </a:lnTo>
                  <a:lnTo>
                    <a:pt x="114299" y="0"/>
                  </a:lnTo>
                  <a:lnTo>
                    <a:pt x="990599" y="0"/>
                  </a:lnTo>
                  <a:lnTo>
                    <a:pt x="1034339" y="8700"/>
                  </a:lnTo>
                  <a:lnTo>
                    <a:pt x="1036086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121179"/>
                  </a:lnTo>
                  <a:lnTo>
                    <a:pt x="20133" y="160751"/>
                  </a:lnTo>
                  <a:lnTo>
                    <a:pt x="45077" y="193251"/>
                  </a:lnTo>
                  <a:lnTo>
                    <a:pt x="80560" y="213732"/>
                  </a:lnTo>
                  <a:lnTo>
                    <a:pt x="107420" y="219074"/>
                  </a:lnTo>
                  <a:lnTo>
                    <a:pt x="1036085" y="219074"/>
                  </a:lnTo>
                  <a:lnTo>
                    <a:pt x="1034339" y="219899"/>
                  </a:lnTo>
                  <a:lnTo>
                    <a:pt x="1023728" y="223705"/>
                  </a:lnTo>
                  <a:lnTo>
                    <a:pt x="1012901" y="226424"/>
                  </a:lnTo>
                  <a:lnTo>
                    <a:pt x="1001858" y="228056"/>
                  </a:lnTo>
                  <a:lnTo>
                    <a:pt x="990599" y="228599"/>
                  </a:lnTo>
                  <a:close/>
                </a:path>
                <a:path extrusionOk="0" h="228600" w="1104900">
                  <a:moveTo>
                    <a:pt x="1036085" y="219074"/>
                  </a:moveTo>
                  <a:lnTo>
                    <a:pt x="997479" y="219074"/>
                  </a:lnTo>
                  <a:lnTo>
                    <a:pt x="1004292" y="218403"/>
                  </a:lnTo>
                  <a:lnTo>
                    <a:pt x="1017787" y="215719"/>
                  </a:lnTo>
                  <a:lnTo>
                    <a:pt x="1054529" y="197595"/>
                  </a:lnTo>
                  <a:lnTo>
                    <a:pt x="1081539" y="166789"/>
                  </a:lnTo>
                  <a:lnTo>
                    <a:pt x="1094703" y="127993"/>
                  </a:lnTo>
                  <a:lnTo>
                    <a:pt x="1095374" y="121179"/>
                  </a:lnTo>
                  <a:lnTo>
                    <a:pt x="1095374" y="107420"/>
                  </a:lnTo>
                  <a:lnTo>
                    <a:pt x="1084766" y="67848"/>
                  </a:lnTo>
                  <a:lnTo>
                    <a:pt x="1059822" y="35348"/>
                  </a:lnTo>
                  <a:lnTo>
                    <a:pt x="1024339" y="14867"/>
                  </a:lnTo>
                  <a:lnTo>
                    <a:pt x="997479" y="9524"/>
                  </a:lnTo>
                  <a:lnTo>
                    <a:pt x="1036086" y="9524"/>
                  </a:lnTo>
                  <a:lnTo>
                    <a:pt x="1071421" y="33477"/>
                  </a:lnTo>
                  <a:lnTo>
                    <a:pt x="1096197" y="70559"/>
                  </a:lnTo>
                  <a:lnTo>
                    <a:pt x="1104899" y="114299"/>
                  </a:lnTo>
                  <a:lnTo>
                    <a:pt x="1104355" y="125559"/>
                  </a:lnTo>
                  <a:lnTo>
                    <a:pt x="1091386" y="168235"/>
                  </a:lnTo>
                  <a:lnTo>
                    <a:pt x="1063075" y="202699"/>
                  </a:lnTo>
                  <a:lnTo>
                    <a:pt x="1044534" y="215088"/>
                  </a:lnTo>
                  <a:lnTo>
                    <a:pt x="1036085" y="219074"/>
                  </a:lnTo>
                  <a:close/>
                </a:path>
              </a:pathLst>
            </a:custGeom>
            <a:solidFill>
              <a:srgbClr val="0567E1">
                <a:alpha val="3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4" name="Google Shape;564;p25"/>
          <p:cNvSpPr txBox="1"/>
          <p:nvPr/>
        </p:nvSpPr>
        <p:spPr>
          <a:xfrm>
            <a:off x="9216428" y="523830"/>
            <a:ext cx="869315" cy="159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567E1"/>
                </a:solidFill>
                <a:latin typeface="Arial"/>
                <a:ea typeface="Arial"/>
                <a:cs typeface="Arial"/>
                <a:sym typeface="Arial"/>
              </a:rPr>
              <a:t>S CH E D U L E RS</a:t>
            </a:r>
            <a:endParaRPr sz="8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5" name="Google Shape;565;p25"/>
          <p:cNvGrpSpPr/>
          <p:nvPr/>
        </p:nvGrpSpPr>
        <p:grpSpPr>
          <a:xfrm>
            <a:off x="481012" y="3062280"/>
            <a:ext cx="9725025" cy="2352675"/>
            <a:chOff x="481012" y="3062280"/>
            <a:chExt cx="9725025" cy="2352675"/>
          </a:xfrm>
        </p:grpSpPr>
        <p:sp>
          <p:nvSpPr>
            <p:cNvPr id="566" name="Google Shape;566;p25"/>
            <p:cNvSpPr/>
            <p:nvPr/>
          </p:nvSpPr>
          <p:spPr>
            <a:xfrm>
              <a:off x="481012" y="3062280"/>
              <a:ext cx="9725025" cy="2352675"/>
            </a:xfrm>
            <a:custGeom>
              <a:rect b="b" l="l" r="r" t="t"/>
              <a:pathLst>
                <a:path extrusionOk="0" h="2352675" w="9725025">
                  <a:moveTo>
                    <a:pt x="0" y="2281237"/>
                  </a:moveTo>
                  <a:lnTo>
                    <a:pt x="0" y="71437"/>
                  </a:lnTo>
                  <a:lnTo>
                    <a:pt x="0" y="66732"/>
                  </a:lnTo>
                  <a:lnTo>
                    <a:pt x="457" y="62102"/>
                  </a:lnTo>
                  <a:lnTo>
                    <a:pt x="1372" y="57502"/>
                  </a:lnTo>
                  <a:lnTo>
                    <a:pt x="2287" y="52892"/>
                  </a:lnTo>
                  <a:lnTo>
                    <a:pt x="3642" y="48425"/>
                  </a:lnTo>
                  <a:lnTo>
                    <a:pt x="5437" y="44091"/>
                  </a:lnTo>
                  <a:lnTo>
                    <a:pt x="7232" y="39757"/>
                  </a:lnTo>
                  <a:lnTo>
                    <a:pt x="9433" y="35642"/>
                  </a:lnTo>
                  <a:lnTo>
                    <a:pt x="12039" y="31718"/>
                  </a:lnTo>
                  <a:lnTo>
                    <a:pt x="14645" y="27832"/>
                  </a:lnTo>
                  <a:lnTo>
                    <a:pt x="17606" y="24222"/>
                  </a:lnTo>
                  <a:lnTo>
                    <a:pt x="20923" y="20907"/>
                  </a:lnTo>
                  <a:lnTo>
                    <a:pt x="24240" y="17583"/>
                  </a:lnTo>
                  <a:lnTo>
                    <a:pt x="27848" y="14620"/>
                  </a:lnTo>
                  <a:lnTo>
                    <a:pt x="31748" y="12020"/>
                  </a:lnTo>
                  <a:lnTo>
                    <a:pt x="35649" y="9410"/>
                  </a:lnTo>
                  <a:lnTo>
                    <a:pt x="57500" y="1381"/>
                  </a:lnTo>
                  <a:lnTo>
                    <a:pt x="62101" y="466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9653586" y="0"/>
                  </a:lnTo>
                  <a:lnTo>
                    <a:pt x="9658275" y="0"/>
                  </a:lnTo>
                  <a:lnTo>
                    <a:pt x="9662921" y="466"/>
                  </a:lnTo>
                  <a:lnTo>
                    <a:pt x="9667521" y="1381"/>
                  </a:lnTo>
                  <a:lnTo>
                    <a:pt x="9672122" y="2285"/>
                  </a:lnTo>
                  <a:lnTo>
                    <a:pt x="9693273" y="12020"/>
                  </a:lnTo>
                  <a:lnTo>
                    <a:pt x="9697174" y="14620"/>
                  </a:lnTo>
                  <a:lnTo>
                    <a:pt x="9700782" y="17583"/>
                  </a:lnTo>
                  <a:lnTo>
                    <a:pt x="9704099" y="20907"/>
                  </a:lnTo>
                  <a:lnTo>
                    <a:pt x="9707417" y="24222"/>
                  </a:lnTo>
                  <a:lnTo>
                    <a:pt x="9723651" y="57502"/>
                  </a:lnTo>
                  <a:lnTo>
                    <a:pt x="9724566" y="62102"/>
                  </a:lnTo>
                  <a:lnTo>
                    <a:pt x="9725024" y="66732"/>
                  </a:lnTo>
                  <a:lnTo>
                    <a:pt x="9725024" y="71437"/>
                  </a:lnTo>
                  <a:lnTo>
                    <a:pt x="9725024" y="2281237"/>
                  </a:lnTo>
                  <a:lnTo>
                    <a:pt x="9725024" y="2285942"/>
                  </a:lnTo>
                  <a:lnTo>
                    <a:pt x="9724566" y="2290571"/>
                  </a:lnTo>
                  <a:lnTo>
                    <a:pt x="9723651" y="2295153"/>
                  </a:lnTo>
                  <a:lnTo>
                    <a:pt x="9722736" y="2299763"/>
                  </a:lnTo>
                  <a:lnTo>
                    <a:pt x="9721380" y="2304230"/>
                  </a:lnTo>
                  <a:lnTo>
                    <a:pt x="9719585" y="2308545"/>
                  </a:lnTo>
                  <a:lnTo>
                    <a:pt x="9717788" y="2312879"/>
                  </a:lnTo>
                  <a:lnTo>
                    <a:pt x="9693273" y="2340616"/>
                  </a:lnTo>
                  <a:lnTo>
                    <a:pt x="9689374" y="2343226"/>
                  </a:lnTo>
                  <a:lnTo>
                    <a:pt x="9685256" y="2345416"/>
                  </a:lnTo>
                  <a:lnTo>
                    <a:pt x="9680923" y="2347207"/>
                  </a:lnTo>
                  <a:lnTo>
                    <a:pt x="9676589" y="2349007"/>
                  </a:lnTo>
                  <a:lnTo>
                    <a:pt x="9672122" y="2350369"/>
                  </a:lnTo>
                  <a:lnTo>
                    <a:pt x="9667521" y="2351284"/>
                  </a:lnTo>
                  <a:lnTo>
                    <a:pt x="9662921" y="2352208"/>
                  </a:lnTo>
                  <a:lnTo>
                    <a:pt x="9658275" y="2352674"/>
                  </a:lnTo>
                  <a:lnTo>
                    <a:pt x="9653586" y="2352674"/>
                  </a:lnTo>
                  <a:lnTo>
                    <a:pt x="71437" y="2352674"/>
                  </a:lnTo>
                  <a:lnTo>
                    <a:pt x="66746" y="2352674"/>
                  </a:lnTo>
                  <a:lnTo>
                    <a:pt x="62101" y="2352208"/>
                  </a:lnTo>
                  <a:lnTo>
                    <a:pt x="57500" y="2351284"/>
                  </a:lnTo>
                  <a:lnTo>
                    <a:pt x="52900" y="2350369"/>
                  </a:lnTo>
                  <a:lnTo>
                    <a:pt x="48433" y="2349007"/>
                  </a:lnTo>
                  <a:lnTo>
                    <a:pt x="44099" y="2347207"/>
                  </a:lnTo>
                  <a:lnTo>
                    <a:pt x="39765" y="2345416"/>
                  </a:lnTo>
                  <a:lnTo>
                    <a:pt x="35649" y="2343226"/>
                  </a:lnTo>
                  <a:lnTo>
                    <a:pt x="31748" y="2340616"/>
                  </a:lnTo>
                  <a:lnTo>
                    <a:pt x="27848" y="2338015"/>
                  </a:lnTo>
                  <a:lnTo>
                    <a:pt x="5437" y="2308545"/>
                  </a:lnTo>
                  <a:lnTo>
                    <a:pt x="3642" y="2304230"/>
                  </a:lnTo>
                  <a:lnTo>
                    <a:pt x="2287" y="2299763"/>
                  </a:lnTo>
                  <a:lnTo>
                    <a:pt x="1372" y="2295153"/>
                  </a:lnTo>
                  <a:lnTo>
                    <a:pt x="457" y="2290571"/>
                  </a:lnTo>
                  <a:lnTo>
                    <a:pt x="0" y="2285942"/>
                  </a:lnTo>
                  <a:lnTo>
                    <a:pt x="0" y="2281237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25"/>
            <p:cNvSpPr/>
            <p:nvPr/>
          </p:nvSpPr>
          <p:spPr>
            <a:xfrm>
              <a:off x="485774" y="3067042"/>
              <a:ext cx="9715500" cy="314325"/>
            </a:xfrm>
            <a:custGeom>
              <a:rect b="b" l="l" r="r" t="t"/>
              <a:pathLst>
                <a:path extrusionOk="0" h="314325" w="9715500">
                  <a:moveTo>
                    <a:pt x="9715499" y="314324"/>
                  </a:moveTo>
                  <a:lnTo>
                    <a:pt x="0" y="314324"/>
                  </a:lnTo>
                  <a:lnTo>
                    <a:pt x="0" y="66682"/>
                  </a:lnTo>
                  <a:lnTo>
                    <a:pt x="11226" y="29631"/>
                  </a:lnTo>
                  <a:lnTo>
                    <a:pt x="41159" y="5082"/>
                  </a:lnTo>
                  <a:lnTo>
                    <a:pt x="66675" y="0"/>
                  </a:lnTo>
                  <a:lnTo>
                    <a:pt x="9648824" y="0"/>
                  </a:lnTo>
                  <a:lnTo>
                    <a:pt x="9685872" y="11232"/>
                  </a:lnTo>
                  <a:lnTo>
                    <a:pt x="9710422" y="41166"/>
                  </a:lnTo>
                  <a:lnTo>
                    <a:pt x="9715499" y="314324"/>
                  </a:lnTo>
                  <a:close/>
                </a:path>
              </a:pathLst>
            </a:custGeom>
            <a:solidFill>
              <a:srgbClr val="FFFFFF">
                <a:alpha val="3137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25"/>
            <p:cNvSpPr/>
            <p:nvPr/>
          </p:nvSpPr>
          <p:spPr>
            <a:xfrm>
              <a:off x="485774" y="3371834"/>
              <a:ext cx="9715500" cy="9525"/>
            </a:xfrm>
            <a:custGeom>
              <a:rect b="b" l="l" r="r" t="t"/>
              <a:pathLst>
                <a:path extrusionOk="0" h="9525" w="9715500">
                  <a:moveTo>
                    <a:pt x="97154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9715499" y="0"/>
                  </a:lnTo>
                  <a:lnTo>
                    <a:pt x="9715499" y="9524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25"/>
            <p:cNvSpPr/>
            <p:nvPr/>
          </p:nvSpPr>
          <p:spPr>
            <a:xfrm>
              <a:off x="485774" y="3381367"/>
              <a:ext cx="9715500" cy="2028825"/>
            </a:xfrm>
            <a:custGeom>
              <a:rect b="b" l="l" r="r" t="t"/>
              <a:pathLst>
                <a:path extrusionOk="0" h="2028825" w="9715500">
                  <a:moveTo>
                    <a:pt x="9648824" y="2028824"/>
                  </a:moveTo>
                  <a:lnTo>
                    <a:pt x="66675" y="2028824"/>
                  </a:lnTo>
                  <a:lnTo>
                    <a:pt x="60106" y="2028514"/>
                  </a:lnTo>
                  <a:lnTo>
                    <a:pt x="24397" y="2013722"/>
                  </a:lnTo>
                  <a:lnTo>
                    <a:pt x="2854" y="1981482"/>
                  </a:lnTo>
                  <a:lnTo>
                    <a:pt x="0" y="1962156"/>
                  </a:lnTo>
                  <a:lnTo>
                    <a:pt x="0" y="0"/>
                  </a:lnTo>
                  <a:lnTo>
                    <a:pt x="9715499" y="0"/>
                  </a:lnTo>
                  <a:lnTo>
                    <a:pt x="9715499" y="1962156"/>
                  </a:lnTo>
                  <a:lnTo>
                    <a:pt x="9704271" y="1999205"/>
                  </a:lnTo>
                  <a:lnTo>
                    <a:pt x="9674338" y="2023756"/>
                  </a:lnTo>
                  <a:lnTo>
                    <a:pt x="9648824" y="2028824"/>
                  </a:lnTo>
                  <a:close/>
                </a:path>
              </a:pathLst>
            </a:custGeom>
            <a:solidFill>
              <a:srgbClr val="03050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0" name="Google Shape;570;p25"/>
          <p:cNvSpPr txBox="1"/>
          <p:nvPr/>
        </p:nvSpPr>
        <p:spPr>
          <a:xfrm>
            <a:off x="463549" y="2719554"/>
            <a:ext cx="6845300" cy="1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Avoid blocking operations like </a:t>
            </a:r>
            <a:r>
              <a:rPr lang="en-US" sz="1100">
                <a:solidFill>
                  <a:srgbClr val="94A2B8"/>
                </a:solidFill>
                <a:latin typeface="Courier New"/>
                <a:ea typeface="Courier New"/>
                <a:cs typeface="Courier New"/>
                <a:sym typeface="Courier New"/>
              </a:rPr>
              <a:t>future.get()</a:t>
            </a: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Use functional callbacks to chain asynchronous tasks: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746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94A2B8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Functional Async Chain</a:t>
            </a:r>
            <a:endParaRPr sz="100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1746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7BDF7"/>
                </a:solidFill>
                <a:latin typeface="Courier New"/>
                <a:ea typeface="Courier New"/>
                <a:cs typeface="Courier New"/>
                <a:sym typeface="Courier New"/>
              </a:rPr>
              <a:t>CompletableFuture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.supplyAsync(() -&gt; fetchUser(id), executor)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61009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.thenCompose(user -&gt; fetchPermissionsAsync(user)) </a:t>
            </a:r>
            <a:r>
              <a:rPr i="1" lang="en-US" sz="900">
                <a:solidFill>
                  <a:srgbClr val="64738B"/>
                </a:solidFill>
                <a:latin typeface="Courier New"/>
                <a:ea typeface="Courier New"/>
                <a:cs typeface="Courier New"/>
                <a:sym typeface="Courier New"/>
              </a:rPr>
              <a:t>// Chain dependent tasks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61009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.thenCombine(weatherFuture, (perms, weather) -&gt; {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819785" rtl="0" algn="l">
              <a:lnSpc>
                <a:spcPct val="100000"/>
              </a:lnSpc>
              <a:spcBef>
                <a:spcPts val="345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lang="en-US" sz="900">
                <a:solidFill>
                  <a:srgbClr val="37BDF7"/>
                </a:solidFill>
                <a:latin typeface="Courier New"/>
                <a:ea typeface="Courier New"/>
                <a:cs typeface="Courier New"/>
                <a:sym typeface="Courier New"/>
              </a:rPr>
              <a:t>AuthProfile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(perms, weather);	</a:t>
            </a:r>
            <a:r>
              <a:rPr i="1" lang="en-US" sz="900">
                <a:solidFill>
                  <a:srgbClr val="64738B"/>
                </a:solidFill>
                <a:latin typeface="Courier New"/>
                <a:ea typeface="Courier New"/>
                <a:cs typeface="Courier New"/>
                <a:sym typeface="Courier New"/>
              </a:rPr>
              <a:t>// Combine independent tasks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71" name="Google Shape;571;p25"/>
          <p:cNvSpPr txBox="1"/>
          <p:nvPr/>
        </p:nvSpPr>
        <p:spPr>
          <a:xfrm>
            <a:off x="4568080" y="4392612"/>
            <a:ext cx="1244600" cy="168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64738B"/>
                </a:solidFill>
                <a:latin typeface="Courier New"/>
                <a:ea typeface="Courier New"/>
                <a:cs typeface="Courier New"/>
                <a:sym typeface="Courier New"/>
              </a:rPr>
              <a:t>// Consume result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72" name="Google Shape;572;p25"/>
          <p:cNvSpPr txBox="1"/>
          <p:nvPr/>
        </p:nvSpPr>
        <p:spPr>
          <a:xfrm>
            <a:off x="4568229" y="4906962"/>
            <a:ext cx="2247900" cy="168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64738B"/>
                </a:solidFill>
                <a:latin typeface="Courier New"/>
                <a:ea typeface="Courier New"/>
                <a:cs typeface="Courier New"/>
                <a:sym typeface="Courier New"/>
              </a:rPr>
              <a:t>// Handle exceptions gracefully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73" name="Google Shape;573;p25"/>
          <p:cNvSpPr txBox="1"/>
          <p:nvPr/>
        </p:nvSpPr>
        <p:spPr>
          <a:xfrm>
            <a:off x="912201" y="4192587"/>
            <a:ext cx="3609975" cy="10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.thenAccept(profile -&gt; renderUI(profile))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.exceptionally(ex -&gt; {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-635" lvl="0" marL="370840" marR="508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log.error(</a:t>
            </a:r>
            <a:r>
              <a:rPr lang="en-US" sz="900">
                <a:solidFill>
                  <a:srgbClr val="0FB981"/>
                </a:solidFill>
                <a:latin typeface="Courier New"/>
                <a:ea typeface="Courier New"/>
                <a:cs typeface="Courier New"/>
                <a:sym typeface="Courier New"/>
              </a:rPr>
              <a:t>"Asynchronous pipeline crash"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, ex); return </a:t>
            </a: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6"/>
          <p:cNvSpPr txBox="1"/>
          <p:nvPr/>
        </p:nvSpPr>
        <p:spPr>
          <a:xfrm>
            <a:off x="463549" y="2672410"/>
            <a:ext cx="1122045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8B00"/>
                </a:solidFill>
                <a:latin typeface="Arial"/>
                <a:ea typeface="Arial"/>
                <a:cs typeface="Arial"/>
                <a:sym typeface="Arial"/>
              </a:rPr>
              <a:t>M O D U L E V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9" name="Google Shape;57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49" y="3057517"/>
            <a:ext cx="9734549" cy="1200149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26"/>
          <p:cNvSpPr txBox="1"/>
          <p:nvPr/>
        </p:nvSpPr>
        <p:spPr>
          <a:xfrm>
            <a:off x="463549" y="4329516"/>
            <a:ext cx="6610984" cy="53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163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Deciphering thread local allocation buffers</a:t>
            </a:r>
            <a:r>
              <a:rPr lang="en-US" sz="14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4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reference flags</a:t>
            </a:r>
            <a:r>
              <a:rPr lang="en-US" sz="14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4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</a:t>
            </a:r>
            <a:r>
              <a:rPr lang="en-US" sz="14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14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GC Region phases</a:t>
            </a:r>
            <a:r>
              <a:rPr lang="en-US" sz="14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4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concurrent sub</a:t>
            </a:r>
            <a:r>
              <a:rPr lang="en-US" sz="14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</a:t>
            </a:r>
            <a:r>
              <a:rPr lang="en-US" sz="14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ms ZGC execution</a:t>
            </a:r>
            <a:r>
              <a:rPr lang="en-US" sz="14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585" name="Google Shape;585;p27"/>
          <p:cNvSpPr txBox="1"/>
          <p:nvPr>
            <p:ph type="title"/>
          </p:nvPr>
        </p:nvSpPr>
        <p:spPr>
          <a:xfrm>
            <a:off x="463549" y="409883"/>
            <a:ext cx="5290820" cy="353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FF8B00"/>
                </a:solidFill>
              </a:rPr>
              <a:t>27. </a:t>
            </a:r>
            <a:r>
              <a:rPr lang="en-US"/>
              <a:t>Object Allocation </a:t>
            </a:r>
            <a:r>
              <a:rPr lang="en-US" sz="2050"/>
              <a:t>&amp; </a:t>
            </a:r>
            <a:r>
              <a:rPr lang="en-US"/>
              <a:t>TLAB Pathways</a:t>
            </a:r>
            <a:endParaRPr sz="2050"/>
          </a:p>
        </p:txBody>
      </p:sp>
      <p:grpSp>
        <p:nvGrpSpPr>
          <p:cNvPr id="586" name="Google Shape;586;p27"/>
          <p:cNvGrpSpPr/>
          <p:nvPr/>
        </p:nvGrpSpPr>
        <p:grpSpPr>
          <a:xfrm>
            <a:off x="8943974" y="495293"/>
            <a:ext cx="1266825" cy="228606"/>
            <a:chOff x="8943974" y="495293"/>
            <a:chExt cx="1266825" cy="228606"/>
          </a:xfrm>
        </p:grpSpPr>
        <p:sp>
          <p:nvSpPr>
            <p:cNvPr id="587" name="Google Shape;587;p27"/>
            <p:cNvSpPr/>
            <p:nvPr/>
          </p:nvSpPr>
          <p:spPr>
            <a:xfrm>
              <a:off x="8943974" y="495293"/>
              <a:ext cx="1266825" cy="228600"/>
            </a:xfrm>
            <a:custGeom>
              <a:rect b="b" l="l" r="r" t="t"/>
              <a:pathLst>
                <a:path extrusionOk="0" h="228600" w="1266825">
                  <a:moveTo>
                    <a:pt x="1152524" y="228599"/>
                  </a:moveTo>
                  <a:lnTo>
                    <a:pt x="114299" y="228599"/>
                  </a:lnTo>
                  <a:lnTo>
                    <a:pt x="103040" y="228056"/>
                  </a:lnTo>
                  <a:lnTo>
                    <a:pt x="60363" y="215088"/>
                  </a:lnTo>
                  <a:lnTo>
                    <a:pt x="25899" y="186775"/>
                  </a:lnTo>
                  <a:lnTo>
                    <a:pt x="4893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1" y="60364"/>
                  </a:lnTo>
                  <a:lnTo>
                    <a:pt x="41823" y="25900"/>
                  </a:lnTo>
                  <a:lnTo>
                    <a:pt x="81168" y="4894"/>
                  </a:lnTo>
                  <a:lnTo>
                    <a:pt x="114299" y="0"/>
                  </a:lnTo>
                  <a:lnTo>
                    <a:pt x="1152524" y="0"/>
                  </a:lnTo>
                  <a:lnTo>
                    <a:pt x="1196264" y="8700"/>
                  </a:lnTo>
                  <a:lnTo>
                    <a:pt x="1233346" y="33477"/>
                  </a:lnTo>
                  <a:lnTo>
                    <a:pt x="1258122" y="70559"/>
                  </a:lnTo>
                  <a:lnTo>
                    <a:pt x="1266824" y="114299"/>
                  </a:lnTo>
                  <a:lnTo>
                    <a:pt x="1266280" y="125559"/>
                  </a:lnTo>
                  <a:lnTo>
                    <a:pt x="1253311" y="168235"/>
                  </a:lnTo>
                  <a:lnTo>
                    <a:pt x="1225000" y="202699"/>
                  </a:lnTo>
                  <a:lnTo>
                    <a:pt x="1185653" y="223705"/>
                  </a:lnTo>
                  <a:lnTo>
                    <a:pt x="1152524" y="228599"/>
                  </a:lnTo>
                  <a:close/>
                </a:path>
              </a:pathLst>
            </a:custGeom>
            <a:solidFill>
              <a:srgbClr val="0567E1">
                <a:alpha val="1215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27"/>
            <p:cNvSpPr/>
            <p:nvPr/>
          </p:nvSpPr>
          <p:spPr>
            <a:xfrm>
              <a:off x="8943974" y="495299"/>
              <a:ext cx="1266825" cy="228600"/>
            </a:xfrm>
            <a:custGeom>
              <a:rect b="b" l="l" r="r" t="t"/>
              <a:pathLst>
                <a:path extrusionOk="0" h="228600" w="1266825">
                  <a:moveTo>
                    <a:pt x="1152524" y="228599"/>
                  </a:moveTo>
                  <a:lnTo>
                    <a:pt x="114299" y="228599"/>
                  </a:lnTo>
                  <a:lnTo>
                    <a:pt x="103040" y="228056"/>
                  </a:lnTo>
                  <a:lnTo>
                    <a:pt x="60363" y="215088"/>
                  </a:lnTo>
                  <a:lnTo>
                    <a:pt x="25899" y="186775"/>
                  </a:lnTo>
                  <a:lnTo>
                    <a:pt x="4893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1" y="60364"/>
                  </a:lnTo>
                  <a:lnTo>
                    <a:pt x="41823" y="25900"/>
                  </a:lnTo>
                  <a:lnTo>
                    <a:pt x="81168" y="4894"/>
                  </a:lnTo>
                  <a:lnTo>
                    <a:pt x="114299" y="0"/>
                  </a:lnTo>
                  <a:lnTo>
                    <a:pt x="1152524" y="0"/>
                  </a:lnTo>
                  <a:lnTo>
                    <a:pt x="1196264" y="8700"/>
                  </a:lnTo>
                  <a:lnTo>
                    <a:pt x="1198011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121179"/>
                  </a:lnTo>
                  <a:lnTo>
                    <a:pt x="20133" y="160751"/>
                  </a:lnTo>
                  <a:lnTo>
                    <a:pt x="45077" y="193251"/>
                  </a:lnTo>
                  <a:lnTo>
                    <a:pt x="80560" y="213732"/>
                  </a:lnTo>
                  <a:lnTo>
                    <a:pt x="107420" y="219074"/>
                  </a:lnTo>
                  <a:lnTo>
                    <a:pt x="1198010" y="219074"/>
                  </a:lnTo>
                  <a:lnTo>
                    <a:pt x="1196264" y="219899"/>
                  </a:lnTo>
                  <a:lnTo>
                    <a:pt x="1185653" y="223705"/>
                  </a:lnTo>
                  <a:lnTo>
                    <a:pt x="1174826" y="226424"/>
                  </a:lnTo>
                  <a:lnTo>
                    <a:pt x="1163783" y="228056"/>
                  </a:lnTo>
                  <a:lnTo>
                    <a:pt x="1152524" y="228599"/>
                  </a:lnTo>
                  <a:close/>
                </a:path>
                <a:path extrusionOk="0" h="228600" w="1266825">
                  <a:moveTo>
                    <a:pt x="1198010" y="219074"/>
                  </a:moveTo>
                  <a:lnTo>
                    <a:pt x="1159404" y="219074"/>
                  </a:lnTo>
                  <a:lnTo>
                    <a:pt x="1166217" y="218403"/>
                  </a:lnTo>
                  <a:lnTo>
                    <a:pt x="1179712" y="215719"/>
                  </a:lnTo>
                  <a:lnTo>
                    <a:pt x="1216454" y="197595"/>
                  </a:lnTo>
                  <a:lnTo>
                    <a:pt x="1243463" y="166789"/>
                  </a:lnTo>
                  <a:lnTo>
                    <a:pt x="1256628" y="127993"/>
                  </a:lnTo>
                  <a:lnTo>
                    <a:pt x="1257299" y="121179"/>
                  </a:lnTo>
                  <a:lnTo>
                    <a:pt x="1257299" y="107420"/>
                  </a:lnTo>
                  <a:lnTo>
                    <a:pt x="1246691" y="67848"/>
                  </a:lnTo>
                  <a:lnTo>
                    <a:pt x="1221747" y="35348"/>
                  </a:lnTo>
                  <a:lnTo>
                    <a:pt x="1186264" y="14867"/>
                  </a:lnTo>
                  <a:lnTo>
                    <a:pt x="1159404" y="9524"/>
                  </a:lnTo>
                  <a:lnTo>
                    <a:pt x="1198011" y="9524"/>
                  </a:lnTo>
                  <a:lnTo>
                    <a:pt x="1233346" y="33477"/>
                  </a:lnTo>
                  <a:lnTo>
                    <a:pt x="1258122" y="70559"/>
                  </a:lnTo>
                  <a:lnTo>
                    <a:pt x="1266824" y="114299"/>
                  </a:lnTo>
                  <a:lnTo>
                    <a:pt x="1266280" y="125559"/>
                  </a:lnTo>
                  <a:lnTo>
                    <a:pt x="1253311" y="168235"/>
                  </a:lnTo>
                  <a:lnTo>
                    <a:pt x="1225000" y="202699"/>
                  </a:lnTo>
                  <a:lnTo>
                    <a:pt x="1206459" y="215088"/>
                  </a:lnTo>
                  <a:lnTo>
                    <a:pt x="1198010" y="219074"/>
                  </a:lnTo>
                  <a:close/>
                </a:path>
              </a:pathLst>
            </a:custGeom>
            <a:solidFill>
              <a:srgbClr val="0567E1">
                <a:alpha val="3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9" name="Google Shape;589;p27"/>
          <p:cNvSpPr txBox="1"/>
          <p:nvPr/>
        </p:nvSpPr>
        <p:spPr>
          <a:xfrm>
            <a:off x="9054058" y="523830"/>
            <a:ext cx="1031875" cy="159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567E1"/>
                </a:solidFill>
                <a:latin typeface="Arial"/>
                <a:ea typeface="Arial"/>
                <a:cs typeface="Arial"/>
                <a:sym typeface="Arial"/>
              </a:rPr>
              <a:t>G C ME CH AN I CS</a:t>
            </a:r>
            <a:endParaRPr sz="8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27"/>
          <p:cNvSpPr txBox="1"/>
          <p:nvPr/>
        </p:nvSpPr>
        <p:spPr>
          <a:xfrm>
            <a:off x="463549" y="2830750"/>
            <a:ext cx="4621530" cy="661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Eliminating Allocation Locks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Under high concurrency, threads contending for the same allocation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pointer inside the Eden space can cause performance bottlenecks.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1" name="Google Shape;591;p27"/>
          <p:cNvSpPr txBox="1"/>
          <p:nvPr/>
        </p:nvSpPr>
        <p:spPr>
          <a:xfrm>
            <a:off x="463549" y="3599991"/>
            <a:ext cx="4118610" cy="436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marR="5080" rtl="0" algn="l">
              <a:lnSpc>
                <a:spcPct val="107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avoid this, the JVM uses </a:t>
            </a: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Thread Local Allocation Buffers </a:t>
            </a:r>
            <a:r>
              <a:rPr b="1" lang="en-US" sz="13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TLABs</a:t>
            </a:r>
            <a:r>
              <a:rPr b="1" lang="en-US" sz="13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592" name="Google Shape;592;p27"/>
          <p:cNvGrpSpPr/>
          <p:nvPr/>
        </p:nvGrpSpPr>
        <p:grpSpPr>
          <a:xfrm>
            <a:off x="5486387" y="2867018"/>
            <a:ext cx="4724412" cy="2533669"/>
            <a:chOff x="5486387" y="2867018"/>
            <a:chExt cx="4724412" cy="2533669"/>
          </a:xfrm>
        </p:grpSpPr>
        <p:sp>
          <p:nvSpPr>
            <p:cNvPr id="593" name="Google Shape;593;p27"/>
            <p:cNvSpPr/>
            <p:nvPr/>
          </p:nvSpPr>
          <p:spPr>
            <a:xfrm>
              <a:off x="5486399" y="2867018"/>
              <a:ext cx="4724400" cy="2533650"/>
            </a:xfrm>
            <a:custGeom>
              <a:rect b="b" l="l" r="r" t="t"/>
              <a:pathLst>
                <a:path extrusionOk="0" h="2533650" w="4724400">
                  <a:moveTo>
                    <a:pt x="4629149" y="2533649"/>
                  </a:moveTo>
                  <a:lnTo>
                    <a:pt x="95249" y="2533649"/>
                  </a:lnTo>
                  <a:lnTo>
                    <a:pt x="85866" y="2533196"/>
                  </a:lnTo>
                  <a:lnTo>
                    <a:pt x="42321" y="2517611"/>
                  </a:lnTo>
                  <a:lnTo>
                    <a:pt x="11259" y="2483345"/>
                  </a:lnTo>
                  <a:lnTo>
                    <a:pt x="0" y="243839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4629149" y="0"/>
                  </a:lnTo>
                  <a:lnTo>
                    <a:pt x="4674094" y="11259"/>
                  </a:lnTo>
                  <a:lnTo>
                    <a:pt x="4708360" y="42321"/>
                  </a:lnTo>
                  <a:lnTo>
                    <a:pt x="4723945" y="85866"/>
                  </a:lnTo>
                  <a:lnTo>
                    <a:pt x="4724399" y="95249"/>
                  </a:lnTo>
                  <a:lnTo>
                    <a:pt x="4724399" y="2438399"/>
                  </a:lnTo>
                  <a:lnTo>
                    <a:pt x="4713138" y="2483345"/>
                  </a:lnTo>
                  <a:lnTo>
                    <a:pt x="4682076" y="2517611"/>
                  </a:lnTo>
                  <a:lnTo>
                    <a:pt x="4638532" y="2533196"/>
                  </a:lnTo>
                  <a:lnTo>
                    <a:pt x="4629149" y="2533649"/>
                  </a:lnTo>
                  <a:close/>
                </a:path>
              </a:pathLst>
            </a:custGeom>
            <a:solidFill>
              <a:srgbClr val="05091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27"/>
            <p:cNvSpPr/>
            <p:nvPr/>
          </p:nvSpPr>
          <p:spPr>
            <a:xfrm>
              <a:off x="5486387" y="2867037"/>
              <a:ext cx="4724400" cy="2533650"/>
            </a:xfrm>
            <a:custGeom>
              <a:rect b="b" l="l" r="r" t="t"/>
              <a:pathLst>
                <a:path extrusionOk="0" h="2533650" w="4724400">
                  <a:moveTo>
                    <a:pt x="9525" y="2400223"/>
                  </a:moveTo>
                  <a:lnTo>
                    <a:pt x="0" y="2400223"/>
                  </a:lnTo>
                  <a:lnTo>
                    <a:pt x="0" y="2428798"/>
                  </a:lnTo>
                  <a:lnTo>
                    <a:pt x="9525" y="2428798"/>
                  </a:lnTo>
                  <a:lnTo>
                    <a:pt x="9525" y="2400223"/>
                  </a:lnTo>
                  <a:close/>
                </a:path>
                <a:path extrusionOk="0" h="2533650" w="4724400">
                  <a:moveTo>
                    <a:pt x="9525" y="2352560"/>
                  </a:moveTo>
                  <a:lnTo>
                    <a:pt x="0" y="2352560"/>
                  </a:lnTo>
                  <a:lnTo>
                    <a:pt x="0" y="2381135"/>
                  </a:lnTo>
                  <a:lnTo>
                    <a:pt x="9525" y="2381135"/>
                  </a:lnTo>
                  <a:lnTo>
                    <a:pt x="9525" y="2352560"/>
                  </a:lnTo>
                  <a:close/>
                </a:path>
                <a:path extrusionOk="0" h="2533650" w="4724400">
                  <a:moveTo>
                    <a:pt x="9525" y="2304897"/>
                  </a:moveTo>
                  <a:lnTo>
                    <a:pt x="0" y="2304897"/>
                  </a:lnTo>
                  <a:lnTo>
                    <a:pt x="0" y="2333472"/>
                  </a:lnTo>
                  <a:lnTo>
                    <a:pt x="9525" y="2333472"/>
                  </a:lnTo>
                  <a:lnTo>
                    <a:pt x="9525" y="2304897"/>
                  </a:lnTo>
                  <a:close/>
                </a:path>
                <a:path extrusionOk="0" h="2533650" w="4724400">
                  <a:moveTo>
                    <a:pt x="9525" y="2257234"/>
                  </a:moveTo>
                  <a:lnTo>
                    <a:pt x="0" y="2257234"/>
                  </a:lnTo>
                  <a:lnTo>
                    <a:pt x="0" y="2285809"/>
                  </a:lnTo>
                  <a:lnTo>
                    <a:pt x="9525" y="2285809"/>
                  </a:lnTo>
                  <a:lnTo>
                    <a:pt x="9525" y="2257234"/>
                  </a:lnTo>
                  <a:close/>
                </a:path>
                <a:path extrusionOk="0" h="2533650" w="4724400">
                  <a:moveTo>
                    <a:pt x="9525" y="2209596"/>
                  </a:moveTo>
                  <a:lnTo>
                    <a:pt x="0" y="2209596"/>
                  </a:lnTo>
                  <a:lnTo>
                    <a:pt x="0" y="2238171"/>
                  </a:lnTo>
                  <a:lnTo>
                    <a:pt x="9525" y="2238171"/>
                  </a:lnTo>
                  <a:lnTo>
                    <a:pt x="9525" y="2209596"/>
                  </a:lnTo>
                  <a:close/>
                </a:path>
                <a:path extrusionOk="0" h="2533650" w="4724400">
                  <a:moveTo>
                    <a:pt x="9525" y="2161946"/>
                  </a:moveTo>
                  <a:lnTo>
                    <a:pt x="0" y="2161946"/>
                  </a:lnTo>
                  <a:lnTo>
                    <a:pt x="0" y="2190521"/>
                  </a:lnTo>
                  <a:lnTo>
                    <a:pt x="9525" y="2190521"/>
                  </a:lnTo>
                  <a:lnTo>
                    <a:pt x="9525" y="2161946"/>
                  </a:lnTo>
                  <a:close/>
                </a:path>
                <a:path extrusionOk="0" h="2533650" w="4724400">
                  <a:moveTo>
                    <a:pt x="9525" y="2114283"/>
                  </a:moveTo>
                  <a:lnTo>
                    <a:pt x="0" y="2114283"/>
                  </a:lnTo>
                  <a:lnTo>
                    <a:pt x="0" y="2142858"/>
                  </a:lnTo>
                  <a:lnTo>
                    <a:pt x="9525" y="2142858"/>
                  </a:lnTo>
                  <a:lnTo>
                    <a:pt x="9525" y="2114283"/>
                  </a:lnTo>
                  <a:close/>
                </a:path>
                <a:path extrusionOk="0" h="2533650" w="4724400">
                  <a:moveTo>
                    <a:pt x="9525" y="2066632"/>
                  </a:moveTo>
                  <a:lnTo>
                    <a:pt x="0" y="2066632"/>
                  </a:lnTo>
                  <a:lnTo>
                    <a:pt x="0" y="2095207"/>
                  </a:lnTo>
                  <a:lnTo>
                    <a:pt x="9525" y="2095207"/>
                  </a:lnTo>
                  <a:lnTo>
                    <a:pt x="9525" y="2066632"/>
                  </a:lnTo>
                  <a:close/>
                </a:path>
                <a:path extrusionOk="0" h="2533650" w="4724400">
                  <a:moveTo>
                    <a:pt x="9525" y="2018969"/>
                  </a:moveTo>
                  <a:lnTo>
                    <a:pt x="0" y="2018969"/>
                  </a:lnTo>
                  <a:lnTo>
                    <a:pt x="0" y="2047544"/>
                  </a:lnTo>
                  <a:lnTo>
                    <a:pt x="9525" y="2047544"/>
                  </a:lnTo>
                  <a:lnTo>
                    <a:pt x="9525" y="2018969"/>
                  </a:lnTo>
                  <a:close/>
                </a:path>
                <a:path extrusionOk="0" h="2533650" w="4724400">
                  <a:moveTo>
                    <a:pt x="9525" y="1971306"/>
                  </a:moveTo>
                  <a:lnTo>
                    <a:pt x="0" y="1971306"/>
                  </a:lnTo>
                  <a:lnTo>
                    <a:pt x="0" y="1999881"/>
                  </a:lnTo>
                  <a:lnTo>
                    <a:pt x="9525" y="1999881"/>
                  </a:lnTo>
                  <a:lnTo>
                    <a:pt x="9525" y="1971306"/>
                  </a:lnTo>
                  <a:close/>
                </a:path>
                <a:path extrusionOk="0" h="2533650" w="4724400">
                  <a:moveTo>
                    <a:pt x="9525" y="1923669"/>
                  </a:moveTo>
                  <a:lnTo>
                    <a:pt x="0" y="1923669"/>
                  </a:lnTo>
                  <a:lnTo>
                    <a:pt x="0" y="1952244"/>
                  </a:lnTo>
                  <a:lnTo>
                    <a:pt x="9525" y="1952244"/>
                  </a:lnTo>
                  <a:lnTo>
                    <a:pt x="9525" y="1923669"/>
                  </a:lnTo>
                  <a:close/>
                </a:path>
                <a:path extrusionOk="0" h="2533650" w="4724400">
                  <a:moveTo>
                    <a:pt x="9525" y="1876005"/>
                  </a:moveTo>
                  <a:lnTo>
                    <a:pt x="0" y="1876005"/>
                  </a:lnTo>
                  <a:lnTo>
                    <a:pt x="0" y="1904580"/>
                  </a:lnTo>
                  <a:lnTo>
                    <a:pt x="9525" y="1904580"/>
                  </a:lnTo>
                  <a:lnTo>
                    <a:pt x="9525" y="1876005"/>
                  </a:lnTo>
                  <a:close/>
                </a:path>
                <a:path extrusionOk="0" h="2533650" w="4724400">
                  <a:moveTo>
                    <a:pt x="9525" y="1828342"/>
                  </a:moveTo>
                  <a:lnTo>
                    <a:pt x="0" y="1828342"/>
                  </a:lnTo>
                  <a:lnTo>
                    <a:pt x="0" y="1856917"/>
                  </a:lnTo>
                  <a:lnTo>
                    <a:pt x="9525" y="1856917"/>
                  </a:lnTo>
                  <a:lnTo>
                    <a:pt x="9525" y="1828342"/>
                  </a:lnTo>
                  <a:close/>
                </a:path>
                <a:path extrusionOk="0" h="2533650" w="4724400">
                  <a:moveTo>
                    <a:pt x="9525" y="1780679"/>
                  </a:moveTo>
                  <a:lnTo>
                    <a:pt x="0" y="1780679"/>
                  </a:lnTo>
                  <a:lnTo>
                    <a:pt x="0" y="1809254"/>
                  </a:lnTo>
                  <a:lnTo>
                    <a:pt x="9525" y="1809254"/>
                  </a:lnTo>
                  <a:lnTo>
                    <a:pt x="9525" y="1780679"/>
                  </a:lnTo>
                  <a:close/>
                </a:path>
                <a:path extrusionOk="0" h="2533650" w="4724400">
                  <a:moveTo>
                    <a:pt x="9525" y="1733029"/>
                  </a:moveTo>
                  <a:lnTo>
                    <a:pt x="0" y="1733029"/>
                  </a:lnTo>
                  <a:lnTo>
                    <a:pt x="0" y="1761604"/>
                  </a:lnTo>
                  <a:lnTo>
                    <a:pt x="9525" y="1761604"/>
                  </a:lnTo>
                  <a:lnTo>
                    <a:pt x="9525" y="1733029"/>
                  </a:lnTo>
                  <a:close/>
                </a:path>
                <a:path extrusionOk="0" h="2533650" w="4724400">
                  <a:moveTo>
                    <a:pt x="9525" y="1685366"/>
                  </a:moveTo>
                  <a:lnTo>
                    <a:pt x="0" y="1685366"/>
                  </a:lnTo>
                  <a:lnTo>
                    <a:pt x="0" y="1713941"/>
                  </a:lnTo>
                  <a:lnTo>
                    <a:pt x="9525" y="1713941"/>
                  </a:lnTo>
                  <a:lnTo>
                    <a:pt x="9525" y="1685366"/>
                  </a:lnTo>
                  <a:close/>
                </a:path>
                <a:path extrusionOk="0" h="2533650" w="4724400">
                  <a:moveTo>
                    <a:pt x="9525" y="1637703"/>
                  </a:moveTo>
                  <a:lnTo>
                    <a:pt x="0" y="1637703"/>
                  </a:lnTo>
                  <a:lnTo>
                    <a:pt x="0" y="1666278"/>
                  </a:lnTo>
                  <a:lnTo>
                    <a:pt x="9525" y="1666278"/>
                  </a:lnTo>
                  <a:lnTo>
                    <a:pt x="9525" y="1637703"/>
                  </a:lnTo>
                  <a:close/>
                </a:path>
                <a:path extrusionOk="0" h="2533650" w="4724400">
                  <a:moveTo>
                    <a:pt x="9525" y="1590065"/>
                  </a:moveTo>
                  <a:lnTo>
                    <a:pt x="0" y="1590065"/>
                  </a:lnTo>
                  <a:lnTo>
                    <a:pt x="0" y="1618640"/>
                  </a:lnTo>
                  <a:lnTo>
                    <a:pt x="9525" y="1618640"/>
                  </a:lnTo>
                  <a:lnTo>
                    <a:pt x="9525" y="1590065"/>
                  </a:lnTo>
                  <a:close/>
                </a:path>
                <a:path extrusionOk="0" h="2533650" w="4724400">
                  <a:moveTo>
                    <a:pt x="9525" y="1542402"/>
                  </a:moveTo>
                  <a:lnTo>
                    <a:pt x="0" y="1542402"/>
                  </a:lnTo>
                  <a:lnTo>
                    <a:pt x="0" y="1570977"/>
                  </a:lnTo>
                  <a:lnTo>
                    <a:pt x="9525" y="1570977"/>
                  </a:lnTo>
                  <a:lnTo>
                    <a:pt x="9525" y="1542402"/>
                  </a:lnTo>
                  <a:close/>
                </a:path>
                <a:path extrusionOk="0" h="2533650" w="4724400">
                  <a:moveTo>
                    <a:pt x="9525" y="1494739"/>
                  </a:moveTo>
                  <a:lnTo>
                    <a:pt x="0" y="1494739"/>
                  </a:lnTo>
                  <a:lnTo>
                    <a:pt x="0" y="1523314"/>
                  </a:lnTo>
                  <a:lnTo>
                    <a:pt x="9525" y="1523314"/>
                  </a:lnTo>
                  <a:lnTo>
                    <a:pt x="9525" y="1494739"/>
                  </a:lnTo>
                  <a:close/>
                </a:path>
                <a:path extrusionOk="0" h="2533650" w="4724400">
                  <a:moveTo>
                    <a:pt x="9525" y="1447101"/>
                  </a:moveTo>
                  <a:lnTo>
                    <a:pt x="0" y="1447101"/>
                  </a:lnTo>
                  <a:lnTo>
                    <a:pt x="0" y="1475676"/>
                  </a:lnTo>
                  <a:lnTo>
                    <a:pt x="9525" y="1475676"/>
                  </a:lnTo>
                  <a:lnTo>
                    <a:pt x="9525" y="1447101"/>
                  </a:lnTo>
                  <a:close/>
                </a:path>
                <a:path extrusionOk="0" h="2533650" w="4724400">
                  <a:moveTo>
                    <a:pt x="9525" y="1399438"/>
                  </a:moveTo>
                  <a:lnTo>
                    <a:pt x="0" y="1399438"/>
                  </a:lnTo>
                  <a:lnTo>
                    <a:pt x="0" y="1428013"/>
                  </a:lnTo>
                  <a:lnTo>
                    <a:pt x="9525" y="1428013"/>
                  </a:lnTo>
                  <a:lnTo>
                    <a:pt x="9525" y="1399438"/>
                  </a:lnTo>
                  <a:close/>
                </a:path>
                <a:path extrusionOk="0" h="2533650" w="4724400">
                  <a:moveTo>
                    <a:pt x="9525" y="1351775"/>
                  </a:moveTo>
                  <a:lnTo>
                    <a:pt x="0" y="1351775"/>
                  </a:lnTo>
                  <a:lnTo>
                    <a:pt x="0" y="1380350"/>
                  </a:lnTo>
                  <a:lnTo>
                    <a:pt x="9525" y="1380350"/>
                  </a:lnTo>
                  <a:lnTo>
                    <a:pt x="9525" y="1351775"/>
                  </a:lnTo>
                  <a:close/>
                </a:path>
                <a:path extrusionOk="0" h="2533650" w="4724400">
                  <a:moveTo>
                    <a:pt x="9525" y="1304112"/>
                  </a:moveTo>
                  <a:lnTo>
                    <a:pt x="0" y="1304112"/>
                  </a:lnTo>
                  <a:lnTo>
                    <a:pt x="0" y="1332687"/>
                  </a:lnTo>
                  <a:lnTo>
                    <a:pt x="9525" y="1332687"/>
                  </a:lnTo>
                  <a:lnTo>
                    <a:pt x="9525" y="1304112"/>
                  </a:lnTo>
                  <a:close/>
                </a:path>
                <a:path extrusionOk="0" h="2533650" w="4724400">
                  <a:moveTo>
                    <a:pt x="9525" y="1256461"/>
                  </a:moveTo>
                  <a:lnTo>
                    <a:pt x="0" y="1256461"/>
                  </a:lnTo>
                  <a:lnTo>
                    <a:pt x="0" y="1285036"/>
                  </a:lnTo>
                  <a:lnTo>
                    <a:pt x="9525" y="1285036"/>
                  </a:lnTo>
                  <a:lnTo>
                    <a:pt x="9525" y="1256461"/>
                  </a:lnTo>
                  <a:close/>
                </a:path>
                <a:path extrusionOk="0" h="2533650" w="4724400">
                  <a:moveTo>
                    <a:pt x="9525" y="1208798"/>
                  </a:moveTo>
                  <a:lnTo>
                    <a:pt x="0" y="1208798"/>
                  </a:lnTo>
                  <a:lnTo>
                    <a:pt x="0" y="1237373"/>
                  </a:lnTo>
                  <a:lnTo>
                    <a:pt x="9525" y="1237373"/>
                  </a:lnTo>
                  <a:lnTo>
                    <a:pt x="9525" y="1208798"/>
                  </a:lnTo>
                  <a:close/>
                </a:path>
                <a:path extrusionOk="0" h="2533650" w="4724400">
                  <a:moveTo>
                    <a:pt x="9525" y="1161135"/>
                  </a:moveTo>
                  <a:lnTo>
                    <a:pt x="0" y="1161135"/>
                  </a:lnTo>
                  <a:lnTo>
                    <a:pt x="0" y="1189710"/>
                  </a:lnTo>
                  <a:lnTo>
                    <a:pt x="9525" y="1189710"/>
                  </a:lnTo>
                  <a:lnTo>
                    <a:pt x="9525" y="1161135"/>
                  </a:lnTo>
                  <a:close/>
                </a:path>
                <a:path extrusionOk="0" h="2533650" w="4724400">
                  <a:moveTo>
                    <a:pt x="9525" y="1113497"/>
                  </a:moveTo>
                  <a:lnTo>
                    <a:pt x="0" y="1113497"/>
                  </a:lnTo>
                  <a:lnTo>
                    <a:pt x="0" y="1142072"/>
                  </a:lnTo>
                  <a:lnTo>
                    <a:pt x="9525" y="1142072"/>
                  </a:lnTo>
                  <a:lnTo>
                    <a:pt x="9525" y="1113497"/>
                  </a:lnTo>
                  <a:close/>
                </a:path>
                <a:path extrusionOk="0" h="2533650" w="4724400">
                  <a:moveTo>
                    <a:pt x="9525" y="1065834"/>
                  </a:moveTo>
                  <a:lnTo>
                    <a:pt x="0" y="1065834"/>
                  </a:lnTo>
                  <a:lnTo>
                    <a:pt x="0" y="1094409"/>
                  </a:lnTo>
                  <a:lnTo>
                    <a:pt x="9525" y="1094409"/>
                  </a:lnTo>
                  <a:lnTo>
                    <a:pt x="9525" y="1065834"/>
                  </a:lnTo>
                  <a:close/>
                </a:path>
                <a:path extrusionOk="0" h="2533650" w="4724400">
                  <a:moveTo>
                    <a:pt x="9525" y="1018171"/>
                  </a:moveTo>
                  <a:lnTo>
                    <a:pt x="0" y="1018171"/>
                  </a:lnTo>
                  <a:lnTo>
                    <a:pt x="0" y="1046746"/>
                  </a:lnTo>
                  <a:lnTo>
                    <a:pt x="9525" y="1046746"/>
                  </a:lnTo>
                  <a:lnTo>
                    <a:pt x="9525" y="1018171"/>
                  </a:lnTo>
                  <a:close/>
                </a:path>
                <a:path extrusionOk="0" h="2533650" w="4724400">
                  <a:moveTo>
                    <a:pt x="9525" y="970534"/>
                  </a:moveTo>
                  <a:lnTo>
                    <a:pt x="0" y="970534"/>
                  </a:lnTo>
                  <a:lnTo>
                    <a:pt x="0" y="999109"/>
                  </a:lnTo>
                  <a:lnTo>
                    <a:pt x="9525" y="999109"/>
                  </a:lnTo>
                  <a:lnTo>
                    <a:pt x="9525" y="970534"/>
                  </a:lnTo>
                  <a:close/>
                </a:path>
                <a:path extrusionOk="0" h="2533650" w="4724400">
                  <a:moveTo>
                    <a:pt x="9525" y="922870"/>
                  </a:moveTo>
                  <a:lnTo>
                    <a:pt x="0" y="922870"/>
                  </a:lnTo>
                  <a:lnTo>
                    <a:pt x="0" y="951445"/>
                  </a:lnTo>
                  <a:lnTo>
                    <a:pt x="9525" y="951445"/>
                  </a:lnTo>
                  <a:lnTo>
                    <a:pt x="9525" y="922870"/>
                  </a:lnTo>
                  <a:close/>
                </a:path>
                <a:path extrusionOk="0" h="2533650" w="4724400">
                  <a:moveTo>
                    <a:pt x="9525" y="875207"/>
                  </a:moveTo>
                  <a:lnTo>
                    <a:pt x="0" y="875207"/>
                  </a:lnTo>
                  <a:lnTo>
                    <a:pt x="0" y="903782"/>
                  </a:lnTo>
                  <a:lnTo>
                    <a:pt x="9525" y="903782"/>
                  </a:lnTo>
                  <a:lnTo>
                    <a:pt x="9525" y="875207"/>
                  </a:lnTo>
                  <a:close/>
                </a:path>
                <a:path extrusionOk="0" h="2533650" w="4724400">
                  <a:moveTo>
                    <a:pt x="9525" y="827544"/>
                  </a:moveTo>
                  <a:lnTo>
                    <a:pt x="0" y="827544"/>
                  </a:lnTo>
                  <a:lnTo>
                    <a:pt x="0" y="856119"/>
                  </a:lnTo>
                  <a:lnTo>
                    <a:pt x="9525" y="856119"/>
                  </a:lnTo>
                  <a:lnTo>
                    <a:pt x="9525" y="827544"/>
                  </a:lnTo>
                  <a:close/>
                </a:path>
                <a:path extrusionOk="0" h="2533650" w="4724400">
                  <a:moveTo>
                    <a:pt x="9525" y="779907"/>
                  </a:moveTo>
                  <a:lnTo>
                    <a:pt x="0" y="779907"/>
                  </a:lnTo>
                  <a:lnTo>
                    <a:pt x="0" y="808482"/>
                  </a:lnTo>
                  <a:lnTo>
                    <a:pt x="9525" y="808482"/>
                  </a:lnTo>
                  <a:lnTo>
                    <a:pt x="9525" y="779907"/>
                  </a:lnTo>
                  <a:close/>
                </a:path>
                <a:path extrusionOk="0" h="2533650" w="4724400">
                  <a:moveTo>
                    <a:pt x="9525" y="732243"/>
                  </a:moveTo>
                  <a:lnTo>
                    <a:pt x="0" y="732243"/>
                  </a:lnTo>
                  <a:lnTo>
                    <a:pt x="0" y="760818"/>
                  </a:lnTo>
                  <a:lnTo>
                    <a:pt x="9525" y="760818"/>
                  </a:lnTo>
                  <a:lnTo>
                    <a:pt x="9525" y="732243"/>
                  </a:lnTo>
                  <a:close/>
                </a:path>
                <a:path extrusionOk="0" h="2533650" w="4724400">
                  <a:moveTo>
                    <a:pt x="9525" y="684580"/>
                  </a:moveTo>
                  <a:lnTo>
                    <a:pt x="0" y="684580"/>
                  </a:lnTo>
                  <a:lnTo>
                    <a:pt x="0" y="713155"/>
                  </a:lnTo>
                  <a:lnTo>
                    <a:pt x="9525" y="713155"/>
                  </a:lnTo>
                  <a:lnTo>
                    <a:pt x="9525" y="684580"/>
                  </a:lnTo>
                  <a:close/>
                </a:path>
                <a:path extrusionOk="0" h="2533650" w="4724400">
                  <a:moveTo>
                    <a:pt x="9525" y="636930"/>
                  </a:moveTo>
                  <a:lnTo>
                    <a:pt x="0" y="636930"/>
                  </a:lnTo>
                  <a:lnTo>
                    <a:pt x="0" y="665505"/>
                  </a:lnTo>
                  <a:lnTo>
                    <a:pt x="9525" y="665505"/>
                  </a:lnTo>
                  <a:lnTo>
                    <a:pt x="9525" y="636930"/>
                  </a:lnTo>
                  <a:close/>
                </a:path>
                <a:path extrusionOk="0" h="2533650" w="4724400">
                  <a:moveTo>
                    <a:pt x="9525" y="589267"/>
                  </a:moveTo>
                  <a:lnTo>
                    <a:pt x="0" y="589267"/>
                  </a:lnTo>
                  <a:lnTo>
                    <a:pt x="0" y="617842"/>
                  </a:lnTo>
                  <a:lnTo>
                    <a:pt x="9525" y="617842"/>
                  </a:lnTo>
                  <a:lnTo>
                    <a:pt x="9525" y="589267"/>
                  </a:lnTo>
                  <a:close/>
                </a:path>
                <a:path extrusionOk="0" h="2533650" w="4724400">
                  <a:moveTo>
                    <a:pt x="9525" y="541604"/>
                  </a:moveTo>
                  <a:lnTo>
                    <a:pt x="0" y="541604"/>
                  </a:lnTo>
                  <a:lnTo>
                    <a:pt x="0" y="570179"/>
                  </a:lnTo>
                  <a:lnTo>
                    <a:pt x="9525" y="570179"/>
                  </a:lnTo>
                  <a:lnTo>
                    <a:pt x="9525" y="541604"/>
                  </a:lnTo>
                  <a:close/>
                </a:path>
                <a:path extrusionOk="0" h="2533650" w="4724400">
                  <a:moveTo>
                    <a:pt x="9525" y="493941"/>
                  </a:moveTo>
                  <a:lnTo>
                    <a:pt x="0" y="493941"/>
                  </a:lnTo>
                  <a:lnTo>
                    <a:pt x="0" y="522516"/>
                  </a:lnTo>
                  <a:lnTo>
                    <a:pt x="9525" y="522516"/>
                  </a:lnTo>
                  <a:lnTo>
                    <a:pt x="9525" y="493941"/>
                  </a:lnTo>
                  <a:close/>
                </a:path>
                <a:path extrusionOk="0" h="2533650" w="4724400">
                  <a:moveTo>
                    <a:pt x="9525" y="446303"/>
                  </a:moveTo>
                  <a:lnTo>
                    <a:pt x="0" y="446303"/>
                  </a:lnTo>
                  <a:lnTo>
                    <a:pt x="0" y="474878"/>
                  </a:lnTo>
                  <a:lnTo>
                    <a:pt x="9525" y="474878"/>
                  </a:lnTo>
                  <a:lnTo>
                    <a:pt x="9525" y="446303"/>
                  </a:lnTo>
                  <a:close/>
                </a:path>
                <a:path extrusionOk="0" h="2533650" w="4724400">
                  <a:moveTo>
                    <a:pt x="9525" y="398640"/>
                  </a:moveTo>
                  <a:lnTo>
                    <a:pt x="0" y="398640"/>
                  </a:lnTo>
                  <a:lnTo>
                    <a:pt x="0" y="427215"/>
                  </a:lnTo>
                  <a:lnTo>
                    <a:pt x="9525" y="427215"/>
                  </a:lnTo>
                  <a:lnTo>
                    <a:pt x="9525" y="398640"/>
                  </a:lnTo>
                  <a:close/>
                </a:path>
                <a:path extrusionOk="0" h="2533650" w="4724400">
                  <a:moveTo>
                    <a:pt x="9525" y="350977"/>
                  </a:moveTo>
                  <a:lnTo>
                    <a:pt x="0" y="350977"/>
                  </a:lnTo>
                  <a:lnTo>
                    <a:pt x="0" y="379552"/>
                  </a:lnTo>
                  <a:lnTo>
                    <a:pt x="9525" y="379552"/>
                  </a:lnTo>
                  <a:lnTo>
                    <a:pt x="9525" y="350977"/>
                  </a:lnTo>
                  <a:close/>
                </a:path>
                <a:path extrusionOk="0" h="2533650" w="4724400">
                  <a:moveTo>
                    <a:pt x="9525" y="303339"/>
                  </a:moveTo>
                  <a:lnTo>
                    <a:pt x="0" y="303339"/>
                  </a:lnTo>
                  <a:lnTo>
                    <a:pt x="0" y="331914"/>
                  </a:lnTo>
                  <a:lnTo>
                    <a:pt x="9525" y="331914"/>
                  </a:lnTo>
                  <a:lnTo>
                    <a:pt x="9525" y="303339"/>
                  </a:lnTo>
                  <a:close/>
                </a:path>
                <a:path extrusionOk="0" h="2533650" w="4724400">
                  <a:moveTo>
                    <a:pt x="9525" y="255676"/>
                  </a:moveTo>
                  <a:lnTo>
                    <a:pt x="0" y="255676"/>
                  </a:lnTo>
                  <a:lnTo>
                    <a:pt x="0" y="284251"/>
                  </a:lnTo>
                  <a:lnTo>
                    <a:pt x="9525" y="284251"/>
                  </a:lnTo>
                  <a:lnTo>
                    <a:pt x="9525" y="255676"/>
                  </a:lnTo>
                  <a:close/>
                </a:path>
                <a:path extrusionOk="0" h="2533650" w="4724400">
                  <a:moveTo>
                    <a:pt x="9525" y="208013"/>
                  </a:moveTo>
                  <a:lnTo>
                    <a:pt x="0" y="208013"/>
                  </a:lnTo>
                  <a:lnTo>
                    <a:pt x="0" y="236588"/>
                  </a:lnTo>
                  <a:lnTo>
                    <a:pt x="9525" y="236588"/>
                  </a:lnTo>
                  <a:lnTo>
                    <a:pt x="9525" y="208013"/>
                  </a:lnTo>
                  <a:close/>
                </a:path>
                <a:path extrusionOk="0" h="2533650" w="4724400">
                  <a:moveTo>
                    <a:pt x="9525" y="160362"/>
                  </a:moveTo>
                  <a:lnTo>
                    <a:pt x="0" y="160362"/>
                  </a:lnTo>
                  <a:lnTo>
                    <a:pt x="0" y="188937"/>
                  </a:lnTo>
                  <a:lnTo>
                    <a:pt x="9525" y="188937"/>
                  </a:lnTo>
                  <a:lnTo>
                    <a:pt x="9525" y="160362"/>
                  </a:lnTo>
                  <a:close/>
                </a:path>
                <a:path extrusionOk="0" h="2533650" w="4724400">
                  <a:moveTo>
                    <a:pt x="9525" y="112699"/>
                  </a:moveTo>
                  <a:lnTo>
                    <a:pt x="0" y="112699"/>
                  </a:lnTo>
                  <a:lnTo>
                    <a:pt x="0" y="141274"/>
                  </a:lnTo>
                  <a:lnTo>
                    <a:pt x="9525" y="141274"/>
                  </a:lnTo>
                  <a:lnTo>
                    <a:pt x="9525" y="112699"/>
                  </a:lnTo>
                  <a:close/>
                </a:path>
                <a:path extrusionOk="0" h="2533650" w="4724400">
                  <a:moveTo>
                    <a:pt x="13843" y="68618"/>
                  </a:moveTo>
                  <a:lnTo>
                    <a:pt x="4800" y="65646"/>
                  </a:lnTo>
                  <a:lnTo>
                    <a:pt x="4089" y="67640"/>
                  </a:lnTo>
                  <a:lnTo>
                    <a:pt x="1816" y="76657"/>
                  </a:lnTo>
                  <a:lnTo>
                    <a:pt x="457" y="85864"/>
                  </a:lnTo>
                  <a:lnTo>
                    <a:pt x="419" y="86804"/>
                  </a:lnTo>
                  <a:lnTo>
                    <a:pt x="76" y="93713"/>
                  </a:lnTo>
                  <a:lnTo>
                    <a:pt x="9601" y="93865"/>
                  </a:lnTo>
                  <a:lnTo>
                    <a:pt x="9601" y="93713"/>
                  </a:lnTo>
                  <a:lnTo>
                    <a:pt x="9944" y="86804"/>
                  </a:lnTo>
                  <a:lnTo>
                    <a:pt x="11163" y="78511"/>
                  </a:lnTo>
                  <a:lnTo>
                    <a:pt x="13195" y="70396"/>
                  </a:lnTo>
                  <a:lnTo>
                    <a:pt x="13843" y="68618"/>
                  </a:lnTo>
                  <a:close/>
                </a:path>
                <a:path extrusionOk="0" h="2533650" w="4724400">
                  <a:moveTo>
                    <a:pt x="16383" y="2471877"/>
                  </a:moveTo>
                  <a:lnTo>
                    <a:pt x="9931" y="2446578"/>
                  </a:lnTo>
                  <a:lnTo>
                    <a:pt x="444" y="2447493"/>
                  </a:lnTo>
                  <a:lnTo>
                    <a:pt x="7607" y="2475598"/>
                  </a:lnTo>
                  <a:lnTo>
                    <a:pt x="16383" y="2471877"/>
                  </a:lnTo>
                  <a:close/>
                </a:path>
                <a:path extrusionOk="0" h="2533650" w="4724400">
                  <a:moveTo>
                    <a:pt x="37033" y="32461"/>
                  </a:moveTo>
                  <a:lnTo>
                    <a:pt x="30556" y="25476"/>
                  </a:lnTo>
                  <a:lnTo>
                    <a:pt x="27901" y="27889"/>
                  </a:lnTo>
                  <a:lnTo>
                    <a:pt x="21590" y="34848"/>
                  </a:lnTo>
                  <a:lnTo>
                    <a:pt x="16040" y="42316"/>
                  </a:lnTo>
                  <a:lnTo>
                    <a:pt x="12598" y="48082"/>
                  </a:lnTo>
                  <a:lnTo>
                    <a:pt x="20853" y="52793"/>
                  </a:lnTo>
                  <a:lnTo>
                    <a:pt x="23964" y="47612"/>
                  </a:lnTo>
                  <a:lnTo>
                    <a:pt x="28956" y="40894"/>
                  </a:lnTo>
                  <a:lnTo>
                    <a:pt x="34645" y="34632"/>
                  </a:lnTo>
                  <a:lnTo>
                    <a:pt x="37033" y="32461"/>
                  </a:lnTo>
                  <a:close/>
                </a:path>
                <a:path extrusionOk="0" h="2533650" w="4724400">
                  <a:moveTo>
                    <a:pt x="42494" y="2505887"/>
                  </a:moveTo>
                  <a:lnTo>
                    <a:pt x="40894" y="2504694"/>
                  </a:lnTo>
                  <a:lnTo>
                    <a:pt x="34645" y="2499017"/>
                  </a:lnTo>
                  <a:lnTo>
                    <a:pt x="28956" y="2492756"/>
                  </a:lnTo>
                  <a:lnTo>
                    <a:pt x="24612" y="2486901"/>
                  </a:lnTo>
                  <a:lnTo>
                    <a:pt x="16764" y="2492298"/>
                  </a:lnTo>
                  <a:lnTo>
                    <a:pt x="21590" y="2498788"/>
                  </a:lnTo>
                  <a:lnTo>
                    <a:pt x="27901" y="2505748"/>
                  </a:lnTo>
                  <a:lnTo>
                    <a:pt x="34861" y="2512060"/>
                  </a:lnTo>
                  <a:lnTo>
                    <a:pt x="36639" y="2513380"/>
                  </a:lnTo>
                  <a:lnTo>
                    <a:pt x="42494" y="2505887"/>
                  </a:lnTo>
                  <a:close/>
                </a:path>
                <a:path extrusionOk="0" h="2533650" w="4724400">
                  <a:moveTo>
                    <a:pt x="74968" y="12052"/>
                  </a:moveTo>
                  <a:lnTo>
                    <a:pt x="72682" y="2806"/>
                  </a:lnTo>
                  <a:lnTo>
                    <a:pt x="67652" y="4076"/>
                  </a:lnTo>
                  <a:lnTo>
                    <a:pt x="58801" y="7239"/>
                  </a:lnTo>
                  <a:lnTo>
                    <a:pt x="50304" y="11252"/>
                  </a:lnTo>
                  <a:lnTo>
                    <a:pt x="45986" y="13843"/>
                  </a:lnTo>
                  <a:lnTo>
                    <a:pt x="50901" y="21996"/>
                  </a:lnTo>
                  <a:lnTo>
                    <a:pt x="54800" y="19659"/>
                  </a:lnTo>
                  <a:lnTo>
                    <a:pt x="62445" y="16040"/>
                  </a:lnTo>
                  <a:lnTo>
                    <a:pt x="70408" y="13195"/>
                  </a:lnTo>
                  <a:lnTo>
                    <a:pt x="74968" y="12052"/>
                  </a:lnTo>
                  <a:close/>
                </a:path>
                <a:path extrusionOk="0" h="2533650" w="4724400">
                  <a:moveTo>
                    <a:pt x="81978" y="2522994"/>
                  </a:moveTo>
                  <a:lnTo>
                    <a:pt x="78524" y="2522486"/>
                  </a:lnTo>
                  <a:lnTo>
                    <a:pt x="70408" y="2520454"/>
                  </a:lnTo>
                  <a:lnTo>
                    <a:pt x="62445" y="2517597"/>
                  </a:lnTo>
                  <a:lnTo>
                    <a:pt x="57099" y="2515070"/>
                  </a:lnTo>
                  <a:lnTo>
                    <a:pt x="52870" y="2523591"/>
                  </a:lnTo>
                  <a:lnTo>
                    <a:pt x="58801" y="2526398"/>
                  </a:lnTo>
                  <a:lnTo>
                    <a:pt x="67652" y="2529560"/>
                  </a:lnTo>
                  <a:lnTo>
                    <a:pt x="76669" y="2531834"/>
                  </a:lnTo>
                  <a:lnTo>
                    <a:pt x="80479" y="2532392"/>
                  </a:lnTo>
                  <a:lnTo>
                    <a:pt x="80568" y="2531834"/>
                  </a:lnTo>
                  <a:lnTo>
                    <a:pt x="81978" y="2522994"/>
                  </a:lnTo>
                  <a:close/>
                </a:path>
                <a:path extrusionOk="0" h="2533650" w="4724400">
                  <a:moveTo>
                    <a:pt x="123825" y="0"/>
                  </a:moveTo>
                  <a:lnTo>
                    <a:pt x="95250" y="0"/>
                  </a:lnTo>
                  <a:lnTo>
                    <a:pt x="91389" y="177"/>
                  </a:lnTo>
                  <a:lnTo>
                    <a:pt x="91846" y="9690"/>
                  </a:lnTo>
                  <a:lnTo>
                    <a:pt x="95250" y="9525"/>
                  </a:lnTo>
                  <a:lnTo>
                    <a:pt x="123825" y="9525"/>
                  </a:lnTo>
                  <a:lnTo>
                    <a:pt x="123825" y="0"/>
                  </a:lnTo>
                  <a:close/>
                </a:path>
                <a:path extrusionOk="0" h="2533650" w="4724400">
                  <a:moveTo>
                    <a:pt x="127635" y="2524125"/>
                  </a:moveTo>
                  <a:lnTo>
                    <a:pt x="99060" y="2524125"/>
                  </a:lnTo>
                  <a:lnTo>
                    <a:pt x="99060" y="2533650"/>
                  </a:lnTo>
                  <a:lnTo>
                    <a:pt x="127635" y="2533650"/>
                  </a:lnTo>
                  <a:lnTo>
                    <a:pt x="127635" y="2524125"/>
                  </a:lnTo>
                  <a:close/>
                </a:path>
                <a:path extrusionOk="0" h="2533650" w="4724400">
                  <a:moveTo>
                    <a:pt x="171488" y="0"/>
                  </a:moveTo>
                  <a:lnTo>
                    <a:pt x="142913" y="0"/>
                  </a:lnTo>
                  <a:lnTo>
                    <a:pt x="142913" y="9525"/>
                  </a:lnTo>
                  <a:lnTo>
                    <a:pt x="171488" y="9525"/>
                  </a:lnTo>
                  <a:lnTo>
                    <a:pt x="171488" y="0"/>
                  </a:lnTo>
                  <a:close/>
                </a:path>
                <a:path extrusionOk="0" h="2533650" w="4724400">
                  <a:moveTo>
                    <a:pt x="175298" y="2524125"/>
                  </a:moveTo>
                  <a:lnTo>
                    <a:pt x="146723" y="2524125"/>
                  </a:lnTo>
                  <a:lnTo>
                    <a:pt x="146723" y="2533650"/>
                  </a:lnTo>
                  <a:lnTo>
                    <a:pt x="175298" y="2533650"/>
                  </a:lnTo>
                  <a:lnTo>
                    <a:pt x="175298" y="2524125"/>
                  </a:lnTo>
                  <a:close/>
                </a:path>
                <a:path extrusionOk="0" h="2533650" w="4724400">
                  <a:moveTo>
                    <a:pt x="219138" y="0"/>
                  </a:moveTo>
                  <a:lnTo>
                    <a:pt x="190563" y="0"/>
                  </a:lnTo>
                  <a:lnTo>
                    <a:pt x="190563" y="9525"/>
                  </a:lnTo>
                  <a:lnTo>
                    <a:pt x="219138" y="9525"/>
                  </a:lnTo>
                  <a:lnTo>
                    <a:pt x="219138" y="0"/>
                  </a:lnTo>
                  <a:close/>
                </a:path>
                <a:path extrusionOk="0" h="2533650" w="4724400">
                  <a:moveTo>
                    <a:pt x="222948" y="2524125"/>
                  </a:moveTo>
                  <a:lnTo>
                    <a:pt x="194373" y="2524125"/>
                  </a:lnTo>
                  <a:lnTo>
                    <a:pt x="194373" y="2533650"/>
                  </a:lnTo>
                  <a:lnTo>
                    <a:pt x="222948" y="2533650"/>
                  </a:lnTo>
                  <a:lnTo>
                    <a:pt x="222948" y="2524125"/>
                  </a:lnTo>
                  <a:close/>
                </a:path>
                <a:path extrusionOk="0" h="2533650" w="4724400">
                  <a:moveTo>
                    <a:pt x="266801" y="0"/>
                  </a:moveTo>
                  <a:lnTo>
                    <a:pt x="238226" y="0"/>
                  </a:lnTo>
                  <a:lnTo>
                    <a:pt x="238226" y="9525"/>
                  </a:lnTo>
                  <a:lnTo>
                    <a:pt x="266801" y="9525"/>
                  </a:lnTo>
                  <a:lnTo>
                    <a:pt x="266801" y="0"/>
                  </a:lnTo>
                  <a:close/>
                </a:path>
                <a:path extrusionOk="0" h="2533650" w="4724400">
                  <a:moveTo>
                    <a:pt x="270611" y="2524125"/>
                  </a:moveTo>
                  <a:lnTo>
                    <a:pt x="242036" y="2524125"/>
                  </a:lnTo>
                  <a:lnTo>
                    <a:pt x="242036" y="2533650"/>
                  </a:lnTo>
                  <a:lnTo>
                    <a:pt x="270611" y="2533650"/>
                  </a:lnTo>
                  <a:lnTo>
                    <a:pt x="270611" y="2524125"/>
                  </a:lnTo>
                  <a:close/>
                </a:path>
                <a:path extrusionOk="0" h="2533650" w="4724400">
                  <a:moveTo>
                    <a:pt x="314452" y="0"/>
                  </a:moveTo>
                  <a:lnTo>
                    <a:pt x="285877" y="0"/>
                  </a:lnTo>
                  <a:lnTo>
                    <a:pt x="285877" y="9525"/>
                  </a:lnTo>
                  <a:lnTo>
                    <a:pt x="314452" y="9525"/>
                  </a:lnTo>
                  <a:lnTo>
                    <a:pt x="314452" y="0"/>
                  </a:lnTo>
                  <a:close/>
                </a:path>
                <a:path extrusionOk="0" h="2533650" w="4724400">
                  <a:moveTo>
                    <a:pt x="318262" y="2524125"/>
                  </a:moveTo>
                  <a:lnTo>
                    <a:pt x="289687" y="2524125"/>
                  </a:lnTo>
                  <a:lnTo>
                    <a:pt x="289687" y="2533650"/>
                  </a:lnTo>
                  <a:lnTo>
                    <a:pt x="318262" y="2533650"/>
                  </a:lnTo>
                  <a:lnTo>
                    <a:pt x="318262" y="2524125"/>
                  </a:lnTo>
                  <a:close/>
                </a:path>
                <a:path extrusionOk="0" h="2533650" w="4724400">
                  <a:moveTo>
                    <a:pt x="362115" y="0"/>
                  </a:moveTo>
                  <a:lnTo>
                    <a:pt x="333540" y="0"/>
                  </a:lnTo>
                  <a:lnTo>
                    <a:pt x="333540" y="9525"/>
                  </a:lnTo>
                  <a:lnTo>
                    <a:pt x="362115" y="9525"/>
                  </a:lnTo>
                  <a:lnTo>
                    <a:pt x="362115" y="0"/>
                  </a:lnTo>
                  <a:close/>
                </a:path>
                <a:path extrusionOk="0" h="2533650" w="4724400">
                  <a:moveTo>
                    <a:pt x="365925" y="2524125"/>
                  </a:moveTo>
                  <a:lnTo>
                    <a:pt x="337350" y="2524125"/>
                  </a:lnTo>
                  <a:lnTo>
                    <a:pt x="337350" y="2533650"/>
                  </a:lnTo>
                  <a:lnTo>
                    <a:pt x="365925" y="2533650"/>
                  </a:lnTo>
                  <a:lnTo>
                    <a:pt x="365925" y="2524125"/>
                  </a:lnTo>
                  <a:close/>
                </a:path>
                <a:path extrusionOk="0" h="2533650" w="4724400">
                  <a:moveTo>
                    <a:pt x="409765" y="0"/>
                  </a:moveTo>
                  <a:lnTo>
                    <a:pt x="381190" y="0"/>
                  </a:lnTo>
                  <a:lnTo>
                    <a:pt x="381190" y="9525"/>
                  </a:lnTo>
                  <a:lnTo>
                    <a:pt x="409765" y="9525"/>
                  </a:lnTo>
                  <a:lnTo>
                    <a:pt x="409765" y="0"/>
                  </a:lnTo>
                  <a:close/>
                </a:path>
                <a:path extrusionOk="0" h="2533650" w="4724400">
                  <a:moveTo>
                    <a:pt x="413575" y="2524125"/>
                  </a:moveTo>
                  <a:lnTo>
                    <a:pt x="385000" y="2524125"/>
                  </a:lnTo>
                  <a:lnTo>
                    <a:pt x="385000" y="2533650"/>
                  </a:lnTo>
                  <a:lnTo>
                    <a:pt x="413575" y="2533650"/>
                  </a:lnTo>
                  <a:lnTo>
                    <a:pt x="413575" y="2524125"/>
                  </a:lnTo>
                  <a:close/>
                </a:path>
                <a:path extrusionOk="0" h="2533650" w="4724400">
                  <a:moveTo>
                    <a:pt x="457428" y="0"/>
                  </a:moveTo>
                  <a:lnTo>
                    <a:pt x="428853" y="0"/>
                  </a:lnTo>
                  <a:lnTo>
                    <a:pt x="428853" y="9525"/>
                  </a:lnTo>
                  <a:lnTo>
                    <a:pt x="457428" y="9525"/>
                  </a:lnTo>
                  <a:lnTo>
                    <a:pt x="457428" y="0"/>
                  </a:lnTo>
                  <a:close/>
                </a:path>
                <a:path extrusionOk="0" h="2533650" w="4724400">
                  <a:moveTo>
                    <a:pt x="461238" y="2524125"/>
                  </a:moveTo>
                  <a:lnTo>
                    <a:pt x="432663" y="2524125"/>
                  </a:lnTo>
                  <a:lnTo>
                    <a:pt x="432663" y="2533650"/>
                  </a:lnTo>
                  <a:lnTo>
                    <a:pt x="461238" y="2533650"/>
                  </a:lnTo>
                  <a:lnTo>
                    <a:pt x="461238" y="2524125"/>
                  </a:lnTo>
                  <a:close/>
                </a:path>
                <a:path extrusionOk="0" h="2533650" w="4724400">
                  <a:moveTo>
                    <a:pt x="505079" y="0"/>
                  </a:moveTo>
                  <a:lnTo>
                    <a:pt x="476504" y="0"/>
                  </a:lnTo>
                  <a:lnTo>
                    <a:pt x="476504" y="9525"/>
                  </a:lnTo>
                  <a:lnTo>
                    <a:pt x="505079" y="9525"/>
                  </a:lnTo>
                  <a:lnTo>
                    <a:pt x="505079" y="0"/>
                  </a:lnTo>
                  <a:close/>
                </a:path>
                <a:path extrusionOk="0" h="2533650" w="4724400">
                  <a:moveTo>
                    <a:pt x="508889" y="2524125"/>
                  </a:moveTo>
                  <a:lnTo>
                    <a:pt x="480314" y="2524125"/>
                  </a:lnTo>
                  <a:lnTo>
                    <a:pt x="480314" y="2533650"/>
                  </a:lnTo>
                  <a:lnTo>
                    <a:pt x="508889" y="2533650"/>
                  </a:lnTo>
                  <a:lnTo>
                    <a:pt x="508889" y="2524125"/>
                  </a:lnTo>
                  <a:close/>
                </a:path>
                <a:path extrusionOk="0" h="2533650" w="4724400">
                  <a:moveTo>
                    <a:pt x="552742" y="0"/>
                  </a:moveTo>
                  <a:lnTo>
                    <a:pt x="524167" y="0"/>
                  </a:lnTo>
                  <a:lnTo>
                    <a:pt x="524167" y="9525"/>
                  </a:lnTo>
                  <a:lnTo>
                    <a:pt x="552742" y="9525"/>
                  </a:lnTo>
                  <a:lnTo>
                    <a:pt x="552742" y="0"/>
                  </a:lnTo>
                  <a:close/>
                </a:path>
                <a:path extrusionOk="0" h="2533650" w="4724400">
                  <a:moveTo>
                    <a:pt x="556552" y="2524125"/>
                  </a:moveTo>
                  <a:lnTo>
                    <a:pt x="527977" y="2524125"/>
                  </a:lnTo>
                  <a:lnTo>
                    <a:pt x="527977" y="2533650"/>
                  </a:lnTo>
                  <a:lnTo>
                    <a:pt x="556552" y="2533650"/>
                  </a:lnTo>
                  <a:lnTo>
                    <a:pt x="556552" y="2524125"/>
                  </a:lnTo>
                  <a:close/>
                </a:path>
                <a:path extrusionOk="0" h="2533650" w="4724400">
                  <a:moveTo>
                    <a:pt x="600392" y="0"/>
                  </a:moveTo>
                  <a:lnTo>
                    <a:pt x="571817" y="0"/>
                  </a:lnTo>
                  <a:lnTo>
                    <a:pt x="571817" y="9525"/>
                  </a:lnTo>
                  <a:lnTo>
                    <a:pt x="600392" y="9525"/>
                  </a:lnTo>
                  <a:lnTo>
                    <a:pt x="600392" y="0"/>
                  </a:lnTo>
                  <a:close/>
                </a:path>
                <a:path extrusionOk="0" h="2533650" w="4724400">
                  <a:moveTo>
                    <a:pt x="604202" y="2524125"/>
                  </a:moveTo>
                  <a:lnTo>
                    <a:pt x="575627" y="2524125"/>
                  </a:lnTo>
                  <a:lnTo>
                    <a:pt x="575627" y="2533650"/>
                  </a:lnTo>
                  <a:lnTo>
                    <a:pt x="604202" y="2533650"/>
                  </a:lnTo>
                  <a:lnTo>
                    <a:pt x="604202" y="2524125"/>
                  </a:lnTo>
                  <a:close/>
                </a:path>
                <a:path extrusionOk="0" h="2533650" w="4724400">
                  <a:moveTo>
                    <a:pt x="648055" y="0"/>
                  </a:moveTo>
                  <a:lnTo>
                    <a:pt x="619480" y="0"/>
                  </a:lnTo>
                  <a:lnTo>
                    <a:pt x="619480" y="9525"/>
                  </a:lnTo>
                  <a:lnTo>
                    <a:pt x="648055" y="9525"/>
                  </a:lnTo>
                  <a:lnTo>
                    <a:pt x="648055" y="0"/>
                  </a:lnTo>
                  <a:close/>
                </a:path>
                <a:path extrusionOk="0" h="2533650" w="4724400">
                  <a:moveTo>
                    <a:pt x="651852" y="2524125"/>
                  </a:moveTo>
                  <a:lnTo>
                    <a:pt x="623277" y="2524125"/>
                  </a:lnTo>
                  <a:lnTo>
                    <a:pt x="623277" y="2533650"/>
                  </a:lnTo>
                  <a:lnTo>
                    <a:pt x="651852" y="2533650"/>
                  </a:lnTo>
                  <a:lnTo>
                    <a:pt x="651852" y="2524125"/>
                  </a:lnTo>
                  <a:close/>
                </a:path>
                <a:path extrusionOk="0" h="2533650" w="4724400">
                  <a:moveTo>
                    <a:pt x="695706" y="0"/>
                  </a:moveTo>
                  <a:lnTo>
                    <a:pt x="667131" y="0"/>
                  </a:lnTo>
                  <a:lnTo>
                    <a:pt x="667131" y="9525"/>
                  </a:lnTo>
                  <a:lnTo>
                    <a:pt x="695706" y="9525"/>
                  </a:lnTo>
                  <a:lnTo>
                    <a:pt x="695706" y="0"/>
                  </a:lnTo>
                  <a:close/>
                </a:path>
                <a:path extrusionOk="0" h="2533650" w="4724400">
                  <a:moveTo>
                    <a:pt x="699516" y="2524125"/>
                  </a:moveTo>
                  <a:lnTo>
                    <a:pt x="670941" y="2524125"/>
                  </a:lnTo>
                  <a:lnTo>
                    <a:pt x="670941" y="2533650"/>
                  </a:lnTo>
                  <a:lnTo>
                    <a:pt x="699516" y="2533650"/>
                  </a:lnTo>
                  <a:lnTo>
                    <a:pt x="699516" y="2524125"/>
                  </a:lnTo>
                  <a:close/>
                </a:path>
                <a:path extrusionOk="0" h="2533650" w="4724400">
                  <a:moveTo>
                    <a:pt x="743369" y="0"/>
                  </a:moveTo>
                  <a:lnTo>
                    <a:pt x="714794" y="0"/>
                  </a:lnTo>
                  <a:lnTo>
                    <a:pt x="714794" y="9525"/>
                  </a:lnTo>
                  <a:lnTo>
                    <a:pt x="743369" y="9525"/>
                  </a:lnTo>
                  <a:lnTo>
                    <a:pt x="743369" y="0"/>
                  </a:lnTo>
                  <a:close/>
                </a:path>
                <a:path extrusionOk="0" h="2533650" w="4724400">
                  <a:moveTo>
                    <a:pt x="747179" y="2524125"/>
                  </a:moveTo>
                  <a:lnTo>
                    <a:pt x="718604" y="2524125"/>
                  </a:lnTo>
                  <a:lnTo>
                    <a:pt x="718604" y="2533650"/>
                  </a:lnTo>
                  <a:lnTo>
                    <a:pt x="747179" y="2533650"/>
                  </a:lnTo>
                  <a:lnTo>
                    <a:pt x="747179" y="2524125"/>
                  </a:lnTo>
                  <a:close/>
                </a:path>
                <a:path extrusionOk="0" h="2533650" w="4724400">
                  <a:moveTo>
                    <a:pt x="791019" y="0"/>
                  </a:moveTo>
                  <a:lnTo>
                    <a:pt x="762444" y="0"/>
                  </a:lnTo>
                  <a:lnTo>
                    <a:pt x="762444" y="9525"/>
                  </a:lnTo>
                  <a:lnTo>
                    <a:pt x="791019" y="9525"/>
                  </a:lnTo>
                  <a:lnTo>
                    <a:pt x="791019" y="0"/>
                  </a:lnTo>
                  <a:close/>
                </a:path>
                <a:path extrusionOk="0" h="2533650" w="4724400">
                  <a:moveTo>
                    <a:pt x="794829" y="2524125"/>
                  </a:moveTo>
                  <a:lnTo>
                    <a:pt x="766254" y="2524125"/>
                  </a:lnTo>
                  <a:lnTo>
                    <a:pt x="766254" y="2533650"/>
                  </a:lnTo>
                  <a:lnTo>
                    <a:pt x="794829" y="2533650"/>
                  </a:lnTo>
                  <a:lnTo>
                    <a:pt x="794829" y="2524125"/>
                  </a:lnTo>
                  <a:close/>
                </a:path>
                <a:path extrusionOk="0" h="2533650" w="4724400">
                  <a:moveTo>
                    <a:pt x="838682" y="0"/>
                  </a:moveTo>
                  <a:lnTo>
                    <a:pt x="810107" y="0"/>
                  </a:lnTo>
                  <a:lnTo>
                    <a:pt x="810107" y="9525"/>
                  </a:lnTo>
                  <a:lnTo>
                    <a:pt x="838682" y="9525"/>
                  </a:lnTo>
                  <a:lnTo>
                    <a:pt x="838682" y="0"/>
                  </a:lnTo>
                  <a:close/>
                </a:path>
                <a:path extrusionOk="0" h="2533650" w="4724400">
                  <a:moveTo>
                    <a:pt x="842479" y="2524125"/>
                  </a:moveTo>
                  <a:lnTo>
                    <a:pt x="813904" y="2524125"/>
                  </a:lnTo>
                  <a:lnTo>
                    <a:pt x="813904" y="2533650"/>
                  </a:lnTo>
                  <a:lnTo>
                    <a:pt x="842479" y="2533650"/>
                  </a:lnTo>
                  <a:lnTo>
                    <a:pt x="842479" y="2524125"/>
                  </a:lnTo>
                  <a:close/>
                </a:path>
                <a:path extrusionOk="0" h="2533650" w="4724400">
                  <a:moveTo>
                    <a:pt x="886333" y="0"/>
                  </a:moveTo>
                  <a:lnTo>
                    <a:pt x="857758" y="0"/>
                  </a:lnTo>
                  <a:lnTo>
                    <a:pt x="857758" y="9525"/>
                  </a:lnTo>
                  <a:lnTo>
                    <a:pt x="886333" y="9525"/>
                  </a:lnTo>
                  <a:lnTo>
                    <a:pt x="886333" y="0"/>
                  </a:lnTo>
                  <a:close/>
                </a:path>
                <a:path extrusionOk="0" h="2533650" w="4724400">
                  <a:moveTo>
                    <a:pt x="890143" y="2524125"/>
                  </a:moveTo>
                  <a:lnTo>
                    <a:pt x="861568" y="2524125"/>
                  </a:lnTo>
                  <a:lnTo>
                    <a:pt x="861568" y="2533650"/>
                  </a:lnTo>
                  <a:lnTo>
                    <a:pt x="890143" y="2533650"/>
                  </a:lnTo>
                  <a:lnTo>
                    <a:pt x="890143" y="2524125"/>
                  </a:lnTo>
                  <a:close/>
                </a:path>
                <a:path extrusionOk="0" h="2533650" w="4724400">
                  <a:moveTo>
                    <a:pt x="933996" y="0"/>
                  </a:moveTo>
                  <a:lnTo>
                    <a:pt x="905421" y="0"/>
                  </a:lnTo>
                  <a:lnTo>
                    <a:pt x="905421" y="9525"/>
                  </a:lnTo>
                  <a:lnTo>
                    <a:pt x="933996" y="9525"/>
                  </a:lnTo>
                  <a:lnTo>
                    <a:pt x="933996" y="0"/>
                  </a:lnTo>
                  <a:close/>
                </a:path>
                <a:path extrusionOk="0" h="2533650" w="4724400">
                  <a:moveTo>
                    <a:pt x="937793" y="2524125"/>
                  </a:moveTo>
                  <a:lnTo>
                    <a:pt x="909218" y="2524125"/>
                  </a:lnTo>
                  <a:lnTo>
                    <a:pt x="909218" y="2533650"/>
                  </a:lnTo>
                  <a:lnTo>
                    <a:pt x="937793" y="2533650"/>
                  </a:lnTo>
                  <a:lnTo>
                    <a:pt x="937793" y="2524125"/>
                  </a:lnTo>
                  <a:close/>
                </a:path>
                <a:path extrusionOk="0" h="2533650" w="4724400">
                  <a:moveTo>
                    <a:pt x="981646" y="0"/>
                  </a:moveTo>
                  <a:lnTo>
                    <a:pt x="953071" y="0"/>
                  </a:lnTo>
                  <a:lnTo>
                    <a:pt x="953071" y="9525"/>
                  </a:lnTo>
                  <a:lnTo>
                    <a:pt x="981646" y="9525"/>
                  </a:lnTo>
                  <a:lnTo>
                    <a:pt x="981646" y="0"/>
                  </a:lnTo>
                  <a:close/>
                </a:path>
                <a:path extrusionOk="0" h="2533650" w="4724400">
                  <a:moveTo>
                    <a:pt x="985456" y="2524125"/>
                  </a:moveTo>
                  <a:lnTo>
                    <a:pt x="956881" y="2524125"/>
                  </a:lnTo>
                  <a:lnTo>
                    <a:pt x="956881" y="2533650"/>
                  </a:lnTo>
                  <a:lnTo>
                    <a:pt x="985456" y="2533650"/>
                  </a:lnTo>
                  <a:lnTo>
                    <a:pt x="985456" y="2524125"/>
                  </a:lnTo>
                  <a:close/>
                </a:path>
                <a:path extrusionOk="0" h="2533650" w="4724400">
                  <a:moveTo>
                    <a:pt x="1029309" y="0"/>
                  </a:moveTo>
                  <a:lnTo>
                    <a:pt x="1000734" y="0"/>
                  </a:lnTo>
                  <a:lnTo>
                    <a:pt x="1000734" y="9525"/>
                  </a:lnTo>
                  <a:lnTo>
                    <a:pt x="1029309" y="9525"/>
                  </a:lnTo>
                  <a:lnTo>
                    <a:pt x="1029309" y="0"/>
                  </a:lnTo>
                  <a:close/>
                </a:path>
                <a:path extrusionOk="0" h="2533650" w="4724400">
                  <a:moveTo>
                    <a:pt x="1033106" y="2524125"/>
                  </a:moveTo>
                  <a:lnTo>
                    <a:pt x="1004531" y="2524125"/>
                  </a:lnTo>
                  <a:lnTo>
                    <a:pt x="1004531" y="2533650"/>
                  </a:lnTo>
                  <a:lnTo>
                    <a:pt x="1033106" y="2533650"/>
                  </a:lnTo>
                  <a:lnTo>
                    <a:pt x="1033106" y="2524125"/>
                  </a:lnTo>
                  <a:close/>
                </a:path>
                <a:path extrusionOk="0" h="2533650" w="4724400">
                  <a:moveTo>
                    <a:pt x="1076960" y="0"/>
                  </a:moveTo>
                  <a:lnTo>
                    <a:pt x="1048385" y="0"/>
                  </a:lnTo>
                  <a:lnTo>
                    <a:pt x="1048385" y="9525"/>
                  </a:lnTo>
                  <a:lnTo>
                    <a:pt x="1076960" y="9525"/>
                  </a:lnTo>
                  <a:lnTo>
                    <a:pt x="1076960" y="0"/>
                  </a:lnTo>
                  <a:close/>
                </a:path>
                <a:path extrusionOk="0" h="2533650" w="4724400">
                  <a:moveTo>
                    <a:pt x="1080770" y="2524125"/>
                  </a:moveTo>
                  <a:lnTo>
                    <a:pt x="1052195" y="2524125"/>
                  </a:lnTo>
                  <a:lnTo>
                    <a:pt x="1052195" y="2533650"/>
                  </a:lnTo>
                  <a:lnTo>
                    <a:pt x="1080770" y="2533650"/>
                  </a:lnTo>
                  <a:lnTo>
                    <a:pt x="1080770" y="2524125"/>
                  </a:lnTo>
                  <a:close/>
                </a:path>
                <a:path extrusionOk="0" h="2533650" w="4724400">
                  <a:moveTo>
                    <a:pt x="1124623" y="0"/>
                  </a:moveTo>
                  <a:lnTo>
                    <a:pt x="1096048" y="0"/>
                  </a:lnTo>
                  <a:lnTo>
                    <a:pt x="1096048" y="9525"/>
                  </a:lnTo>
                  <a:lnTo>
                    <a:pt x="1124623" y="9525"/>
                  </a:lnTo>
                  <a:lnTo>
                    <a:pt x="1124623" y="0"/>
                  </a:lnTo>
                  <a:close/>
                </a:path>
                <a:path extrusionOk="0" h="2533650" w="4724400">
                  <a:moveTo>
                    <a:pt x="1128420" y="2524125"/>
                  </a:moveTo>
                  <a:lnTo>
                    <a:pt x="1099845" y="2524125"/>
                  </a:lnTo>
                  <a:lnTo>
                    <a:pt x="1099845" y="2533650"/>
                  </a:lnTo>
                  <a:lnTo>
                    <a:pt x="1128420" y="2533650"/>
                  </a:lnTo>
                  <a:lnTo>
                    <a:pt x="1128420" y="2524125"/>
                  </a:lnTo>
                  <a:close/>
                </a:path>
                <a:path extrusionOk="0" h="2533650" w="4724400">
                  <a:moveTo>
                    <a:pt x="1172273" y="0"/>
                  </a:moveTo>
                  <a:lnTo>
                    <a:pt x="1143698" y="0"/>
                  </a:lnTo>
                  <a:lnTo>
                    <a:pt x="1143698" y="9525"/>
                  </a:lnTo>
                  <a:lnTo>
                    <a:pt x="1172273" y="9525"/>
                  </a:lnTo>
                  <a:lnTo>
                    <a:pt x="1172273" y="0"/>
                  </a:lnTo>
                  <a:close/>
                </a:path>
                <a:path extrusionOk="0" h="2533650" w="4724400">
                  <a:moveTo>
                    <a:pt x="1176083" y="2524125"/>
                  </a:moveTo>
                  <a:lnTo>
                    <a:pt x="1147508" y="2524125"/>
                  </a:lnTo>
                  <a:lnTo>
                    <a:pt x="1147508" y="2533650"/>
                  </a:lnTo>
                  <a:lnTo>
                    <a:pt x="1176083" y="2533650"/>
                  </a:lnTo>
                  <a:lnTo>
                    <a:pt x="1176083" y="2524125"/>
                  </a:lnTo>
                  <a:close/>
                </a:path>
                <a:path extrusionOk="0" h="2533650" w="4724400">
                  <a:moveTo>
                    <a:pt x="1219936" y="0"/>
                  </a:moveTo>
                  <a:lnTo>
                    <a:pt x="1191361" y="0"/>
                  </a:lnTo>
                  <a:lnTo>
                    <a:pt x="1191361" y="9525"/>
                  </a:lnTo>
                  <a:lnTo>
                    <a:pt x="1219936" y="9525"/>
                  </a:lnTo>
                  <a:lnTo>
                    <a:pt x="1219936" y="0"/>
                  </a:lnTo>
                  <a:close/>
                </a:path>
                <a:path extrusionOk="0" h="2533650" w="4724400">
                  <a:moveTo>
                    <a:pt x="1223733" y="2524125"/>
                  </a:moveTo>
                  <a:lnTo>
                    <a:pt x="1195158" y="2524125"/>
                  </a:lnTo>
                  <a:lnTo>
                    <a:pt x="1195158" y="2533650"/>
                  </a:lnTo>
                  <a:lnTo>
                    <a:pt x="1223733" y="2533650"/>
                  </a:lnTo>
                  <a:lnTo>
                    <a:pt x="1223733" y="2524125"/>
                  </a:lnTo>
                  <a:close/>
                </a:path>
                <a:path extrusionOk="0" h="2533650" w="4724400">
                  <a:moveTo>
                    <a:pt x="1267587" y="0"/>
                  </a:moveTo>
                  <a:lnTo>
                    <a:pt x="1239012" y="0"/>
                  </a:lnTo>
                  <a:lnTo>
                    <a:pt x="1239012" y="9525"/>
                  </a:lnTo>
                  <a:lnTo>
                    <a:pt x="1267587" y="9525"/>
                  </a:lnTo>
                  <a:lnTo>
                    <a:pt x="1267587" y="0"/>
                  </a:lnTo>
                  <a:close/>
                </a:path>
                <a:path extrusionOk="0" h="2533650" w="4724400">
                  <a:moveTo>
                    <a:pt x="1271397" y="2524125"/>
                  </a:moveTo>
                  <a:lnTo>
                    <a:pt x="1242822" y="2524125"/>
                  </a:lnTo>
                  <a:lnTo>
                    <a:pt x="1242822" y="2533650"/>
                  </a:lnTo>
                  <a:lnTo>
                    <a:pt x="1271397" y="2533650"/>
                  </a:lnTo>
                  <a:lnTo>
                    <a:pt x="1271397" y="2524125"/>
                  </a:lnTo>
                  <a:close/>
                </a:path>
                <a:path extrusionOk="0" h="2533650" w="4724400">
                  <a:moveTo>
                    <a:pt x="1315250" y="0"/>
                  </a:moveTo>
                  <a:lnTo>
                    <a:pt x="1286675" y="0"/>
                  </a:lnTo>
                  <a:lnTo>
                    <a:pt x="1286675" y="9525"/>
                  </a:lnTo>
                  <a:lnTo>
                    <a:pt x="1315250" y="9525"/>
                  </a:lnTo>
                  <a:lnTo>
                    <a:pt x="1315250" y="0"/>
                  </a:lnTo>
                  <a:close/>
                </a:path>
                <a:path extrusionOk="0" h="2533650" w="4724400">
                  <a:moveTo>
                    <a:pt x="1319047" y="2524125"/>
                  </a:moveTo>
                  <a:lnTo>
                    <a:pt x="1290472" y="2524125"/>
                  </a:lnTo>
                  <a:lnTo>
                    <a:pt x="1290472" y="2533650"/>
                  </a:lnTo>
                  <a:lnTo>
                    <a:pt x="1319047" y="2533650"/>
                  </a:lnTo>
                  <a:lnTo>
                    <a:pt x="1319047" y="2524125"/>
                  </a:lnTo>
                  <a:close/>
                </a:path>
                <a:path extrusionOk="0" h="2533650" w="4724400">
                  <a:moveTo>
                    <a:pt x="1362900" y="0"/>
                  </a:moveTo>
                  <a:lnTo>
                    <a:pt x="1334325" y="0"/>
                  </a:lnTo>
                  <a:lnTo>
                    <a:pt x="1334325" y="9525"/>
                  </a:lnTo>
                  <a:lnTo>
                    <a:pt x="1362900" y="9525"/>
                  </a:lnTo>
                  <a:lnTo>
                    <a:pt x="1362900" y="0"/>
                  </a:lnTo>
                  <a:close/>
                </a:path>
                <a:path extrusionOk="0" h="2533650" w="4724400">
                  <a:moveTo>
                    <a:pt x="1366710" y="2524125"/>
                  </a:moveTo>
                  <a:lnTo>
                    <a:pt x="1338135" y="2524125"/>
                  </a:lnTo>
                  <a:lnTo>
                    <a:pt x="1338135" y="2533650"/>
                  </a:lnTo>
                  <a:lnTo>
                    <a:pt x="1366710" y="2533650"/>
                  </a:lnTo>
                  <a:lnTo>
                    <a:pt x="1366710" y="2524125"/>
                  </a:lnTo>
                  <a:close/>
                </a:path>
                <a:path extrusionOk="0" h="2533650" w="4724400">
                  <a:moveTo>
                    <a:pt x="1410563" y="0"/>
                  </a:moveTo>
                  <a:lnTo>
                    <a:pt x="1381988" y="0"/>
                  </a:lnTo>
                  <a:lnTo>
                    <a:pt x="1381988" y="9525"/>
                  </a:lnTo>
                  <a:lnTo>
                    <a:pt x="1410563" y="9525"/>
                  </a:lnTo>
                  <a:lnTo>
                    <a:pt x="1410563" y="0"/>
                  </a:lnTo>
                  <a:close/>
                </a:path>
                <a:path extrusionOk="0" h="2533650" w="4724400">
                  <a:moveTo>
                    <a:pt x="1414360" y="2524125"/>
                  </a:moveTo>
                  <a:lnTo>
                    <a:pt x="1385785" y="2524125"/>
                  </a:lnTo>
                  <a:lnTo>
                    <a:pt x="1385785" y="2533650"/>
                  </a:lnTo>
                  <a:lnTo>
                    <a:pt x="1414360" y="2533650"/>
                  </a:lnTo>
                  <a:lnTo>
                    <a:pt x="1414360" y="2524125"/>
                  </a:lnTo>
                  <a:close/>
                </a:path>
                <a:path extrusionOk="0" h="2533650" w="4724400">
                  <a:moveTo>
                    <a:pt x="1458214" y="0"/>
                  </a:moveTo>
                  <a:lnTo>
                    <a:pt x="1429639" y="0"/>
                  </a:lnTo>
                  <a:lnTo>
                    <a:pt x="1429639" y="9525"/>
                  </a:lnTo>
                  <a:lnTo>
                    <a:pt x="1458214" y="9525"/>
                  </a:lnTo>
                  <a:lnTo>
                    <a:pt x="1458214" y="0"/>
                  </a:lnTo>
                  <a:close/>
                </a:path>
                <a:path extrusionOk="0" h="2533650" w="4724400">
                  <a:moveTo>
                    <a:pt x="1462024" y="2524125"/>
                  </a:moveTo>
                  <a:lnTo>
                    <a:pt x="1433449" y="2524125"/>
                  </a:lnTo>
                  <a:lnTo>
                    <a:pt x="1433449" y="2533650"/>
                  </a:lnTo>
                  <a:lnTo>
                    <a:pt x="1462024" y="2533650"/>
                  </a:lnTo>
                  <a:lnTo>
                    <a:pt x="1462024" y="2524125"/>
                  </a:lnTo>
                  <a:close/>
                </a:path>
                <a:path extrusionOk="0" h="2533650" w="4724400">
                  <a:moveTo>
                    <a:pt x="1505877" y="0"/>
                  </a:moveTo>
                  <a:lnTo>
                    <a:pt x="1477302" y="0"/>
                  </a:lnTo>
                  <a:lnTo>
                    <a:pt x="1477302" y="9525"/>
                  </a:lnTo>
                  <a:lnTo>
                    <a:pt x="1505877" y="9525"/>
                  </a:lnTo>
                  <a:lnTo>
                    <a:pt x="1505877" y="0"/>
                  </a:lnTo>
                  <a:close/>
                </a:path>
                <a:path extrusionOk="0" h="2533650" w="4724400">
                  <a:moveTo>
                    <a:pt x="1509674" y="2524125"/>
                  </a:moveTo>
                  <a:lnTo>
                    <a:pt x="1481099" y="2524125"/>
                  </a:lnTo>
                  <a:lnTo>
                    <a:pt x="1481099" y="2533650"/>
                  </a:lnTo>
                  <a:lnTo>
                    <a:pt x="1509674" y="2533650"/>
                  </a:lnTo>
                  <a:lnTo>
                    <a:pt x="1509674" y="2524125"/>
                  </a:lnTo>
                  <a:close/>
                </a:path>
                <a:path extrusionOk="0" h="2533650" w="4724400">
                  <a:moveTo>
                    <a:pt x="1553527" y="0"/>
                  </a:moveTo>
                  <a:lnTo>
                    <a:pt x="1524952" y="0"/>
                  </a:lnTo>
                  <a:lnTo>
                    <a:pt x="1524952" y="9525"/>
                  </a:lnTo>
                  <a:lnTo>
                    <a:pt x="1553527" y="9525"/>
                  </a:lnTo>
                  <a:lnTo>
                    <a:pt x="1553527" y="0"/>
                  </a:lnTo>
                  <a:close/>
                </a:path>
                <a:path extrusionOk="0" h="2533650" w="4724400">
                  <a:moveTo>
                    <a:pt x="1557337" y="2524125"/>
                  </a:moveTo>
                  <a:lnTo>
                    <a:pt x="1528762" y="2524125"/>
                  </a:lnTo>
                  <a:lnTo>
                    <a:pt x="1528762" y="2533650"/>
                  </a:lnTo>
                  <a:lnTo>
                    <a:pt x="1557337" y="2533650"/>
                  </a:lnTo>
                  <a:lnTo>
                    <a:pt x="1557337" y="2524125"/>
                  </a:lnTo>
                  <a:close/>
                </a:path>
                <a:path extrusionOk="0" h="2533650" w="4724400">
                  <a:moveTo>
                    <a:pt x="1601190" y="0"/>
                  </a:moveTo>
                  <a:lnTo>
                    <a:pt x="1572615" y="0"/>
                  </a:lnTo>
                  <a:lnTo>
                    <a:pt x="1572615" y="9525"/>
                  </a:lnTo>
                  <a:lnTo>
                    <a:pt x="1601190" y="9525"/>
                  </a:lnTo>
                  <a:lnTo>
                    <a:pt x="1601190" y="0"/>
                  </a:lnTo>
                  <a:close/>
                </a:path>
                <a:path extrusionOk="0" h="2533650" w="4724400">
                  <a:moveTo>
                    <a:pt x="1604987" y="2524125"/>
                  </a:moveTo>
                  <a:lnTo>
                    <a:pt x="1576412" y="2524125"/>
                  </a:lnTo>
                  <a:lnTo>
                    <a:pt x="1576412" y="2533650"/>
                  </a:lnTo>
                  <a:lnTo>
                    <a:pt x="1604987" y="2533650"/>
                  </a:lnTo>
                  <a:lnTo>
                    <a:pt x="1604987" y="2524125"/>
                  </a:lnTo>
                  <a:close/>
                </a:path>
                <a:path extrusionOk="0" h="2533650" w="4724400">
                  <a:moveTo>
                    <a:pt x="1648841" y="0"/>
                  </a:moveTo>
                  <a:lnTo>
                    <a:pt x="1620266" y="0"/>
                  </a:lnTo>
                  <a:lnTo>
                    <a:pt x="1620266" y="9525"/>
                  </a:lnTo>
                  <a:lnTo>
                    <a:pt x="1648841" y="9525"/>
                  </a:lnTo>
                  <a:lnTo>
                    <a:pt x="1648841" y="0"/>
                  </a:lnTo>
                  <a:close/>
                </a:path>
                <a:path extrusionOk="0" h="2533650" w="4724400">
                  <a:moveTo>
                    <a:pt x="1652651" y="2524125"/>
                  </a:moveTo>
                  <a:lnTo>
                    <a:pt x="1624076" y="2524125"/>
                  </a:lnTo>
                  <a:lnTo>
                    <a:pt x="1624076" y="2533650"/>
                  </a:lnTo>
                  <a:lnTo>
                    <a:pt x="1652651" y="2533650"/>
                  </a:lnTo>
                  <a:lnTo>
                    <a:pt x="1652651" y="2524125"/>
                  </a:lnTo>
                  <a:close/>
                </a:path>
                <a:path extrusionOk="0" h="2533650" w="4724400">
                  <a:moveTo>
                    <a:pt x="1696504" y="0"/>
                  </a:moveTo>
                  <a:lnTo>
                    <a:pt x="1667929" y="0"/>
                  </a:lnTo>
                  <a:lnTo>
                    <a:pt x="1667929" y="9525"/>
                  </a:lnTo>
                  <a:lnTo>
                    <a:pt x="1696504" y="9525"/>
                  </a:lnTo>
                  <a:lnTo>
                    <a:pt x="1696504" y="0"/>
                  </a:lnTo>
                  <a:close/>
                </a:path>
                <a:path extrusionOk="0" h="2533650" w="4724400">
                  <a:moveTo>
                    <a:pt x="1700301" y="2524125"/>
                  </a:moveTo>
                  <a:lnTo>
                    <a:pt x="1671726" y="2524125"/>
                  </a:lnTo>
                  <a:lnTo>
                    <a:pt x="1671726" y="2533650"/>
                  </a:lnTo>
                  <a:lnTo>
                    <a:pt x="1700301" y="2533650"/>
                  </a:lnTo>
                  <a:lnTo>
                    <a:pt x="1700301" y="2524125"/>
                  </a:lnTo>
                  <a:close/>
                </a:path>
                <a:path extrusionOk="0" h="2533650" w="4724400">
                  <a:moveTo>
                    <a:pt x="1744154" y="0"/>
                  </a:moveTo>
                  <a:lnTo>
                    <a:pt x="1715579" y="0"/>
                  </a:lnTo>
                  <a:lnTo>
                    <a:pt x="1715579" y="9525"/>
                  </a:lnTo>
                  <a:lnTo>
                    <a:pt x="1744154" y="9525"/>
                  </a:lnTo>
                  <a:lnTo>
                    <a:pt x="1744154" y="0"/>
                  </a:lnTo>
                  <a:close/>
                </a:path>
                <a:path extrusionOk="0" h="2533650" w="4724400">
                  <a:moveTo>
                    <a:pt x="1747964" y="2524125"/>
                  </a:moveTo>
                  <a:lnTo>
                    <a:pt x="1719389" y="2524125"/>
                  </a:lnTo>
                  <a:lnTo>
                    <a:pt x="1719389" y="2533650"/>
                  </a:lnTo>
                  <a:lnTo>
                    <a:pt x="1747964" y="2533650"/>
                  </a:lnTo>
                  <a:lnTo>
                    <a:pt x="1747964" y="2524125"/>
                  </a:lnTo>
                  <a:close/>
                </a:path>
                <a:path extrusionOk="0" h="2533650" w="4724400">
                  <a:moveTo>
                    <a:pt x="1791817" y="0"/>
                  </a:moveTo>
                  <a:lnTo>
                    <a:pt x="1763242" y="0"/>
                  </a:lnTo>
                  <a:lnTo>
                    <a:pt x="1763242" y="9525"/>
                  </a:lnTo>
                  <a:lnTo>
                    <a:pt x="1791817" y="9525"/>
                  </a:lnTo>
                  <a:lnTo>
                    <a:pt x="1791817" y="0"/>
                  </a:lnTo>
                  <a:close/>
                </a:path>
                <a:path extrusionOk="0" h="2533650" w="4724400">
                  <a:moveTo>
                    <a:pt x="1795614" y="2524125"/>
                  </a:moveTo>
                  <a:lnTo>
                    <a:pt x="1767039" y="2524125"/>
                  </a:lnTo>
                  <a:lnTo>
                    <a:pt x="1767039" y="2533650"/>
                  </a:lnTo>
                  <a:lnTo>
                    <a:pt x="1795614" y="2533650"/>
                  </a:lnTo>
                  <a:lnTo>
                    <a:pt x="1795614" y="2524125"/>
                  </a:lnTo>
                  <a:close/>
                </a:path>
                <a:path extrusionOk="0" h="2533650" w="4724400">
                  <a:moveTo>
                    <a:pt x="1839468" y="0"/>
                  </a:moveTo>
                  <a:lnTo>
                    <a:pt x="1810893" y="0"/>
                  </a:lnTo>
                  <a:lnTo>
                    <a:pt x="1810893" y="9525"/>
                  </a:lnTo>
                  <a:lnTo>
                    <a:pt x="1839468" y="9525"/>
                  </a:lnTo>
                  <a:lnTo>
                    <a:pt x="1839468" y="0"/>
                  </a:lnTo>
                  <a:close/>
                </a:path>
                <a:path extrusionOk="0" h="2533650" w="4724400">
                  <a:moveTo>
                    <a:pt x="1843278" y="2524125"/>
                  </a:moveTo>
                  <a:lnTo>
                    <a:pt x="1814703" y="2524125"/>
                  </a:lnTo>
                  <a:lnTo>
                    <a:pt x="1814703" y="2533650"/>
                  </a:lnTo>
                  <a:lnTo>
                    <a:pt x="1843278" y="2533650"/>
                  </a:lnTo>
                  <a:lnTo>
                    <a:pt x="1843278" y="2524125"/>
                  </a:lnTo>
                  <a:close/>
                </a:path>
                <a:path extrusionOk="0" h="2533650" w="4724400">
                  <a:moveTo>
                    <a:pt x="1887131" y="0"/>
                  </a:moveTo>
                  <a:lnTo>
                    <a:pt x="1858556" y="0"/>
                  </a:lnTo>
                  <a:lnTo>
                    <a:pt x="1858556" y="9525"/>
                  </a:lnTo>
                  <a:lnTo>
                    <a:pt x="1887131" y="9525"/>
                  </a:lnTo>
                  <a:lnTo>
                    <a:pt x="1887131" y="0"/>
                  </a:lnTo>
                  <a:close/>
                </a:path>
                <a:path extrusionOk="0" h="2533650" w="4724400">
                  <a:moveTo>
                    <a:pt x="1890928" y="2524125"/>
                  </a:moveTo>
                  <a:lnTo>
                    <a:pt x="1862353" y="2524125"/>
                  </a:lnTo>
                  <a:lnTo>
                    <a:pt x="1862353" y="2533650"/>
                  </a:lnTo>
                  <a:lnTo>
                    <a:pt x="1890928" y="2533650"/>
                  </a:lnTo>
                  <a:lnTo>
                    <a:pt x="1890928" y="2524125"/>
                  </a:lnTo>
                  <a:close/>
                </a:path>
                <a:path extrusionOk="0" h="2533650" w="4724400">
                  <a:moveTo>
                    <a:pt x="1934781" y="0"/>
                  </a:moveTo>
                  <a:lnTo>
                    <a:pt x="1906206" y="0"/>
                  </a:lnTo>
                  <a:lnTo>
                    <a:pt x="1906206" y="9525"/>
                  </a:lnTo>
                  <a:lnTo>
                    <a:pt x="1934781" y="9525"/>
                  </a:lnTo>
                  <a:lnTo>
                    <a:pt x="1934781" y="0"/>
                  </a:lnTo>
                  <a:close/>
                </a:path>
                <a:path extrusionOk="0" h="2533650" w="4724400">
                  <a:moveTo>
                    <a:pt x="1938591" y="2524125"/>
                  </a:moveTo>
                  <a:lnTo>
                    <a:pt x="1910016" y="2524125"/>
                  </a:lnTo>
                  <a:lnTo>
                    <a:pt x="1910016" y="2533650"/>
                  </a:lnTo>
                  <a:lnTo>
                    <a:pt x="1938591" y="2533650"/>
                  </a:lnTo>
                  <a:lnTo>
                    <a:pt x="1938591" y="2524125"/>
                  </a:lnTo>
                  <a:close/>
                </a:path>
                <a:path extrusionOk="0" h="2533650" w="4724400">
                  <a:moveTo>
                    <a:pt x="1982444" y="0"/>
                  </a:moveTo>
                  <a:lnTo>
                    <a:pt x="1953869" y="0"/>
                  </a:lnTo>
                  <a:lnTo>
                    <a:pt x="1953869" y="9525"/>
                  </a:lnTo>
                  <a:lnTo>
                    <a:pt x="1982444" y="9525"/>
                  </a:lnTo>
                  <a:lnTo>
                    <a:pt x="1982444" y="0"/>
                  </a:lnTo>
                  <a:close/>
                </a:path>
                <a:path extrusionOk="0" h="2533650" w="4724400">
                  <a:moveTo>
                    <a:pt x="1986241" y="2524125"/>
                  </a:moveTo>
                  <a:lnTo>
                    <a:pt x="1957666" y="2524125"/>
                  </a:lnTo>
                  <a:lnTo>
                    <a:pt x="1957666" y="2533650"/>
                  </a:lnTo>
                  <a:lnTo>
                    <a:pt x="1986241" y="2533650"/>
                  </a:lnTo>
                  <a:lnTo>
                    <a:pt x="1986241" y="2524125"/>
                  </a:lnTo>
                  <a:close/>
                </a:path>
                <a:path extrusionOk="0" h="2533650" w="4724400">
                  <a:moveTo>
                    <a:pt x="2030095" y="0"/>
                  </a:moveTo>
                  <a:lnTo>
                    <a:pt x="2001520" y="0"/>
                  </a:lnTo>
                  <a:lnTo>
                    <a:pt x="2001520" y="9525"/>
                  </a:lnTo>
                  <a:lnTo>
                    <a:pt x="2030095" y="9525"/>
                  </a:lnTo>
                  <a:lnTo>
                    <a:pt x="2030095" y="0"/>
                  </a:lnTo>
                  <a:close/>
                </a:path>
                <a:path extrusionOk="0" h="2533650" w="4724400">
                  <a:moveTo>
                    <a:pt x="2033905" y="2524125"/>
                  </a:moveTo>
                  <a:lnTo>
                    <a:pt x="2005330" y="2524125"/>
                  </a:lnTo>
                  <a:lnTo>
                    <a:pt x="2005330" y="2533650"/>
                  </a:lnTo>
                  <a:lnTo>
                    <a:pt x="2033905" y="2533650"/>
                  </a:lnTo>
                  <a:lnTo>
                    <a:pt x="2033905" y="2524125"/>
                  </a:lnTo>
                  <a:close/>
                </a:path>
                <a:path extrusionOk="0" h="2533650" w="4724400">
                  <a:moveTo>
                    <a:pt x="2077758" y="0"/>
                  </a:moveTo>
                  <a:lnTo>
                    <a:pt x="2049183" y="0"/>
                  </a:lnTo>
                  <a:lnTo>
                    <a:pt x="2049183" y="9525"/>
                  </a:lnTo>
                  <a:lnTo>
                    <a:pt x="2077758" y="9525"/>
                  </a:lnTo>
                  <a:lnTo>
                    <a:pt x="2077758" y="0"/>
                  </a:lnTo>
                  <a:close/>
                </a:path>
                <a:path extrusionOk="0" h="2533650" w="4724400">
                  <a:moveTo>
                    <a:pt x="2081555" y="2524125"/>
                  </a:moveTo>
                  <a:lnTo>
                    <a:pt x="2052980" y="2524125"/>
                  </a:lnTo>
                  <a:lnTo>
                    <a:pt x="2052980" y="2533650"/>
                  </a:lnTo>
                  <a:lnTo>
                    <a:pt x="2081555" y="2533650"/>
                  </a:lnTo>
                  <a:lnTo>
                    <a:pt x="2081555" y="2524125"/>
                  </a:lnTo>
                  <a:close/>
                </a:path>
                <a:path extrusionOk="0" h="2533650" w="4724400">
                  <a:moveTo>
                    <a:pt x="2125408" y="0"/>
                  </a:moveTo>
                  <a:lnTo>
                    <a:pt x="2096833" y="0"/>
                  </a:lnTo>
                  <a:lnTo>
                    <a:pt x="2096833" y="9525"/>
                  </a:lnTo>
                  <a:lnTo>
                    <a:pt x="2125408" y="9525"/>
                  </a:lnTo>
                  <a:lnTo>
                    <a:pt x="2125408" y="0"/>
                  </a:lnTo>
                  <a:close/>
                </a:path>
                <a:path extrusionOk="0" h="2533650" w="4724400">
                  <a:moveTo>
                    <a:pt x="2129218" y="2524125"/>
                  </a:moveTo>
                  <a:lnTo>
                    <a:pt x="2100643" y="2524125"/>
                  </a:lnTo>
                  <a:lnTo>
                    <a:pt x="2100643" y="2533650"/>
                  </a:lnTo>
                  <a:lnTo>
                    <a:pt x="2129218" y="2533650"/>
                  </a:lnTo>
                  <a:lnTo>
                    <a:pt x="2129218" y="2524125"/>
                  </a:lnTo>
                  <a:close/>
                </a:path>
                <a:path extrusionOk="0" h="2533650" w="4724400">
                  <a:moveTo>
                    <a:pt x="2173071" y="0"/>
                  </a:moveTo>
                  <a:lnTo>
                    <a:pt x="2144496" y="0"/>
                  </a:lnTo>
                  <a:lnTo>
                    <a:pt x="2144496" y="9525"/>
                  </a:lnTo>
                  <a:lnTo>
                    <a:pt x="2173071" y="9525"/>
                  </a:lnTo>
                  <a:lnTo>
                    <a:pt x="2173071" y="0"/>
                  </a:lnTo>
                  <a:close/>
                </a:path>
                <a:path extrusionOk="0" h="2533650" w="4724400">
                  <a:moveTo>
                    <a:pt x="2176869" y="2524125"/>
                  </a:moveTo>
                  <a:lnTo>
                    <a:pt x="2148294" y="2524125"/>
                  </a:lnTo>
                  <a:lnTo>
                    <a:pt x="2148294" y="2533650"/>
                  </a:lnTo>
                  <a:lnTo>
                    <a:pt x="2176869" y="2533650"/>
                  </a:lnTo>
                  <a:lnTo>
                    <a:pt x="2176869" y="2524125"/>
                  </a:lnTo>
                  <a:close/>
                </a:path>
                <a:path extrusionOk="0" h="2533650" w="4724400">
                  <a:moveTo>
                    <a:pt x="2220722" y="0"/>
                  </a:moveTo>
                  <a:lnTo>
                    <a:pt x="2192147" y="0"/>
                  </a:lnTo>
                  <a:lnTo>
                    <a:pt x="2192147" y="9525"/>
                  </a:lnTo>
                  <a:lnTo>
                    <a:pt x="2220722" y="9525"/>
                  </a:lnTo>
                  <a:lnTo>
                    <a:pt x="2220722" y="0"/>
                  </a:lnTo>
                  <a:close/>
                </a:path>
                <a:path extrusionOk="0" h="2533650" w="4724400">
                  <a:moveTo>
                    <a:pt x="2224532" y="2524125"/>
                  </a:moveTo>
                  <a:lnTo>
                    <a:pt x="2195957" y="2524125"/>
                  </a:lnTo>
                  <a:lnTo>
                    <a:pt x="2195957" y="2533650"/>
                  </a:lnTo>
                  <a:lnTo>
                    <a:pt x="2224532" y="2533650"/>
                  </a:lnTo>
                  <a:lnTo>
                    <a:pt x="2224532" y="2524125"/>
                  </a:lnTo>
                  <a:close/>
                </a:path>
                <a:path extrusionOk="0" h="2533650" w="4724400">
                  <a:moveTo>
                    <a:pt x="2268385" y="0"/>
                  </a:moveTo>
                  <a:lnTo>
                    <a:pt x="2239810" y="0"/>
                  </a:lnTo>
                  <a:lnTo>
                    <a:pt x="2239810" y="9525"/>
                  </a:lnTo>
                  <a:lnTo>
                    <a:pt x="2268385" y="9525"/>
                  </a:lnTo>
                  <a:lnTo>
                    <a:pt x="2268385" y="0"/>
                  </a:lnTo>
                  <a:close/>
                </a:path>
                <a:path extrusionOk="0" h="2533650" w="4724400">
                  <a:moveTo>
                    <a:pt x="2272182" y="2524125"/>
                  </a:moveTo>
                  <a:lnTo>
                    <a:pt x="2243607" y="2524125"/>
                  </a:lnTo>
                  <a:lnTo>
                    <a:pt x="2243607" y="2533650"/>
                  </a:lnTo>
                  <a:lnTo>
                    <a:pt x="2272182" y="2533650"/>
                  </a:lnTo>
                  <a:lnTo>
                    <a:pt x="2272182" y="2524125"/>
                  </a:lnTo>
                  <a:close/>
                </a:path>
                <a:path extrusionOk="0" h="2533650" w="4724400">
                  <a:moveTo>
                    <a:pt x="2316035" y="0"/>
                  </a:moveTo>
                  <a:lnTo>
                    <a:pt x="2287460" y="0"/>
                  </a:lnTo>
                  <a:lnTo>
                    <a:pt x="2287460" y="9525"/>
                  </a:lnTo>
                  <a:lnTo>
                    <a:pt x="2316035" y="9525"/>
                  </a:lnTo>
                  <a:lnTo>
                    <a:pt x="2316035" y="0"/>
                  </a:lnTo>
                  <a:close/>
                </a:path>
                <a:path extrusionOk="0" h="2533650" w="4724400">
                  <a:moveTo>
                    <a:pt x="2319845" y="2524125"/>
                  </a:moveTo>
                  <a:lnTo>
                    <a:pt x="2291270" y="2524125"/>
                  </a:lnTo>
                  <a:lnTo>
                    <a:pt x="2291270" y="2533650"/>
                  </a:lnTo>
                  <a:lnTo>
                    <a:pt x="2319845" y="2533650"/>
                  </a:lnTo>
                  <a:lnTo>
                    <a:pt x="2319845" y="2524125"/>
                  </a:lnTo>
                  <a:close/>
                </a:path>
                <a:path extrusionOk="0" h="2533650" w="4724400">
                  <a:moveTo>
                    <a:pt x="2363698" y="0"/>
                  </a:moveTo>
                  <a:lnTo>
                    <a:pt x="2335123" y="0"/>
                  </a:lnTo>
                  <a:lnTo>
                    <a:pt x="2335123" y="9525"/>
                  </a:lnTo>
                  <a:lnTo>
                    <a:pt x="2363698" y="9525"/>
                  </a:lnTo>
                  <a:lnTo>
                    <a:pt x="2363698" y="0"/>
                  </a:lnTo>
                  <a:close/>
                </a:path>
                <a:path extrusionOk="0" h="2533650" w="4724400">
                  <a:moveTo>
                    <a:pt x="2367496" y="2524125"/>
                  </a:moveTo>
                  <a:lnTo>
                    <a:pt x="2338921" y="2524125"/>
                  </a:lnTo>
                  <a:lnTo>
                    <a:pt x="2338921" y="2533650"/>
                  </a:lnTo>
                  <a:lnTo>
                    <a:pt x="2367496" y="2533650"/>
                  </a:lnTo>
                  <a:lnTo>
                    <a:pt x="2367496" y="2524125"/>
                  </a:lnTo>
                  <a:close/>
                </a:path>
                <a:path extrusionOk="0" h="2533650" w="4724400">
                  <a:moveTo>
                    <a:pt x="2411349" y="0"/>
                  </a:moveTo>
                  <a:lnTo>
                    <a:pt x="2382774" y="0"/>
                  </a:lnTo>
                  <a:lnTo>
                    <a:pt x="2382774" y="9525"/>
                  </a:lnTo>
                  <a:lnTo>
                    <a:pt x="2411349" y="9525"/>
                  </a:lnTo>
                  <a:lnTo>
                    <a:pt x="2411349" y="0"/>
                  </a:lnTo>
                  <a:close/>
                </a:path>
                <a:path extrusionOk="0" h="2533650" w="4724400">
                  <a:moveTo>
                    <a:pt x="2415159" y="2524125"/>
                  </a:moveTo>
                  <a:lnTo>
                    <a:pt x="2386584" y="2524125"/>
                  </a:lnTo>
                  <a:lnTo>
                    <a:pt x="2386584" y="2533650"/>
                  </a:lnTo>
                  <a:lnTo>
                    <a:pt x="2415159" y="2533650"/>
                  </a:lnTo>
                  <a:lnTo>
                    <a:pt x="2415159" y="2524125"/>
                  </a:lnTo>
                  <a:close/>
                </a:path>
                <a:path extrusionOk="0" h="2533650" w="4724400">
                  <a:moveTo>
                    <a:pt x="2459012" y="0"/>
                  </a:moveTo>
                  <a:lnTo>
                    <a:pt x="2430437" y="0"/>
                  </a:lnTo>
                  <a:lnTo>
                    <a:pt x="2430437" y="9525"/>
                  </a:lnTo>
                  <a:lnTo>
                    <a:pt x="2459012" y="9525"/>
                  </a:lnTo>
                  <a:lnTo>
                    <a:pt x="2459012" y="0"/>
                  </a:lnTo>
                  <a:close/>
                </a:path>
                <a:path extrusionOk="0" h="2533650" w="4724400">
                  <a:moveTo>
                    <a:pt x="2462809" y="2524125"/>
                  </a:moveTo>
                  <a:lnTo>
                    <a:pt x="2434234" y="2524125"/>
                  </a:lnTo>
                  <a:lnTo>
                    <a:pt x="2434234" y="2533650"/>
                  </a:lnTo>
                  <a:lnTo>
                    <a:pt x="2462809" y="2533650"/>
                  </a:lnTo>
                  <a:lnTo>
                    <a:pt x="2462809" y="2524125"/>
                  </a:lnTo>
                  <a:close/>
                </a:path>
                <a:path extrusionOk="0" h="2533650" w="4724400">
                  <a:moveTo>
                    <a:pt x="2506662" y="0"/>
                  </a:moveTo>
                  <a:lnTo>
                    <a:pt x="2478087" y="0"/>
                  </a:lnTo>
                  <a:lnTo>
                    <a:pt x="2478087" y="9525"/>
                  </a:lnTo>
                  <a:lnTo>
                    <a:pt x="2506662" y="9525"/>
                  </a:lnTo>
                  <a:lnTo>
                    <a:pt x="2506662" y="0"/>
                  </a:lnTo>
                  <a:close/>
                </a:path>
                <a:path extrusionOk="0" h="2533650" w="4724400">
                  <a:moveTo>
                    <a:pt x="2510472" y="2524125"/>
                  </a:moveTo>
                  <a:lnTo>
                    <a:pt x="2481897" y="2524125"/>
                  </a:lnTo>
                  <a:lnTo>
                    <a:pt x="2481897" y="2533650"/>
                  </a:lnTo>
                  <a:lnTo>
                    <a:pt x="2510472" y="2533650"/>
                  </a:lnTo>
                  <a:lnTo>
                    <a:pt x="2510472" y="2524125"/>
                  </a:lnTo>
                  <a:close/>
                </a:path>
                <a:path extrusionOk="0" h="2533650" w="4724400">
                  <a:moveTo>
                    <a:pt x="2554325" y="0"/>
                  </a:moveTo>
                  <a:lnTo>
                    <a:pt x="2525750" y="0"/>
                  </a:lnTo>
                  <a:lnTo>
                    <a:pt x="2525750" y="9525"/>
                  </a:lnTo>
                  <a:lnTo>
                    <a:pt x="2554325" y="9525"/>
                  </a:lnTo>
                  <a:lnTo>
                    <a:pt x="2554325" y="0"/>
                  </a:lnTo>
                  <a:close/>
                </a:path>
                <a:path extrusionOk="0" h="2533650" w="4724400">
                  <a:moveTo>
                    <a:pt x="2558123" y="2524125"/>
                  </a:moveTo>
                  <a:lnTo>
                    <a:pt x="2529548" y="2524125"/>
                  </a:lnTo>
                  <a:lnTo>
                    <a:pt x="2529548" y="2533650"/>
                  </a:lnTo>
                  <a:lnTo>
                    <a:pt x="2558123" y="2533650"/>
                  </a:lnTo>
                  <a:lnTo>
                    <a:pt x="2558123" y="2524125"/>
                  </a:lnTo>
                  <a:close/>
                </a:path>
                <a:path extrusionOk="0" h="2533650" w="4724400">
                  <a:moveTo>
                    <a:pt x="2601976" y="0"/>
                  </a:moveTo>
                  <a:lnTo>
                    <a:pt x="2573401" y="0"/>
                  </a:lnTo>
                  <a:lnTo>
                    <a:pt x="2573401" y="9525"/>
                  </a:lnTo>
                  <a:lnTo>
                    <a:pt x="2601976" y="9525"/>
                  </a:lnTo>
                  <a:lnTo>
                    <a:pt x="2601976" y="0"/>
                  </a:lnTo>
                  <a:close/>
                </a:path>
                <a:path extrusionOk="0" h="2533650" w="4724400">
                  <a:moveTo>
                    <a:pt x="2605786" y="2524125"/>
                  </a:moveTo>
                  <a:lnTo>
                    <a:pt x="2577211" y="2524125"/>
                  </a:lnTo>
                  <a:lnTo>
                    <a:pt x="2577211" y="2533650"/>
                  </a:lnTo>
                  <a:lnTo>
                    <a:pt x="2605786" y="2533650"/>
                  </a:lnTo>
                  <a:lnTo>
                    <a:pt x="2605786" y="2524125"/>
                  </a:lnTo>
                  <a:close/>
                </a:path>
                <a:path extrusionOk="0" h="2533650" w="4724400">
                  <a:moveTo>
                    <a:pt x="2649639" y="0"/>
                  </a:moveTo>
                  <a:lnTo>
                    <a:pt x="2621064" y="0"/>
                  </a:lnTo>
                  <a:lnTo>
                    <a:pt x="2621064" y="9525"/>
                  </a:lnTo>
                  <a:lnTo>
                    <a:pt x="2649639" y="9525"/>
                  </a:lnTo>
                  <a:lnTo>
                    <a:pt x="2649639" y="0"/>
                  </a:lnTo>
                  <a:close/>
                </a:path>
                <a:path extrusionOk="0" h="2533650" w="4724400">
                  <a:moveTo>
                    <a:pt x="2653436" y="2524125"/>
                  </a:moveTo>
                  <a:lnTo>
                    <a:pt x="2624861" y="2524125"/>
                  </a:lnTo>
                  <a:lnTo>
                    <a:pt x="2624861" y="2533650"/>
                  </a:lnTo>
                  <a:lnTo>
                    <a:pt x="2653436" y="2533650"/>
                  </a:lnTo>
                  <a:lnTo>
                    <a:pt x="2653436" y="2524125"/>
                  </a:lnTo>
                  <a:close/>
                </a:path>
                <a:path extrusionOk="0" h="2533650" w="4724400">
                  <a:moveTo>
                    <a:pt x="2697289" y="0"/>
                  </a:moveTo>
                  <a:lnTo>
                    <a:pt x="2668714" y="0"/>
                  </a:lnTo>
                  <a:lnTo>
                    <a:pt x="2668714" y="9525"/>
                  </a:lnTo>
                  <a:lnTo>
                    <a:pt x="2697289" y="9525"/>
                  </a:lnTo>
                  <a:lnTo>
                    <a:pt x="2697289" y="0"/>
                  </a:lnTo>
                  <a:close/>
                </a:path>
                <a:path extrusionOk="0" h="2533650" w="4724400">
                  <a:moveTo>
                    <a:pt x="2701099" y="2524125"/>
                  </a:moveTo>
                  <a:lnTo>
                    <a:pt x="2672524" y="2524125"/>
                  </a:lnTo>
                  <a:lnTo>
                    <a:pt x="2672524" y="2533650"/>
                  </a:lnTo>
                  <a:lnTo>
                    <a:pt x="2701099" y="2533650"/>
                  </a:lnTo>
                  <a:lnTo>
                    <a:pt x="2701099" y="2524125"/>
                  </a:lnTo>
                  <a:close/>
                </a:path>
                <a:path extrusionOk="0" h="2533650" w="4724400">
                  <a:moveTo>
                    <a:pt x="2744940" y="0"/>
                  </a:moveTo>
                  <a:lnTo>
                    <a:pt x="2716365" y="0"/>
                  </a:lnTo>
                  <a:lnTo>
                    <a:pt x="2716365" y="9525"/>
                  </a:lnTo>
                  <a:lnTo>
                    <a:pt x="2744940" y="9525"/>
                  </a:lnTo>
                  <a:lnTo>
                    <a:pt x="2744940" y="0"/>
                  </a:lnTo>
                  <a:close/>
                </a:path>
                <a:path extrusionOk="0" h="2533650" w="4724400">
                  <a:moveTo>
                    <a:pt x="2748750" y="2524125"/>
                  </a:moveTo>
                  <a:lnTo>
                    <a:pt x="2720175" y="2524125"/>
                  </a:lnTo>
                  <a:lnTo>
                    <a:pt x="2720175" y="2533650"/>
                  </a:lnTo>
                  <a:lnTo>
                    <a:pt x="2748750" y="2533650"/>
                  </a:lnTo>
                  <a:lnTo>
                    <a:pt x="2748750" y="2524125"/>
                  </a:lnTo>
                  <a:close/>
                </a:path>
                <a:path extrusionOk="0" h="2533650" w="4724400">
                  <a:moveTo>
                    <a:pt x="2792603" y="0"/>
                  </a:moveTo>
                  <a:lnTo>
                    <a:pt x="2764028" y="0"/>
                  </a:lnTo>
                  <a:lnTo>
                    <a:pt x="2764028" y="9525"/>
                  </a:lnTo>
                  <a:lnTo>
                    <a:pt x="2792603" y="9525"/>
                  </a:lnTo>
                  <a:lnTo>
                    <a:pt x="2792603" y="0"/>
                  </a:lnTo>
                  <a:close/>
                </a:path>
                <a:path extrusionOk="0" h="2533650" w="4724400">
                  <a:moveTo>
                    <a:pt x="2796413" y="2524125"/>
                  </a:moveTo>
                  <a:lnTo>
                    <a:pt x="2767838" y="2524125"/>
                  </a:lnTo>
                  <a:lnTo>
                    <a:pt x="2767838" y="2533650"/>
                  </a:lnTo>
                  <a:lnTo>
                    <a:pt x="2796413" y="2533650"/>
                  </a:lnTo>
                  <a:lnTo>
                    <a:pt x="2796413" y="2524125"/>
                  </a:lnTo>
                  <a:close/>
                </a:path>
                <a:path extrusionOk="0" h="2533650" w="4724400">
                  <a:moveTo>
                    <a:pt x="2840253" y="0"/>
                  </a:moveTo>
                  <a:lnTo>
                    <a:pt x="2811678" y="0"/>
                  </a:lnTo>
                  <a:lnTo>
                    <a:pt x="2811678" y="9525"/>
                  </a:lnTo>
                  <a:lnTo>
                    <a:pt x="2840253" y="9525"/>
                  </a:lnTo>
                  <a:lnTo>
                    <a:pt x="2840253" y="0"/>
                  </a:lnTo>
                  <a:close/>
                </a:path>
                <a:path extrusionOk="0" h="2533650" w="4724400">
                  <a:moveTo>
                    <a:pt x="2844063" y="2524125"/>
                  </a:moveTo>
                  <a:lnTo>
                    <a:pt x="2815488" y="2524125"/>
                  </a:lnTo>
                  <a:lnTo>
                    <a:pt x="2815488" y="2533650"/>
                  </a:lnTo>
                  <a:lnTo>
                    <a:pt x="2844063" y="2533650"/>
                  </a:lnTo>
                  <a:lnTo>
                    <a:pt x="2844063" y="2524125"/>
                  </a:lnTo>
                  <a:close/>
                </a:path>
                <a:path extrusionOk="0" h="2533650" w="4724400">
                  <a:moveTo>
                    <a:pt x="2887916" y="0"/>
                  </a:moveTo>
                  <a:lnTo>
                    <a:pt x="2859341" y="0"/>
                  </a:lnTo>
                  <a:lnTo>
                    <a:pt x="2859341" y="9525"/>
                  </a:lnTo>
                  <a:lnTo>
                    <a:pt x="2887916" y="9525"/>
                  </a:lnTo>
                  <a:lnTo>
                    <a:pt x="2887916" y="0"/>
                  </a:lnTo>
                  <a:close/>
                </a:path>
                <a:path extrusionOk="0" h="2533650" w="4724400">
                  <a:moveTo>
                    <a:pt x="2891726" y="2524125"/>
                  </a:moveTo>
                  <a:lnTo>
                    <a:pt x="2863151" y="2524125"/>
                  </a:lnTo>
                  <a:lnTo>
                    <a:pt x="2863151" y="2533650"/>
                  </a:lnTo>
                  <a:lnTo>
                    <a:pt x="2891726" y="2533650"/>
                  </a:lnTo>
                  <a:lnTo>
                    <a:pt x="2891726" y="2524125"/>
                  </a:lnTo>
                  <a:close/>
                </a:path>
                <a:path extrusionOk="0" h="2533650" w="4724400">
                  <a:moveTo>
                    <a:pt x="2935567" y="0"/>
                  </a:moveTo>
                  <a:lnTo>
                    <a:pt x="2906992" y="0"/>
                  </a:lnTo>
                  <a:lnTo>
                    <a:pt x="2906992" y="9525"/>
                  </a:lnTo>
                  <a:lnTo>
                    <a:pt x="2935567" y="9525"/>
                  </a:lnTo>
                  <a:lnTo>
                    <a:pt x="2935567" y="0"/>
                  </a:lnTo>
                  <a:close/>
                </a:path>
                <a:path extrusionOk="0" h="2533650" w="4724400">
                  <a:moveTo>
                    <a:pt x="2939377" y="2524125"/>
                  </a:moveTo>
                  <a:lnTo>
                    <a:pt x="2910802" y="2524125"/>
                  </a:lnTo>
                  <a:lnTo>
                    <a:pt x="2910802" y="2533650"/>
                  </a:lnTo>
                  <a:lnTo>
                    <a:pt x="2939377" y="2533650"/>
                  </a:lnTo>
                  <a:lnTo>
                    <a:pt x="2939377" y="2524125"/>
                  </a:lnTo>
                  <a:close/>
                </a:path>
                <a:path extrusionOk="0" h="2533650" w="4724400">
                  <a:moveTo>
                    <a:pt x="2983230" y="0"/>
                  </a:moveTo>
                  <a:lnTo>
                    <a:pt x="2954655" y="0"/>
                  </a:lnTo>
                  <a:lnTo>
                    <a:pt x="2954655" y="9525"/>
                  </a:lnTo>
                  <a:lnTo>
                    <a:pt x="2983230" y="9525"/>
                  </a:lnTo>
                  <a:lnTo>
                    <a:pt x="2983230" y="0"/>
                  </a:lnTo>
                  <a:close/>
                </a:path>
                <a:path extrusionOk="0" h="2533650" w="4724400">
                  <a:moveTo>
                    <a:pt x="2987040" y="2524125"/>
                  </a:moveTo>
                  <a:lnTo>
                    <a:pt x="2958465" y="2524125"/>
                  </a:lnTo>
                  <a:lnTo>
                    <a:pt x="2958465" y="2533650"/>
                  </a:lnTo>
                  <a:lnTo>
                    <a:pt x="2987040" y="2533650"/>
                  </a:lnTo>
                  <a:lnTo>
                    <a:pt x="2987040" y="2524125"/>
                  </a:lnTo>
                  <a:close/>
                </a:path>
                <a:path extrusionOk="0" h="2533650" w="4724400">
                  <a:moveTo>
                    <a:pt x="3030880" y="0"/>
                  </a:moveTo>
                  <a:lnTo>
                    <a:pt x="3002305" y="0"/>
                  </a:lnTo>
                  <a:lnTo>
                    <a:pt x="3002305" y="9525"/>
                  </a:lnTo>
                  <a:lnTo>
                    <a:pt x="3030880" y="9525"/>
                  </a:lnTo>
                  <a:lnTo>
                    <a:pt x="3030880" y="0"/>
                  </a:lnTo>
                  <a:close/>
                </a:path>
                <a:path extrusionOk="0" h="2533650" w="4724400">
                  <a:moveTo>
                    <a:pt x="3034690" y="2524125"/>
                  </a:moveTo>
                  <a:lnTo>
                    <a:pt x="3006115" y="2524125"/>
                  </a:lnTo>
                  <a:lnTo>
                    <a:pt x="3006115" y="2533650"/>
                  </a:lnTo>
                  <a:lnTo>
                    <a:pt x="3034690" y="2533650"/>
                  </a:lnTo>
                  <a:lnTo>
                    <a:pt x="3034690" y="2524125"/>
                  </a:lnTo>
                  <a:close/>
                </a:path>
                <a:path extrusionOk="0" h="2533650" w="4724400">
                  <a:moveTo>
                    <a:pt x="3078543" y="0"/>
                  </a:moveTo>
                  <a:lnTo>
                    <a:pt x="3049968" y="0"/>
                  </a:lnTo>
                  <a:lnTo>
                    <a:pt x="3049968" y="9525"/>
                  </a:lnTo>
                  <a:lnTo>
                    <a:pt x="3078543" y="9525"/>
                  </a:lnTo>
                  <a:lnTo>
                    <a:pt x="3078543" y="0"/>
                  </a:lnTo>
                  <a:close/>
                </a:path>
                <a:path extrusionOk="0" h="2533650" w="4724400">
                  <a:moveTo>
                    <a:pt x="3082353" y="2524125"/>
                  </a:moveTo>
                  <a:lnTo>
                    <a:pt x="3053778" y="2524125"/>
                  </a:lnTo>
                  <a:lnTo>
                    <a:pt x="3053778" y="2533650"/>
                  </a:lnTo>
                  <a:lnTo>
                    <a:pt x="3082353" y="2533650"/>
                  </a:lnTo>
                  <a:lnTo>
                    <a:pt x="3082353" y="2524125"/>
                  </a:lnTo>
                  <a:close/>
                </a:path>
                <a:path extrusionOk="0" h="2533650" w="4724400">
                  <a:moveTo>
                    <a:pt x="3126194" y="0"/>
                  </a:moveTo>
                  <a:lnTo>
                    <a:pt x="3097619" y="0"/>
                  </a:lnTo>
                  <a:lnTo>
                    <a:pt x="3097619" y="9525"/>
                  </a:lnTo>
                  <a:lnTo>
                    <a:pt x="3126194" y="9525"/>
                  </a:lnTo>
                  <a:lnTo>
                    <a:pt x="3126194" y="0"/>
                  </a:lnTo>
                  <a:close/>
                </a:path>
                <a:path extrusionOk="0" h="2533650" w="4724400">
                  <a:moveTo>
                    <a:pt x="3130004" y="2524125"/>
                  </a:moveTo>
                  <a:lnTo>
                    <a:pt x="3101429" y="2524125"/>
                  </a:lnTo>
                  <a:lnTo>
                    <a:pt x="3101429" y="2533650"/>
                  </a:lnTo>
                  <a:lnTo>
                    <a:pt x="3130004" y="2533650"/>
                  </a:lnTo>
                  <a:lnTo>
                    <a:pt x="3130004" y="2524125"/>
                  </a:lnTo>
                  <a:close/>
                </a:path>
                <a:path extrusionOk="0" h="2533650" w="4724400">
                  <a:moveTo>
                    <a:pt x="3173857" y="0"/>
                  </a:moveTo>
                  <a:lnTo>
                    <a:pt x="3145282" y="0"/>
                  </a:lnTo>
                  <a:lnTo>
                    <a:pt x="3145282" y="9525"/>
                  </a:lnTo>
                  <a:lnTo>
                    <a:pt x="3173857" y="9525"/>
                  </a:lnTo>
                  <a:lnTo>
                    <a:pt x="3173857" y="0"/>
                  </a:lnTo>
                  <a:close/>
                </a:path>
                <a:path extrusionOk="0" h="2533650" w="4724400">
                  <a:moveTo>
                    <a:pt x="3177667" y="2524125"/>
                  </a:moveTo>
                  <a:lnTo>
                    <a:pt x="3149092" y="2524125"/>
                  </a:lnTo>
                  <a:lnTo>
                    <a:pt x="3149092" y="2533650"/>
                  </a:lnTo>
                  <a:lnTo>
                    <a:pt x="3177667" y="2533650"/>
                  </a:lnTo>
                  <a:lnTo>
                    <a:pt x="3177667" y="2524125"/>
                  </a:lnTo>
                  <a:close/>
                </a:path>
                <a:path extrusionOk="0" h="2533650" w="4724400">
                  <a:moveTo>
                    <a:pt x="3221507" y="0"/>
                  </a:moveTo>
                  <a:lnTo>
                    <a:pt x="3192932" y="0"/>
                  </a:lnTo>
                  <a:lnTo>
                    <a:pt x="3192932" y="9525"/>
                  </a:lnTo>
                  <a:lnTo>
                    <a:pt x="3221507" y="9525"/>
                  </a:lnTo>
                  <a:lnTo>
                    <a:pt x="3221507" y="0"/>
                  </a:lnTo>
                  <a:close/>
                </a:path>
                <a:path extrusionOk="0" h="2533650" w="4724400">
                  <a:moveTo>
                    <a:pt x="3225317" y="2524125"/>
                  </a:moveTo>
                  <a:lnTo>
                    <a:pt x="3196742" y="2524125"/>
                  </a:lnTo>
                  <a:lnTo>
                    <a:pt x="3196742" y="2533650"/>
                  </a:lnTo>
                  <a:lnTo>
                    <a:pt x="3225317" y="2533650"/>
                  </a:lnTo>
                  <a:lnTo>
                    <a:pt x="3225317" y="2524125"/>
                  </a:lnTo>
                  <a:close/>
                </a:path>
                <a:path extrusionOk="0" h="2533650" w="4724400">
                  <a:moveTo>
                    <a:pt x="3269170" y="0"/>
                  </a:moveTo>
                  <a:lnTo>
                    <a:pt x="3240595" y="0"/>
                  </a:lnTo>
                  <a:lnTo>
                    <a:pt x="3240595" y="9525"/>
                  </a:lnTo>
                  <a:lnTo>
                    <a:pt x="3269170" y="9525"/>
                  </a:lnTo>
                  <a:lnTo>
                    <a:pt x="3269170" y="0"/>
                  </a:lnTo>
                  <a:close/>
                </a:path>
                <a:path extrusionOk="0" h="2533650" w="4724400">
                  <a:moveTo>
                    <a:pt x="3272980" y="2524125"/>
                  </a:moveTo>
                  <a:lnTo>
                    <a:pt x="3244405" y="2524125"/>
                  </a:lnTo>
                  <a:lnTo>
                    <a:pt x="3244405" y="2533650"/>
                  </a:lnTo>
                  <a:lnTo>
                    <a:pt x="3272980" y="2533650"/>
                  </a:lnTo>
                  <a:lnTo>
                    <a:pt x="3272980" y="2524125"/>
                  </a:lnTo>
                  <a:close/>
                </a:path>
                <a:path extrusionOk="0" h="2533650" w="4724400">
                  <a:moveTo>
                    <a:pt x="3316821" y="0"/>
                  </a:moveTo>
                  <a:lnTo>
                    <a:pt x="3288246" y="0"/>
                  </a:lnTo>
                  <a:lnTo>
                    <a:pt x="3288246" y="9525"/>
                  </a:lnTo>
                  <a:lnTo>
                    <a:pt x="3316821" y="9525"/>
                  </a:lnTo>
                  <a:lnTo>
                    <a:pt x="3316821" y="0"/>
                  </a:lnTo>
                  <a:close/>
                </a:path>
                <a:path extrusionOk="0" h="2533650" w="4724400">
                  <a:moveTo>
                    <a:pt x="3320631" y="2524125"/>
                  </a:moveTo>
                  <a:lnTo>
                    <a:pt x="3292056" y="2524125"/>
                  </a:lnTo>
                  <a:lnTo>
                    <a:pt x="3292056" y="2533650"/>
                  </a:lnTo>
                  <a:lnTo>
                    <a:pt x="3320631" y="2533650"/>
                  </a:lnTo>
                  <a:lnTo>
                    <a:pt x="3320631" y="2524125"/>
                  </a:lnTo>
                  <a:close/>
                </a:path>
                <a:path extrusionOk="0" h="2533650" w="4724400">
                  <a:moveTo>
                    <a:pt x="3364484" y="0"/>
                  </a:moveTo>
                  <a:lnTo>
                    <a:pt x="3335909" y="0"/>
                  </a:lnTo>
                  <a:lnTo>
                    <a:pt x="3335909" y="9525"/>
                  </a:lnTo>
                  <a:lnTo>
                    <a:pt x="3364484" y="9525"/>
                  </a:lnTo>
                  <a:lnTo>
                    <a:pt x="3364484" y="0"/>
                  </a:lnTo>
                  <a:close/>
                </a:path>
                <a:path extrusionOk="0" h="2533650" w="4724400">
                  <a:moveTo>
                    <a:pt x="3368294" y="2524125"/>
                  </a:moveTo>
                  <a:lnTo>
                    <a:pt x="3339719" y="2524125"/>
                  </a:lnTo>
                  <a:lnTo>
                    <a:pt x="3339719" y="2533650"/>
                  </a:lnTo>
                  <a:lnTo>
                    <a:pt x="3368294" y="2533650"/>
                  </a:lnTo>
                  <a:lnTo>
                    <a:pt x="3368294" y="2524125"/>
                  </a:lnTo>
                  <a:close/>
                </a:path>
                <a:path extrusionOk="0" h="2533650" w="4724400">
                  <a:moveTo>
                    <a:pt x="3412134" y="0"/>
                  </a:moveTo>
                  <a:lnTo>
                    <a:pt x="3383559" y="0"/>
                  </a:lnTo>
                  <a:lnTo>
                    <a:pt x="3383559" y="9525"/>
                  </a:lnTo>
                  <a:lnTo>
                    <a:pt x="3412134" y="9525"/>
                  </a:lnTo>
                  <a:lnTo>
                    <a:pt x="3412134" y="0"/>
                  </a:lnTo>
                  <a:close/>
                </a:path>
                <a:path extrusionOk="0" h="2533650" w="4724400">
                  <a:moveTo>
                    <a:pt x="3415944" y="2524125"/>
                  </a:moveTo>
                  <a:lnTo>
                    <a:pt x="3387369" y="2524125"/>
                  </a:lnTo>
                  <a:lnTo>
                    <a:pt x="3387369" y="2533650"/>
                  </a:lnTo>
                  <a:lnTo>
                    <a:pt x="3415944" y="2533650"/>
                  </a:lnTo>
                  <a:lnTo>
                    <a:pt x="3415944" y="2524125"/>
                  </a:lnTo>
                  <a:close/>
                </a:path>
                <a:path extrusionOk="0" h="2533650" w="4724400">
                  <a:moveTo>
                    <a:pt x="3459797" y="0"/>
                  </a:moveTo>
                  <a:lnTo>
                    <a:pt x="3431222" y="0"/>
                  </a:lnTo>
                  <a:lnTo>
                    <a:pt x="3431222" y="9525"/>
                  </a:lnTo>
                  <a:lnTo>
                    <a:pt x="3459797" y="9525"/>
                  </a:lnTo>
                  <a:lnTo>
                    <a:pt x="3459797" y="0"/>
                  </a:lnTo>
                  <a:close/>
                </a:path>
                <a:path extrusionOk="0" h="2533650" w="4724400">
                  <a:moveTo>
                    <a:pt x="3463594" y="2524125"/>
                  </a:moveTo>
                  <a:lnTo>
                    <a:pt x="3435019" y="2524125"/>
                  </a:lnTo>
                  <a:lnTo>
                    <a:pt x="3435019" y="2533650"/>
                  </a:lnTo>
                  <a:lnTo>
                    <a:pt x="3463594" y="2533650"/>
                  </a:lnTo>
                  <a:lnTo>
                    <a:pt x="3463594" y="2524125"/>
                  </a:lnTo>
                  <a:close/>
                </a:path>
                <a:path extrusionOk="0" h="2533650" w="4724400">
                  <a:moveTo>
                    <a:pt x="3507448" y="0"/>
                  </a:moveTo>
                  <a:lnTo>
                    <a:pt x="3478873" y="0"/>
                  </a:lnTo>
                  <a:lnTo>
                    <a:pt x="3478873" y="9525"/>
                  </a:lnTo>
                  <a:lnTo>
                    <a:pt x="3507448" y="9525"/>
                  </a:lnTo>
                  <a:lnTo>
                    <a:pt x="3507448" y="0"/>
                  </a:lnTo>
                  <a:close/>
                </a:path>
                <a:path extrusionOk="0" h="2533650" w="4724400">
                  <a:moveTo>
                    <a:pt x="3511258" y="2524125"/>
                  </a:moveTo>
                  <a:lnTo>
                    <a:pt x="3482683" y="2524125"/>
                  </a:lnTo>
                  <a:lnTo>
                    <a:pt x="3482683" y="2533650"/>
                  </a:lnTo>
                  <a:lnTo>
                    <a:pt x="3511258" y="2533650"/>
                  </a:lnTo>
                  <a:lnTo>
                    <a:pt x="3511258" y="2524125"/>
                  </a:lnTo>
                  <a:close/>
                </a:path>
                <a:path extrusionOk="0" h="2533650" w="4724400">
                  <a:moveTo>
                    <a:pt x="3555111" y="0"/>
                  </a:moveTo>
                  <a:lnTo>
                    <a:pt x="3526536" y="0"/>
                  </a:lnTo>
                  <a:lnTo>
                    <a:pt x="3526536" y="9525"/>
                  </a:lnTo>
                  <a:lnTo>
                    <a:pt x="3555111" y="9525"/>
                  </a:lnTo>
                  <a:lnTo>
                    <a:pt x="3555111" y="0"/>
                  </a:lnTo>
                  <a:close/>
                </a:path>
                <a:path extrusionOk="0" h="2533650" w="4724400">
                  <a:moveTo>
                    <a:pt x="3558908" y="2524125"/>
                  </a:moveTo>
                  <a:lnTo>
                    <a:pt x="3530333" y="2524125"/>
                  </a:lnTo>
                  <a:lnTo>
                    <a:pt x="3530333" y="2533650"/>
                  </a:lnTo>
                  <a:lnTo>
                    <a:pt x="3558908" y="2533650"/>
                  </a:lnTo>
                  <a:lnTo>
                    <a:pt x="3558908" y="2524125"/>
                  </a:lnTo>
                  <a:close/>
                </a:path>
                <a:path extrusionOk="0" h="2533650" w="4724400">
                  <a:moveTo>
                    <a:pt x="3602761" y="0"/>
                  </a:moveTo>
                  <a:lnTo>
                    <a:pt x="3574186" y="0"/>
                  </a:lnTo>
                  <a:lnTo>
                    <a:pt x="3574186" y="9525"/>
                  </a:lnTo>
                  <a:lnTo>
                    <a:pt x="3602761" y="9525"/>
                  </a:lnTo>
                  <a:lnTo>
                    <a:pt x="3602761" y="0"/>
                  </a:lnTo>
                  <a:close/>
                </a:path>
                <a:path extrusionOk="0" h="2533650" w="4724400">
                  <a:moveTo>
                    <a:pt x="3606571" y="2524125"/>
                  </a:moveTo>
                  <a:lnTo>
                    <a:pt x="3577996" y="2524125"/>
                  </a:lnTo>
                  <a:lnTo>
                    <a:pt x="3577996" y="2533650"/>
                  </a:lnTo>
                  <a:lnTo>
                    <a:pt x="3606571" y="2533650"/>
                  </a:lnTo>
                  <a:lnTo>
                    <a:pt x="3606571" y="2524125"/>
                  </a:lnTo>
                  <a:close/>
                </a:path>
                <a:path extrusionOk="0" h="2533650" w="4724400">
                  <a:moveTo>
                    <a:pt x="3650424" y="0"/>
                  </a:moveTo>
                  <a:lnTo>
                    <a:pt x="3621849" y="0"/>
                  </a:lnTo>
                  <a:lnTo>
                    <a:pt x="3621849" y="9525"/>
                  </a:lnTo>
                  <a:lnTo>
                    <a:pt x="3650424" y="9525"/>
                  </a:lnTo>
                  <a:lnTo>
                    <a:pt x="3650424" y="0"/>
                  </a:lnTo>
                  <a:close/>
                </a:path>
                <a:path extrusionOk="0" h="2533650" w="4724400">
                  <a:moveTo>
                    <a:pt x="3654221" y="2524125"/>
                  </a:moveTo>
                  <a:lnTo>
                    <a:pt x="3625646" y="2524125"/>
                  </a:lnTo>
                  <a:lnTo>
                    <a:pt x="3625646" y="2533650"/>
                  </a:lnTo>
                  <a:lnTo>
                    <a:pt x="3654221" y="2533650"/>
                  </a:lnTo>
                  <a:lnTo>
                    <a:pt x="3654221" y="2524125"/>
                  </a:lnTo>
                  <a:close/>
                </a:path>
                <a:path extrusionOk="0" h="2533650" w="4724400">
                  <a:moveTo>
                    <a:pt x="3698075" y="0"/>
                  </a:moveTo>
                  <a:lnTo>
                    <a:pt x="3669500" y="0"/>
                  </a:lnTo>
                  <a:lnTo>
                    <a:pt x="3669500" y="9525"/>
                  </a:lnTo>
                  <a:lnTo>
                    <a:pt x="3698075" y="9525"/>
                  </a:lnTo>
                  <a:lnTo>
                    <a:pt x="3698075" y="0"/>
                  </a:lnTo>
                  <a:close/>
                </a:path>
                <a:path extrusionOk="0" h="2533650" w="4724400">
                  <a:moveTo>
                    <a:pt x="3701885" y="2524125"/>
                  </a:moveTo>
                  <a:lnTo>
                    <a:pt x="3673310" y="2524125"/>
                  </a:lnTo>
                  <a:lnTo>
                    <a:pt x="3673310" y="2533650"/>
                  </a:lnTo>
                  <a:lnTo>
                    <a:pt x="3701885" y="2533650"/>
                  </a:lnTo>
                  <a:lnTo>
                    <a:pt x="3701885" y="2524125"/>
                  </a:lnTo>
                  <a:close/>
                </a:path>
                <a:path extrusionOk="0" h="2533650" w="4724400">
                  <a:moveTo>
                    <a:pt x="3745738" y="0"/>
                  </a:moveTo>
                  <a:lnTo>
                    <a:pt x="3717163" y="0"/>
                  </a:lnTo>
                  <a:lnTo>
                    <a:pt x="3717163" y="9525"/>
                  </a:lnTo>
                  <a:lnTo>
                    <a:pt x="3745738" y="9525"/>
                  </a:lnTo>
                  <a:lnTo>
                    <a:pt x="3745738" y="0"/>
                  </a:lnTo>
                  <a:close/>
                </a:path>
                <a:path extrusionOk="0" h="2533650" w="4724400">
                  <a:moveTo>
                    <a:pt x="3749535" y="2524125"/>
                  </a:moveTo>
                  <a:lnTo>
                    <a:pt x="3720960" y="2524125"/>
                  </a:lnTo>
                  <a:lnTo>
                    <a:pt x="3720960" y="2533650"/>
                  </a:lnTo>
                  <a:lnTo>
                    <a:pt x="3749535" y="2533650"/>
                  </a:lnTo>
                  <a:lnTo>
                    <a:pt x="3749535" y="2524125"/>
                  </a:lnTo>
                  <a:close/>
                </a:path>
                <a:path extrusionOk="0" h="2533650" w="4724400">
                  <a:moveTo>
                    <a:pt x="3793388" y="0"/>
                  </a:moveTo>
                  <a:lnTo>
                    <a:pt x="3764813" y="0"/>
                  </a:lnTo>
                  <a:lnTo>
                    <a:pt x="3764813" y="9525"/>
                  </a:lnTo>
                  <a:lnTo>
                    <a:pt x="3793388" y="9525"/>
                  </a:lnTo>
                  <a:lnTo>
                    <a:pt x="3793388" y="0"/>
                  </a:lnTo>
                  <a:close/>
                </a:path>
                <a:path extrusionOk="0" h="2533650" w="4724400">
                  <a:moveTo>
                    <a:pt x="3797198" y="2524125"/>
                  </a:moveTo>
                  <a:lnTo>
                    <a:pt x="3768623" y="2524125"/>
                  </a:lnTo>
                  <a:lnTo>
                    <a:pt x="3768623" y="2533650"/>
                  </a:lnTo>
                  <a:lnTo>
                    <a:pt x="3797198" y="2533650"/>
                  </a:lnTo>
                  <a:lnTo>
                    <a:pt x="3797198" y="2524125"/>
                  </a:lnTo>
                  <a:close/>
                </a:path>
                <a:path extrusionOk="0" h="2533650" w="4724400">
                  <a:moveTo>
                    <a:pt x="3841051" y="0"/>
                  </a:moveTo>
                  <a:lnTo>
                    <a:pt x="3812476" y="0"/>
                  </a:lnTo>
                  <a:lnTo>
                    <a:pt x="3812476" y="9525"/>
                  </a:lnTo>
                  <a:lnTo>
                    <a:pt x="3841051" y="9525"/>
                  </a:lnTo>
                  <a:lnTo>
                    <a:pt x="3841051" y="0"/>
                  </a:lnTo>
                  <a:close/>
                </a:path>
                <a:path extrusionOk="0" h="2533650" w="4724400">
                  <a:moveTo>
                    <a:pt x="3844848" y="2524125"/>
                  </a:moveTo>
                  <a:lnTo>
                    <a:pt x="3816273" y="2524125"/>
                  </a:lnTo>
                  <a:lnTo>
                    <a:pt x="3816273" y="2533650"/>
                  </a:lnTo>
                  <a:lnTo>
                    <a:pt x="3844848" y="2533650"/>
                  </a:lnTo>
                  <a:lnTo>
                    <a:pt x="3844848" y="2524125"/>
                  </a:lnTo>
                  <a:close/>
                </a:path>
                <a:path extrusionOk="0" h="2533650" w="4724400">
                  <a:moveTo>
                    <a:pt x="3888702" y="0"/>
                  </a:moveTo>
                  <a:lnTo>
                    <a:pt x="3860127" y="0"/>
                  </a:lnTo>
                  <a:lnTo>
                    <a:pt x="3860127" y="9525"/>
                  </a:lnTo>
                  <a:lnTo>
                    <a:pt x="3888702" y="9525"/>
                  </a:lnTo>
                  <a:lnTo>
                    <a:pt x="3888702" y="0"/>
                  </a:lnTo>
                  <a:close/>
                </a:path>
                <a:path extrusionOk="0" h="2533650" w="4724400">
                  <a:moveTo>
                    <a:pt x="3892512" y="2524125"/>
                  </a:moveTo>
                  <a:lnTo>
                    <a:pt x="3863937" y="2524125"/>
                  </a:lnTo>
                  <a:lnTo>
                    <a:pt x="3863937" y="2533650"/>
                  </a:lnTo>
                  <a:lnTo>
                    <a:pt x="3892512" y="2533650"/>
                  </a:lnTo>
                  <a:lnTo>
                    <a:pt x="3892512" y="2524125"/>
                  </a:lnTo>
                  <a:close/>
                </a:path>
                <a:path extrusionOk="0" h="2533650" w="4724400">
                  <a:moveTo>
                    <a:pt x="3936365" y="0"/>
                  </a:moveTo>
                  <a:lnTo>
                    <a:pt x="3907790" y="0"/>
                  </a:lnTo>
                  <a:lnTo>
                    <a:pt x="3907790" y="9525"/>
                  </a:lnTo>
                  <a:lnTo>
                    <a:pt x="3936365" y="9525"/>
                  </a:lnTo>
                  <a:lnTo>
                    <a:pt x="3936365" y="0"/>
                  </a:lnTo>
                  <a:close/>
                </a:path>
                <a:path extrusionOk="0" h="2533650" w="4724400">
                  <a:moveTo>
                    <a:pt x="3940162" y="2524125"/>
                  </a:moveTo>
                  <a:lnTo>
                    <a:pt x="3911587" y="2524125"/>
                  </a:lnTo>
                  <a:lnTo>
                    <a:pt x="3911587" y="2533650"/>
                  </a:lnTo>
                  <a:lnTo>
                    <a:pt x="3940162" y="2533650"/>
                  </a:lnTo>
                  <a:lnTo>
                    <a:pt x="3940162" y="2524125"/>
                  </a:lnTo>
                  <a:close/>
                </a:path>
                <a:path extrusionOk="0" h="2533650" w="4724400">
                  <a:moveTo>
                    <a:pt x="3984015" y="0"/>
                  </a:moveTo>
                  <a:lnTo>
                    <a:pt x="3955440" y="0"/>
                  </a:lnTo>
                  <a:lnTo>
                    <a:pt x="3955440" y="9525"/>
                  </a:lnTo>
                  <a:lnTo>
                    <a:pt x="3984015" y="9525"/>
                  </a:lnTo>
                  <a:lnTo>
                    <a:pt x="3984015" y="0"/>
                  </a:lnTo>
                  <a:close/>
                </a:path>
                <a:path extrusionOk="0" h="2533650" w="4724400">
                  <a:moveTo>
                    <a:pt x="3987825" y="2524125"/>
                  </a:moveTo>
                  <a:lnTo>
                    <a:pt x="3959250" y="2524125"/>
                  </a:lnTo>
                  <a:lnTo>
                    <a:pt x="3959250" y="2533650"/>
                  </a:lnTo>
                  <a:lnTo>
                    <a:pt x="3987825" y="2533650"/>
                  </a:lnTo>
                  <a:lnTo>
                    <a:pt x="3987825" y="2524125"/>
                  </a:lnTo>
                  <a:close/>
                </a:path>
                <a:path extrusionOk="0" h="2533650" w="4724400">
                  <a:moveTo>
                    <a:pt x="4031678" y="0"/>
                  </a:moveTo>
                  <a:lnTo>
                    <a:pt x="4003103" y="0"/>
                  </a:lnTo>
                  <a:lnTo>
                    <a:pt x="4003103" y="9525"/>
                  </a:lnTo>
                  <a:lnTo>
                    <a:pt x="4031678" y="9525"/>
                  </a:lnTo>
                  <a:lnTo>
                    <a:pt x="4031678" y="0"/>
                  </a:lnTo>
                  <a:close/>
                </a:path>
                <a:path extrusionOk="0" h="2533650" w="4724400">
                  <a:moveTo>
                    <a:pt x="4035475" y="2524125"/>
                  </a:moveTo>
                  <a:lnTo>
                    <a:pt x="4006900" y="2524125"/>
                  </a:lnTo>
                  <a:lnTo>
                    <a:pt x="4006900" y="2533650"/>
                  </a:lnTo>
                  <a:lnTo>
                    <a:pt x="4035475" y="2533650"/>
                  </a:lnTo>
                  <a:lnTo>
                    <a:pt x="4035475" y="2524125"/>
                  </a:lnTo>
                  <a:close/>
                </a:path>
                <a:path extrusionOk="0" h="2533650" w="4724400">
                  <a:moveTo>
                    <a:pt x="4079329" y="0"/>
                  </a:moveTo>
                  <a:lnTo>
                    <a:pt x="4050754" y="0"/>
                  </a:lnTo>
                  <a:lnTo>
                    <a:pt x="4050754" y="9525"/>
                  </a:lnTo>
                  <a:lnTo>
                    <a:pt x="4079329" y="9525"/>
                  </a:lnTo>
                  <a:lnTo>
                    <a:pt x="4079329" y="0"/>
                  </a:lnTo>
                  <a:close/>
                </a:path>
                <a:path extrusionOk="0" h="2533650" w="4724400">
                  <a:moveTo>
                    <a:pt x="4083139" y="2524125"/>
                  </a:moveTo>
                  <a:lnTo>
                    <a:pt x="4054564" y="2524125"/>
                  </a:lnTo>
                  <a:lnTo>
                    <a:pt x="4054564" y="2533650"/>
                  </a:lnTo>
                  <a:lnTo>
                    <a:pt x="4083139" y="2533650"/>
                  </a:lnTo>
                  <a:lnTo>
                    <a:pt x="4083139" y="2524125"/>
                  </a:lnTo>
                  <a:close/>
                </a:path>
                <a:path extrusionOk="0" h="2533650" w="4724400">
                  <a:moveTo>
                    <a:pt x="4126992" y="0"/>
                  </a:moveTo>
                  <a:lnTo>
                    <a:pt x="4098417" y="0"/>
                  </a:lnTo>
                  <a:lnTo>
                    <a:pt x="4098417" y="9525"/>
                  </a:lnTo>
                  <a:lnTo>
                    <a:pt x="4126992" y="9525"/>
                  </a:lnTo>
                  <a:lnTo>
                    <a:pt x="4126992" y="0"/>
                  </a:lnTo>
                  <a:close/>
                </a:path>
                <a:path extrusionOk="0" h="2533650" w="4724400">
                  <a:moveTo>
                    <a:pt x="4130789" y="2524125"/>
                  </a:moveTo>
                  <a:lnTo>
                    <a:pt x="4102214" y="2524125"/>
                  </a:lnTo>
                  <a:lnTo>
                    <a:pt x="4102214" y="2533650"/>
                  </a:lnTo>
                  <a:lnTo>
                    <a:pt x="4130789" y="2533650"/>
                  </a:lnTo>
                  <a:lnTo>
                    <a:pt x="4130789" y="2524125"/>
                  </a:lnTo>
                  <a:close/>
                </a:path>
                <a:path extrusionOk="0" h="2533650" w="4724400">
                  <a:moveTo>
                    <a:pt x="4174642" y="0"/>
                  </a:moveTo>
                  <a:lnTo>
                    <a:pt x="4146067" y="0"/>
                  </a:lnTo>
                  <a:lnTo>
                    <a:pt x="4146067" y="9525"/>
                  </a:lnTo>
                  <a:lnTo>
                    <a:pt x="4174642" y="9525"/>
                  </a:lnTo>
                  <a:lnTo>
                    <a:pt x="4174642" y="0"/>
                  </a:lnTo>
                  <a:close/>
                </a:path>
                <a:path extrusionOk="0" h="2533650" w="4724400">
                  <a:moveTo>
                    <a:pt x="4178452" y="2524125"/>
                  </a:moveTo>
                  <a:lnTo>
                    <a:pt x="4149877" y="2524125"/>
                  </a:lnTo>
                  <a:lnTo>
                    <a:pt x="4149877" y="2533650"/>
                  </a:lnTo>
                  <a:lnTo>
                    <a:pt x="4178452" y="2533650"/>
                  </a:lnTo>
                  <a:lnTo>
                    <a:pt x="4178452" y="2524125"/>
                  </a:lnTo>
                  <a:close/>
                </a:path>
                <a:path extrusionOk="0" h="2533650" w="4724400">
                  <a:moveTo>
                    <a:pt x="4222305" y="0"/>
                  </a:moveTo>
                  <a:lnTo>
                    <a:pt x="4193730" y="0"/>
                  </a:lnTo>
                  <a:lnTo>
                    <a:pt x="4193730" y="9525"/>
                  </a:lnTo>
                  <a:lnTo>
                    <a:pt x="4222305" y="9525"/>
                  </a:lnTo>
                  <a:lnTo>
                    <a:pt x="4222305" y="0"/>
                  </a:lnTo>
                  <a:close/>
                </a:path>
                <a:path extrusionOk="0" h="2533650" w="4724400">
                  <a:moveTo>
                    <a:pt x="4226103" y="2524125"/>
                  </a:moveTo>
                  <a:lnTo>
                    <a:pt x="4197527" y="2524125"/>
                  </a:lnTo>
                  <a:lnTo>
                    <a:pt x="4197527" y="2533650"/>
                  </a:lnTo>
                  <a:lnTo>
                    <a:pt x="4226103" y="2533650"/>
                  </a:lnTo>
                  <a:lnTo>
                    <a:pt x="4226103" y="2524125"/>
                  </a:lnTo>
                  <a:close/>
                </a:path>
                <a:path extrusionOk="0" h="2533650" w="4724400">
                  <a:moveTo>
                    <a:pt x="4269956" y="0"/>
                  </a:moveTo>
                  <a:lnTo>
                    <a:pt x="4241381" y="0"/>
                  </a:lnTo>
                  <a:lnTo>
                    <a:pt x="4241381" y="9525"/>
                  </a:lnTo>
                  <a:lnTo>
                    <a:pt x="4269956" y="9525"/>
                  </a:lnTo>
                  <a:lnTo>
                    <a:pt x="4269956" y="0"/>
                  </a:lnTo>
                  <a:close/>
                </a:path>
                <a:path extrusionOk="0" h="2533650" w="4724400">
                  <a:moveTo>
                    <a:pt x="4273766" y="2524125"/>
                  </a:moveTo>
                  <a:lnTo>
                    <a:pt x="4245191" y="2524125"/>
                  </a:lnTo>
                  <a:lnTo>
                    <a:pt x="4245191" y="2533650"/>
                  </a:lnTo>
                  <a:lnTo>
                    <a:pt x="4273766" y="2533650"/>
                  </a:lnTo>
                  <a:lnTo>
                    <a:pt x="4273766" y="2524125"/>
                  </a:lnTo>
                  <a:close/>
                </a:path>
                <a:path extrusionOk="0" h="2533650" w="4724400">
                  <a:moveTo>
                    <a:pt x="4317619" y="0"/>
                  </a:moveTo>
                  <a:lnTo>
                    <a:pt x="4289044" y="0"/>
                  </a:lnTo>
                  <a:lnTo>
                    <a:pt x="4289044" y="9525"/>
                  </a:lnTo>
                  <a:lnTo>
                    <a:pt x="4317619" y="9525"/>
                  </a:lnTo>
                  <a:lnTo>
                    <a:pt x="4317619" y="0"/>
                  </a:lnTo>
                  <a:close/>
                </a:path>
                <a:path extrusionOk="0" h="2533650" w="4724400">
                  <a:moveTo>
                    <a:pt x="4321416" y="2524125"/>
                  </a:moveTo>
                  <a:lnTo>
                    <a:pt x="4292841" y="2524125"/>
                  </a:lnTo>
                  <a:lnTo>
                    <a:pt x="4292841" y="2533650"/>
                  </a:lnTo>
                  <a:lnTo>
                    <a:pt x="4321416" y="2533650"/>
                  </a:lnTo>
                  <a:lnTo>
                    <a:pt x="4321416" y="2524125"/>
                  </a:lnTo>
                  <a:close/>
                </a:path>
                <a:path extrusionOk="0" h="2533650" w="4724400">
                  <a:moveTo>
                    <a:pt x="4365269" y="0"/>
                  </a:moveTo>
                  <a:lnTo>
                    <a:pt x="4336694" y="0"/>
                  </a:lnTo>
                  <a:lnTo>
                    <a:pt x="4336694" y="9525"/>
                  </a:lnTo>
                  <a:lnTo>
                    <a:pt x="4365269" y="9525"/>
                  </a:lnTo>
                  <a:lnTo>
                    <a:pt x="4365269" y="0"/>
                  </a:lnTo>
                  <a:close/>
                </a:path>
                <a:path extrusionOk="0" h="2533650" w="4724400">
                  <a:moveTo>
                    <a:pt x="4369079" y="2524125"/>
                  </a:moveTo>
                  <a:lnTo>
                    <a:pt x="4340504" y="2524125"/>
                  </a:lnTo>
                  <a:lnTo>
                    <a:pt x="4340504" y="2533650"/>
                  </a:lnTo>
                  <a:lnTo>
                    <a:pt x="4369079" y="2533650"/>
                  </a:lnTo>
                  <a:lnTo>
                    <a:pt x="4369079" y="2524125"/>
                  </a:lnTo>
                  <a:close/>
                </a:path>
                <a:path extrusionOk="0" h="2533650" w="4724400">
                  <a:moveTo>
                    <a:pt x="4412932" y="0"/>
                  </a:moveTo>
                  <a:lnTo>
                    <a:pt x="4384357" y="0"/>
                  </a:lnTo>
                  <a:lnTo>
                    <a:pt x="4384357" y="9525"/>
                  </a:lnTo>
                  <a:lnTo>
                    <a:pt x="4412932" y="9525"/>
                  </a:lnTo>
                  <a:lnTo>
                    <a:pt x="4412932" y="0"/>
                  </a:lnTo>
                  <a:close/>
                </a:path>
                <a:path extrusionOk="0" h="2533650" w="4724400">
                  <a:moveTo>
                    <a:pt x="4416730" y="2524125"/>
                  </a:moveTo>
                  <a:lnTo>
                    <a:pt x="4388155" y="2524125"/>
                  </a:lnTo>
                  <a:lnTo>
                    <a:pt x="4388155" y="2533650"/>
                  </a:lnTo>
                  <a:lnTo>
                    <a:pt x="4416730" y="2533650"/>
                  </a:lnTo>
                  <a:lnTo>
                    <a:pt x="4416730" y="2524125"/>
                  </a:lnTo>
                  <a:close/>
                </a:path>
                <a:path extrusionOk="0" h="2533650" w="4724400">
                  <a:moveTo>
                    <a:pt x="4460583" y="0"/>
                  </a:moveTo>
                  <a:lnTo>
                    <a:pt x="4432008" y="0"/>
                  </a:lnTo>
                  <a:lnTo>
                    <a:pt x="4432008" y="9525"/>
                  </a:lnTo>
                  <a:lnTo>
                    <a:pt x="4460583" y="9525"/>
                  </a:lnTo>
                  <a:lnTo>
                    <a:pt x="4460583" y="0"/>
                  </a:lnTo>
                  <a:close/>
                </a:path>
                <a:path extrusionOk="0" h="2533650" w="4724400">
                  <a:moveTo>
                    <a:pt x="4464393" y="2524125"/>
                  </a:moveTo>
                  <a:lnTo>
                    <a:pt x="4435818" y="2524125"/>
                  </a:lnTo>
                  <a:lnTo>
                    <a:pt x="4435818" y="2533650"/>
                  </a:lnTo>
                  <a:lnTo>
                    <a:pt x="4464393" y="2533650"/>
                  </a:lnTo>
                  <a:lnTo>
                    <a:pt x="4464393" y="2524125"/>
                  </a:lnTo>
                  <a:close/>
                </a:path>
                <a:path extrusionOk="0" h="2533650" w="4724400">
                  <a:moveTo>
                    <a:pt x="4508246" y="0"/>
                  </a:moveTo>
                  <a:lnTo>
                    <a:pt x="4479671" y="0"/>
                  </a:lnTo>
                  <a:lnTo>
                    <a:pt x="4479671" y="9525"/>
                  </a:lnTo>
                  <a:lnTo>
                    <a:pt x="4508246" y="9525"/>
                  </a:lnTo>
                  <a:lnTo>
                    <a:pt x="4508246" y="0"/>
                  </a:lnTo>
                  <a:close/>
                </a:path>
                <a:path extrusionOk="0" h="2533650" w="4724400">
                  <a:moveTo>
                    <a:pt x="4512043" y="2524125"/>
                  </a:moveTo>
                  <a:lnTo>
                    <a:pt x="4483468" y="2524125"/>
                  </a:lnTo>
                  <a:lnTo>
                    <a:pt x="4483468" y="2533650"/>
                  </a:lnTo>
                  <a:lnTo>
                    <a:pt x="4512043" y="2533650"/>
                  </a:lnTo>
                  <a:lnTo>
                    <a:pt x="4512043" y="2524125"/>
                  </a:lnTo>
                  <a:close/>
                </a:path>
                <a:path extrusionOk="0" h="2533650" w="4724400">
                  <a:moveTo>
                    <a:pt x="4555896" y="0"/>
                  </a:moveTo>
                  <a:lnTo>
                    <a:pt x="4527321" y="0"/>
                  </a:lnTo>
                  <a:lnTo>
                    <a:pt x="4527321" y="9525"/>
                  </a:lnTo>
                  <a:lnTo>
                    <a:pt x="4555896" y="9525"/>
                  </a:lnTo>
                  <a:lnTo>
                    <a:pt x="4555896" y="0"/>
                  </a:lnTo>
                  <a:close/>
                </a:path>
                <a:path extrusionOk="0" h="2533650" w="4724400">
                  <a:moveTo>
                    <a:pt x="4559706" y="2524125"/>
                  </a:moveTo>
                  <a:lnTo>
                    <a:pt x="4531131" y="2524125"/>
                  </a:lnTo>
                  <a:lnTo>
                    <a:pt x="4531131" y="2533650"/>
                  </a:lnTo>
                  <a:lnTo>
                    <a:pt x="4559706" y="2533650"/>
                  </a:lnTo>
                  <a:lnTo>
                    <a:pt x="4559706" y="2524125"/>
                  </a:lnTo>
                  <a:close/>
                </a:path>
                <a:path extrusionOk="0" h="2533650" w="4724400">
                  <a:moveTo>
                    <a:pt x="4603559" y="0"/>
                  </a:moveTo>
                  <a:lnTo>
                    <a:pt x="4574984" y="0"/>
                  </a:lnTo>
                  <a:lnTo>
                    <a:pt x="4574984" y="9525"/>
                  </a:lnTo>
                  <a:lnTo>
                    <a:pt x="4603559" y="9525"/>
                  </a:lnTo>
                  <a:lnTo>
                    <a:pt x="4603559" y="0"/>
                  </a:lnTo>
                  <a:close/>
                </a:path>
                <a:path extrusionOk="0" h="2533650" w="4724400">
                  <a:moveTo>
                    <a:pt x="4607357" y="2524125"/>
                  </a:moveTo>
                  <a:lnTo>
                    <a:pt x="4578782" y="2524125"/>
                  </a:lnTo>
                  <a:lnTo>
                    <a:pt x="4578782" y="2533650"/>
                  </a:lnTo>
                  <a:lnTo>
                    <a:pt x="4607357" y="2533650"/>
                  </a:lnTo>
                  <a:lnTo>
                    <a:pt x="4607357" y="2524125"/>
                  </a:lnTo>
                  <a:close/>
                </a:path>
                <a:path extrusionOk="0" h="2533650" w="4724400">
                  <a:moveTo>
                    <a:pt x="4650651" y="2540"/>
                  </a:moveTo>
                  <a:lnTo>
                    <a:pt x="4647743" y="1803"/>
                  </a:lnTo>
                  <a:lnTo>
                    <a:pt x="4638535" y="444"/>
                  </a:lnTo>
                  <a:lnTo>
                    <a:pt x="4629150" y="0"/>
                  </a:lnTo>
                  <a:lnTo>
                    <a:pt x="4622635" y="0"/>
                  </a:lnTo>
                  <a:lnTo>
                    <a:pt x="4622635" y="9525"/>
                  </a:lnTo>
                  <a:lnTo>
                    <a:pt x="4629150" y="9525"/>
                  </a:lnTo>
                  <a:lnTo>
                    <a:pt x="4637595" y="9931"/>
                  </a:lnTo>
                  <a:lnTo>
                    <a:pt x="4645888" y="11150"/>
                  </a:lnTo>
                  <a:lnTo>
                    <a:pt x="4648505" y="11811"/>
                  </a:lnTo>
                  <a:lnTo>
                    <a:pt x="4650651" y="2540"/>
                  </a:lnTo>
                  <a:close/>
                </a:path>
                <a:path extrusionOk="0" h="2533650" w="4724400">
                  <a:moveTo>
                    <a:pt x="4654448" y="2530144"/>
                  </a:moveTo>
                  <a:lnTo>
                    <a:pt x="4651908" y="2520975"/>
                  </a:lnTo>
                  <a:lnTo>
                    <a:pt x="4645888" y="2522486"/>
                  </a:lnTo>
                  <a:lnTo>
                    <a:pt x="4637595" y="2523706"/>
                  </a:lnTo>
                  <a:lnTo>
                    <a:pt x="4629150" y="2524125"/>
                  </a:lnTo>
                  <a:lnTo>
                    <a:pt x="4626445" y="2524125"/>
                  </a:lnTo>
                  <a:lnTo>
                    <a:pt x="4626445" y="2533650"/>
                  </a:lnTo>
                  <a:lnTo>
                    <a:pt x="4629150" y="2533650"/>
                  </a:lnTo>
                  <a:lnTo>
                    <a:pt x="4638535" y="2533192"/>
                  </a:lnTo>
                  <a:lnTo>
                    <a:pt x="4647743" y="2531834"/>
                  </a:lnTo>
                  <a:lnTo>
                    <a:pt x="4654448" y="2530144"/>
                  </a:lnTo>
                  <a:close/>
                </a:path>
                <a:path extrusionOk="0" h="2533650" w="4724400">
                  <a:moveTo>
                    <a:pt x="4693031" y="24739"/>
                  </a:moveTo>
                  <a:lnTo>
                    <a:pt x="4689551" y="21577"/>
                  </a:lnTo>
                  <a:lnTo>
                    <a:pt x="4682083" y="16027"/>
                  </a:lnTo>
                  <a:lnTo>
                    <a:pt x="4674095" y="11252"/>
                  </a:lnTo>
                  <a:lnTo>
                    <a:pt x="4669091" y="8890"/>
                  </a:lnTo>
                  <a:lnTo>
                    <a:pt x="4665103" y="17526"/>
                  </a:lnTo>
                  <a:lnTo>
                    <a:pt x="4669612" y="19659"/>
                  </a:lnTo>
                  <a:lnTo>
                    <a:pt x="4676787" y="23952"/>
                  </a:lnTo>
                  <a:lnTo>
                    <a:pt x="4683506" y="28943"/>
                  </a:lnTo>
                  <a:lnTo>
                    <a:pt x="4686630" y="31775"/>
                  </a:lnTo>
                  <a:lnTo>
                    <a:pt x="4693031" y="24739"/>
                  </a:lnTo>
                  <a:close/>
                </a:path>
                <a:path extrusionOk="0" h="2533650" w="4724400">
                  <a:moveTo>
                    <a:pt x="4695888" y="2506307"/>
                  </a:moveTo>
                  <a:lnTo>
                    <a:pt x="4689221" y="2499512"/>
                  </a:lnTo>
                  <a:lnTo>
                    <a:pt x="4683506" y="2504694"/>
                  </a:lnTo>
                  <a:lnTo>
                    <a:pt x="4676787" y="2509685"/>
                  </a:lnTo>
                  <a:lnTo>
                    <a:pt x="4669612" y="2513990"/>
                  </a:lnTo>
                  <a:lnTo>
                    <a:pt x="4668164" y="2514663"/>
                  </a:lnTo>
                  <a:lnTo>
                    <a:pt x="4672520" y="2523134"/>
                  </a:lnTo>
                  <a:lnTo>
                    <a:pt x="4674095" y="2522385"/>
                  </a:lnTo>
                  <a:lnTo>
                    <a:pt x="4682083" y="2517610"/>
                  </a:lnTo>
                  <a:lnTo>
                    <a:pt x="4689551" y="2512060"/>
                  </a:lnTo>
                  <a:lnTo>
                    <a:pt x="4695888" y="2506307"/>
                  </a:lnTo>
                  <a:close/>
                </a:path>
                <a:path extrusionOk="0" h="2533650" w="4724400">
                  <a:moveTo>
                    <a:pt x="4719231" y="64579"/>
                  </a:moveTo>
                  <a:lnTo>
                    <a:pt x="4717148" y="58788"/>
                  </a:lnTo>
                  <a:lnTo>
                    <a:pt x="4713148" y="50304"/>
                  </a:lnTo>
                  <a:lnTo>
                    <a:pt x="4708372" y="42316"/>
                  </a:lnTo>
                  <a:lnTo>
                    <a:pt x="4706010" y="39128"/>
                  </a:lnTo>
                  <a:lnTo>
                    <a:pt x="4698314" y="44742"/>
                  </a:lnTo>
                  <a:lnTo>
                    <a:pt x="4700448" y="47612"/>
                  </a:lnTo>
                  <a:lnTo>
                    <a:pt x="4704740" y="54787"/>
                  </a:lnTo>
                  <a:lnTo>
                    <a:pt x="4708360" y="62433"/>
                  </a:lnTo>
                  <a:lnTo>
                    <a:pt x="4710227" y="67652"/>
                  </a:lnTo>
                  <a:lnTo>
                    <a:pt x="4719231" y="64579"/>
                  </a:lnTo>
                  <a:close/>
                </a:path>
                <a:path extrusionOk="0" h="2533650" w="4724400">
                  <a:moveTo>
                    <a:pt x="4720501" y="2465298"/>
                  </a:moveTo>
                  <a:lnTo>
                    <a:pt x="4711370" y="2462619"/>
                  </a:lnTo>
                  <a:lnTo>
                    <a:pt x="4711204" y="2463241"/>
                  </a:lnTo>
                  <a:lnTo>
                    <a:pt x="4708360" y="2471204"/>
                  </a:lnTo>
                  <a:lnTo>
                    <a:pt x="4704740" y="2478849"/>
                  </a:lnTo>
                  <a:lnTo>
                    <a:pt x="4700397" y="2486101"/>
                  </a:lnTo>
                  <a:lnTo>
                    <a:pt x="4708309" y="2491397"/>
                  </a:lnTo>
                  <a:lnTo>
                    <a:pt x="4713148" y="2483345"/>
                  </a:lnTo>
                  <a:lnTo>
                    <a:pt x="4717148" y="2474849"/>
                  </a:lnTo>
                  <a:lnTo>
                    <a:pt x="4720323" y="2465997"/>
                  </a:lnTo>
                  <a:lnTo>
                    <a:pt x="4720501" y="2465298"/>
                  </a:lnTo>
                  <a:close/>
                </a:path>
                <a:path extrusionOk="0" h="2533650" w="4724400">
                  <a:moveTo>
                    <a:pt x="4724400" y="2418219"/>
                  </a:moveTo>
                  <a:lnTo>
                    <a:pt x="4714875" y="2418219"/>
                  </a:lnTo>
                  <a:lnTo>
                    <a:pt x="4714875" y="2438400"/>
                  </a:lnTo>
                  <a:lnTo>
                    <a:pt x="4714532" y="2445626"/>
                  </a:lnTo>
                  <a:lnTo>
                    <a:pt x="4724019" y="2446439"/>
                  </a:lnTo>
                  <a:lnTo>
                    <a:pt x="4724057" y="2445626"/>
                  </a:lnTo>
                  <a:lnTo>
                    <a:pt x="4724400" y="2438400"/>
                  </a:lnTo>
                  <a:lnTo>
                    <a:pt x="4724400" y="2418219"/>
                  </a:lnTo>
                  <a:close/>
                </a:path>
                <a:path extrusionOk="0" h="2533650" w="4724400">
                  <a:moveTo>
                    <a:pt x="4724400" y="2370556"/>
                  </a:moveTo>
                  <a:lnTo>
                    <a:pt x="4714875" y="2370556"/>
                  </a:lnTo>
                  <a:lnTo>
                    <a:pt x="4714875" y="2399131"/>
                  </a:lnTo>
                  <a:lnTo>
                    <a:pt x="4724400" y="2399131"/>
                  </a:lnTo>
                  <a:lnTo>
                    <a:pt x="4724400" y="2370556"/>
                  </a:lnTo>
                  <a:close/>
                </a:path>
                <a:path extrusionOk="0" h="2533650" w="4724400">
                  <a:moveTo>
                    <a:pt x="4724400" y="2322893"/>
                  </a:moveTo>
                  <a:lnTo>
                    <a:pt x="4714875" y="2322893"/>
                  </a:lnTo>
                  <a:lnTo>
                    <a:pt x="4714875" y="2351468"/>
                  </a:lnTo>
                  <a:lnTo>
                    <a:pt x="4724400" y="2351468"/>
                  </a:lnTo>
                  <a:lnTo>
                    <a:pt x="4724400" y="2322893"/>
                  </a:lnTo>
                  <a:close/>
                </a:path>
                <a:path extrusionOk="0" h="2533650" w="4724400">
                  <a:moveTo>
                    <a:pt x="4724400" y="2275230"/>
                  </a:moveTo>
                  <a:lnTo>
                    <a:pt x="4714875" y="2275230"/>
                  </a:lnTo>
                  <a:lnTo>
                    <a:pt x="4714875" y="2303805"/>
                  </a:lnTo>
                  <a:lnTo>
                    <a:pt x="4724400" y="2303805"/>
                  </a:lnTo>
                  <a:lnTo>
                    <a:pt x="4724400" y="2275230"/>
                  </a:lnTo>
                  <a:close/>
                </a:path>
                <a:path extrusionOk="0" h="2533650" w="4724400">
                  <a:moveTo>
                    <a:pt x="4724400" y="2227592"/>
                  </a:moveTo>
                  <a:lnTo>
                    <a:pt x="4714875" y="2227592"/>
                  </a:lnTo>
                  <a:lnTo>
                    <a:pt x="4714875" y="2256167"/>
                  </a:lnTo>
                  <a:lnTo>
                    <a:pt x="4724400" y="2256167"/>
                  </a:lnTo>
                  <a:lnTo>
                    <a:pt x="4724400" y="2227592"/>
                  </a:lnTo>
                  <a:close/>
                </a:path>
                <a:path extrusionOk="0" h="2533650" w="4724400">
                  <a:moveTo>
                    <a:pt x="4724400" y="2179929"/>
                  </a:moveTo>
                  <a:lnTo>
                    <a:pt x="4714875" y="2179929"/>
                  </a:lnTo>
                  <a:lnTo>
                    <a:pt x="4714875" y="2208504"/>
                  </a:lnTo>
                  <a:lnTo>
                    <a:pt x="4724400" y="2208504"/>
                  </a:lnTo>
                  <a:lnTo>
                    <a:pt x="4724400" y="2179929"/>
                  </a:lnTo>
                  <a:close/>
                </a:path>
                <a:path extrusionOk="0" h="2533650" w="4724400">
                  <a:moveTo>
                    <a:pt x="4724400" y="2132266"/>
                  </a:moveTo>
                  <a:lnTo>
                    <a:pt x="4714875" y="2132266"/>
                  </a:lnTo>
                  <a:lnTo>
                    <a:pt x="4714875" y="2160841"/>
                  </a:lnTo>
                  <a:lnTo>
                    <a:pt x="4724400" y="2160841"/>
                  </a:lnTo>
                  <a:lnTo>
                    <a:pt x="4724400" y="2132266"/>
                  </a:lnTo>
                  <a:close/>
                </a:path>
                <a:path extrusionOk="0" h="2533650" w="4724400">
                  <a:moveTo>
                    <a:pt x="4724400" y="2084616"/>
                  </a:moveTo>
                  <a:lnTo>
                    <a:pt x="4714875" y="2084616"/>
                  </a:lnTo>
                  <a:lnTo>
                    <a:pt x="4714875" y="2113191"/>
                  </a:lnTo>
                  <a:lnTo>
                    <a:pt x="4724400" y="2113191"/>
                  </a:lnTo>
                  <a:lnTo>
                    <a:pt x="4724400" y="2084616"/>
                  </a:lnTo>
                  <a:close/>
                </a:path>
                <a:path extrusionOk="0" h="2533650" w="4724400">
                  <a:moveTo>
                    <a:pt x="4724400" y="2036953"/>
                  </a:moveTo>
                  <a:lnTo>
                    <a:pt x="4714875" y="2036953"/>
                  </a:lnTo>
                  <a:lnTo>
                    <a:pt x="4714875" y="2065528"/>
                  </a:lnTo>
                  <a:lnTo>
                    <a:pt x="4724400" y="2065528"/>
                  </a:lnTo>
                  <a:lnTo>
                    <a:pt x="4724400" y="2036953"/>
                  </a:lnTo>
                  <a:close/>
                </a:path>
                <a:path extrusionOk="0" h="2533650" w="4724400">
                  <a:moveTo>
                    <a:pt x="4724400" y="1989302"/>
                  </a:moveTo>
                  <a:lnTo>
                    <a:pt x="4714875" y="1989302"/>
                  </a:lnTo>
                  <a:lnTo>
                    <a:pt x="4714875" y="2017877"/>
                  </a:lnTo>
                  <a:lnTo>
                    <a:pt x="4724400" y="2017877"/>
                  </a:lnTo>
                  <a:lnTo>
                    <a:pt x="4724400" y="1989302"/>
                  </a:lnTo>
                  <a:close/>
                </a:path>
                <a:path extrusionOk="0" h="2533650" w="4724400">
                  <a:moveTo>
                    <a:pt x="4724400" y="1941639"/>
                  </a:moveTo>
                  <a:lnTo>
                    <a:pt x="4714875" y="1941639"/>
                  </a:lnTo>
                  <a:lnTo>
                    <a:pt x="4714875" y="1970214"/>
                  </a:lnTo>
                  <a:lnTo>
                    <a:pt x="4724400" y="1970214"/>
                  </a:lnTo>
                  <a:lnTo>
                    <a:pt x="4724400" y="1941639"/>
                  </a:lnTo>
                  <a:close/>
                </a:path>
                <a:path extrusionOk="0" h="2533650" w="4724400">
                  <a:moveTo>
                    <a:pt x="4724400" y="1893989"/>
                  </a:moveTo>
                  <a:lnTo>
                    <a:pt x="4714875" y="1893989"/>
                  </a:lnTo>
                  <a:lnTo>
                    <a:pt x="4714875" y="1922564"/>
                  </a:lnTo>
                  <a:lnTo>
                    <a:pt x="4724400" y="1922564"/>
                  </a:lnTo>
                  <a:lnTo>
                    <a:pt x="4724400" y="1893989"/>
                  </a:lnTo>
                  <a:close/>
                </a:path>
                <a:path extrusionOk="0" h="2533650" w="4724400">
                  <a:moveTo>
                    <a:pt x="4724400" y="1846326"/>
                  </a:moveTo>
                  <a:lnTo>
                    <a:pt x="4714875" y="1846326"/>
                  </a:lnTo>
                  <a:lnTo>
                    <a:pt x="4714875" y="1874901"/>
                  </a:lnTo>
                  <a:lnTo>
                    <a:pt x="4724400" y="1874901"/>
                  </a:lnTo>
                  <a:lnTo>
                    <a:pt x="4724400" y="1846326"/>
                  </a:lnTo>
                  <a:close/>
                </a:path>
                <a:path extrusionOk="0" h="2533650" w="4724400">
                  <a:moveTo>
                    <a:pt x="4724400" y="1798662"/>
                  </a:moveTo>
                  <a:lnTo>
                    <a:pt x="4714875" y="1798662"/>
                  </a:lnTo>
                  <a:lnTo>
                    <a:pt x="4714875" y="1827237"/>
                  </a:lnTo>
                  <a:lnTo>
                    <a:pt x="4724400" y="1827237"/>
                  </a:lnTo>
                  <a:lnTo>
                    <a:pt x="4724400" y="1798662"/>
                  </a:lnTo>
                  <a:close/>
                </a:path>
                <a:path extrusionOk="0" h="2533650" w="4724400">
                  <a:moveTo>
                    <a:pt x="4724400" y="1751025"/>
                  </a:moveTo>
                  <a:lnTo>
                    <a:pt x="4714875" y="1751025"/>
                  </a:lnTo>
                  <a:lnTo>
                    <a:pt x="4714875" y="1779600"/>
                  </a:lnTo>
                  <a:lnTo>
                    <a:pt x="4724400" y="1779600"/>
                  </a:lnTo>
                  <a:lnTo>
                    <a:pt x="4724400" y="1751025"/>
                  </a:lnTo>
                  <a:close/>
                </a:path>
                <a:path extrusionOk="0" h="2533650" w="4724400">
                  <a:moveTo>
                    <a:pt x="4724400" y="1703362"/>
                  </a:moveTo>
                  <a:lnTo>
                    <a:pt x="4714875" y="1703362"/>
                  </a:lnTo>
                  <a:lnTo>
                    <a:pt x="4714875" y="1731937"/>
                  </a:lnTo>
                  <a:lnTo>
                    <a:pt x="4724400" y="1731937"/>
                  </a:lnTo>
                  <a:lnTo>
                    <a:pt x="4724400" y="1703362"/>
                  </a:lnTo>
                  <a:close/>
                </a:path>
                <a:path extrusionOk="0" h="2533650" w="4724400">
                  <a:moveTo>
                    <a:pt x="4724400" y="1655699"/>
                  </a:moveTo>
                  <a:lnTo>
                    <a:pt x="4714875" y="1655699"/>
                  </a:lnTo>
                  <a:lnTo>
                    <a:pt x="4714875" y="1684274"/>
                  </a:lnTo>
                  <a:lnTo>
                    <a:pt x="4724400" y="1684274"/>
                  </a:lnTo>
                  <a:lnTo>
                    <a:pt x="4724400" y="1655699"/>
                  </a:lnTo>
                  <a:close/>
                </a:path>
                <a:path extrusionOk="0" h="2533650" w="4724400">
                  <a:moveTo>
                    <a:pt x="4724400" y="1608048"/>
                  </a:moveTo>
                  <a:lnTo>
                    <a:pt x="4714875" y="1608048"/>
                  </a:lnTo>
                  <a:lnTo>
                    <a:pt x="4714875" y="1636623"/>
                  </a:lnTo>
                  <a:lnTo>
                    <a:pt x="4724400" y="1636623"/>
                  </a:lnTo>
                  <a:lnTo>
                    <a:pt x="4724400" y="1608048"/>
                  </a:lnTo>
                  <a:close/>
                </a:path>
                <a:path extrusionOk="0" h="2533650" w="4724400">
                  <a:moveTo>
                    <a:pt x="4724400" y="1560385"/>
                  </a:moveTo>
                  <a:lnTo>
                    <a:pt x="4714875" y="1560385"/>
                  </a:lnTo>
                  <a:lnTo>
                    <a:pt x="4714875" y="1588960"/>
                  </a:lnTo>
                  <a:lnTo>
                    <a:pt x="4724400" y="1588960"/>
                  </a:lnTo>
                  <a:lnTo>
                    <a:pt x="4724400" y="1560385"/>
                  </a:lnTo>
                  <a:close/>
                </a:path>
                <a:path extrusionOk="0" h="2533650" w="4724400">
                  <a:moveTo>
                    <a:pt x="4724400" y="1512722"/>
                  </a:moveTo>
                  <a:lnTo>
                    <a:pt x="4714875" y="1512722"/>
                  </a:lnTo>
                  <a:lnTo>
                    <a:pt x="4714875" y="1541297"/>
                  </a:lnTo>
                  <a:lnTo>
                    <a:pt x="4724400" y="1541297"/>
                  </a:lnTo>
                  <a:lnTo>
                    <a:pt x="4724400" y="1512722"/>
                  </a:lnTo>
                  <a:close/>
                </a:path>
                <a:path extrusionOk="0" h="2533650" w="4724400">
                  <a:moveTo>
                    <a:pt x="4724400" y="1465059"/>
                  </a:moveTo>
                  <a:lnTo>
                    <a:pt x="4714875" y="1465059"/>
                  </a:lnTo>
                  <a:lnTo>
                    <a:pt x="4714875" y="1493634"/>
                  </a:lnTo>
                  <a:lnTo>
                    <a:pt x="4724400" y="1493634"/>
                  </a:lnTo>
                  <a:lnTo>
                    <a:pt x="4724400" y="1465059"/>
                  </a:lnTo>
                  <a:close/>
                </a:path>
                <a:path extrusionOk="0" h="2533650" w="4724400">
                  <a:moveTo>
                    <a:pt x="4724400" y="1417434"/>
                  </a:moveTo>
                  <a:lnTo>
                    <a:pt x="4714875" y="1417434"/>
                  </a:lnTo>
                  <a:lnTo>
                    <a:pt x="4714875" y="1446009"/>
                  </a:lnTo>
                  <a:lnTo>
                    <a:pt x="4724400" y="1446009"/>
                  </a:lnTo>
                  <a:lnTo>
                    <a:pt x="4724400" y="1417434"/>
                  </a:lnTo>
                  <a:close/>
                </a:path>
                <a:path extrusionOk="0" h="2533650" w="4724400">
                  <a:moveTo>
                    <a:pt x="4724400" y="1369771"/>
                  </a:moveTo>
                  <a:lnTo>
                    <a:pt x="4714875" y="1369771"/>
                  </a:lnTo>
                  <a:lnTo>
                    <a:pt x="4714875" y="1398346"/>
                  </a:lnTo>
                  <a:lnTo>
                    <a:pt x="4724400" y="1398346"/>
                  </a:lnTo>
                  <a:lnTo>
                    <a:pt x="4724400" y="1369771"/>
                  </a:lnTo>
                  <a:close/>
                </a:path>
                <a:path extrusionOk="0" h="2533650" w="4724400">
                  <a:moveTo>
                    <a:pt x="4724400" y="1322108"/>
                  </a:moveTo>
                  <a:lnTo>
                    <a:pt x="4714875" y="1322108"/>
                  </a:lnTo>
                  <a:lnTo>
                    <a:pt x="4714875" y="1350683"/>
                  </a:lnTo>
                  <a:lnTo>
                    <a:pt x="4724400" y="1350683"/>
                  </a:lnTo>
                  <a:lnTo>
                    <a:pt x="4724400" y="1322108"/>
                  </a:lnTo>
                  <a:close/>
                </a:path>
                <a:path extrusionOk="0" h="2533650" w="4724400">
                  <a:moveTo>
                    <a:pt x="4724400" y="1274457"/>
                  </a:moveTo>
                  <a:lnTo>
                    <a:pt x="4714875" y="1274457"/>
                  </a:lnTo>
                  <a:lnTo>
                    <a:pt x="4714875" y="1303032"/>
                  </a:lnTo>
                  <a:lnTo>
                    <a:pt x="4724400" y="1303032"/>
                  </a:lnTo>
                  <a:lnTo>
                    <a:pt x="4724400" y="1274457"/>
                  </a:lnTo>
                  <a:close/>
                </a:path>
                <a:path extrusionOk="0" h="2533650" w="4724400">
                  <a:moveTo>
                    <a:pt x="4724400" y="1226794"/>
                  </a:moveTo>
                  <a:lnTo>
                    <a:pt x="4714875" y="1226794"/>
                  </a:lnTo>
                  <a:lnTo>
                    <a:pt x="4714875" y="1255369"/>
                  </a:lnTo>
                  <a:lnTo>
                    <a:pt x="4724400" y="1255369"/>
                  </a:lnTo>
                  <a:lnTo>
                    <a:pt x="4724400" y="1226794"/>
                  </a:lnTo>
                  <a:close/>
                </a:path>
                <a:path extrusionOk="0" h="2533650" w="4724400">
                  <a:moveTo>
                    <a:pt x="4724400" y="1179131"/>
                  </a:moveTo>
                  <a:lnTo>
                    <a:pt x="4714875" y="1179131"/>
                  </a:lnTo>
                  <a:lnTo>
                    <a:pt x="4714875" y="1207706"/>
                  </a:lnTo>
                  <a:lnTo>
                    <a:pt x="4724400" y="1207706"/>
                  </a:lnTo>
                  <a:lnTo>
                    <a:pt x="4724400" y="1179131"/>
                  </a:lnTo>
                  <a:close/>
                </a:path>
                <a:path extrusionOk="0" h="2533650" w="4724400">
                  <a:moveTo>
                    <a:pt x="4724400" y="1131493"/>
                  </a:moveTo>
                  <a:lnTo>
                    <a:pt x="4714875" y="1131493"/>
                  </a:lnTo>
                  <a:lnTo>
                    <a:pt x="4714875" y="1160068"/>
                  </a:lnTo>
                  <a:lnTo>
                    <a:pt x="4724400" y="1160068"/>
                  </a:lnTo>
                  <a:lnTo>
                    <a:pt x="4724400" y="1131493"/>
                  </a:lnTo>
                  <a:close/>
                </a:path>
                <a:path extrusionOk="0" h="2533650" w="4724400">
                  <a:moveTo>
                    <a:pt x="4724400" y="1083830"/>
                  </a:moveTo>
                  <a:lnTo>
                    <a:pt x="4714875" y="1083830"/>
                  </a:lnTo>
                  <a:lnTo>
                    <a:pt x="4714875" y="1112405"/>
                  </a:lnTo>
                  <a:lnTo>
                    <a:pt x="4724400" y="1112405"/>
                  </a:lnTo>
                  <a:lnTo>
                    <a:pt x="4724400" y="1083830"/>
                  </a:lnTo>
                  <a:close/>
                </a:path>
                <a:path extrusionOk="0" h="2533650" w="4724400">
                  <a:moveTo>
                    <a:pt x="4724400" y="1036167"/>
                  </a:moveTo>
                  <a:lnTo>
                    <a:pt x="4714875" y="1036167"/>
                  </a:lnTo>
                  <a:lnTo>
                    <a:pt x="4714875" y="1064742"/>
                  </a:lnTo>
                  <a:lnTo>
                    <a:pt x="4724400" y="1064742"/>
                  </a:lnTo>
                  <a:lnTo>
                    <a:pt x="4724400" y="1036167"/>
                  </a:lnTo>
                  <a:close/>
                </a:path>
                <a:path extrusionOk="0" h="2533650" w="4724400">
                  <a:moveTo>
                    <a:pt x="4724400" y="988504"/>
                  </a:moveTo>
                  <a:lnTo>
                    <a:pt x="4714875" y="988504"/>
                  </a:lnTo>
                  <a:lnTo>
                    <a:pt x="4714875" y="1017079"/>
                  </a:lnTo>
                  <a:lnTo>
                    <a:pt x="4724400" y="1017079"/>
                  </a:lnTo>
                  <a:lnTo>
                    <a:pt x="4724400" y="988504"/>
                  </a:lnTo>
                  <a:close/>
                </a:path>
                <a:path extrusionOk="0" h="2533650" w="4724400">
                  <a:moveTo>
                    <a:pt x="4724400" y="940854"/>
                  </a:moveTo>
                  <a:lnTo>
                    <a:pt x="4714875" y="940854"/>
                  </a:lnTo>
                  <a:lnTo>
                    <a:pt x="4714875" y="969429"/>
                  </a:lnTo>
                  <a:lnTo>
                    <a:pt x="4724400" y="969429"/>
                  </a:lnTo>
                  <a:lnTo>
                    <a:pt x="4724400" y="940854"/>
                  </a:lnTo>
                  <a:close/>
                </a:path>
                <a:path extrusionOk="0" h="2533650" w="4724400">
                  <a:moveTo>
                    <a:pt x="4724400" y="893191"/>
                  </a:moveTo>
                  <a:lnTo>
                    <a:pt x="4714875" y="893191"/>
                  </a:lnTo>
                  <a:lnTo>
                    <a:pt x="4714875" y="921766"/>
                  </a:lnTo>
                  <a:lnTo>
                    <a:pt x="4724400" y="921766"/>
                  </a:lnTo>
                  <a:lnTo>
                    <a:pt x="4724400" y="893191"/>
                  </a:lnTo>
                  <a:close/>
                </a:path>
                <a:path extrusionOk="0" h="2533650" w="4724400">
                  <a:moveTo>
                    <a:pt x="4724400" y="845527"/>
                  </a:moveTo>
                  <a:lnTo>
                    <a:pt x="4714875" y="845527"/>
                  </a:lnTo>
                  <a:lnTo>
                    <a:pt x="4714875" y="874102"/>
                  </a:lnTo>
                  <a:lnTo>
                    <a:pt x="4724400" y="874102"/>
                  </a:lnTo>
                  <a:lnTo>
                    <a:pt x="4724400" y="845527"/>
                  </a:lnTo>
                  <a:close/>
                </a:path>
                <a:path extrusionOk="0" h="2533650" w="4724400">
                  <a:moveTo>
                    <a:pt x="4724400" y="797890"/>
                  </a:moveTo>
                  <a:lnTo>
                    <a:pt x="4714875" y="797890"/>
                  </a:lnTo>
                  <a:lnTo>
                    <a:pt x="4714875" y="826465"/>
                  </a:lnTo>
                  <a:lnTo>
                    <a:pt x="4724400" y="826465"/>
                  </a:lnTo>
                  <a:lnTo>
                    <a:pt x="4724400" y="797890"/>
                  </a:lnTo>
                  <a:close/>
                </a:path>
                <a:path extrusionOk="0" h="2533650" w="4724400">
                  <a:moveTo>
                    <a:pt x="4724400" y="750227"/>
                  </a:moveTo>
                  <a:lnTo>
                    <a:pt x="4714875" y="750227"/>
                  </a:lnTo>
                  <a:lnTo>
                    <a:pt x="4714875" y="778802"/>
                  </a:lnTo>
                  <a:lnTo>
                    <a:pt x="4724400" y="778802"/>
                  </a:lnTo>
                  <a:lnTo>
                    <a:pt x="4724400" y="750227"/>
                  </a:lnTo>
                  <a:close/>
                </a:path>
                <a:path extrusionOk="0" h="2533650" w="4724400">
                  <a:moveTo>
                    <a:pt x="4724400" y="702564"/>
                  </a:moveTo>
                  <a:lnTo>
                    <a:pt x="4714875" y="702564"/>
                  </a:lnTo>
                  <a:lnTo>
                    <a:pt x="4714875" y="731139"/>
                  </a:lnTo>
                  <a:lnTo>
                    <a:pt x="4724400" y="731139"/>
                  </a:lnTo>
                  <a:lnTo>
                    <a:pt x="4724400" y="702564"/>
                  </a:lnTo>
                  <a:close/>
                </a:path>
                <a:path extrusionOk="0" h="2533650" w="4724400">
                  <a:moveTo>
                    <a:pt x="4724400" y="654926"/>
                  </a:moveTo>
                  <a:lnTo>
                    <a:pt x="4714875" y="654926"/>
                  </a:lnTo>
                  <a:lnTo>
                    <a:pt x="4714875" y="683501"/>
                  </a:lnTo>
                  <a:lnTo>
                    <a:pt x="4724400" y="683501"/>
                  </a:lnTo>
                  <a:lnTo>
                    <a:pt x="4724400" y="654926"/>
                  </a:lnTo>
                  <a:close/>
                </a:path>
                <a:path extrusionOk="0" h="2533650" w="4724400">
                  <a:moveTo>
                    <a:pt x="4724400" y="607263"/>
                  </a:moveTo>
                  <a:lnTo>
                    <a:pt x="4714875" y="607263"/>
                  </a:lnTo>
                  <a:lnTo>
                    <a:pt x="4714875" y="635838"/>
                  </a:lnTo>
                  <a:lnTo>
                    <a:pt x="4724400" y="635838"/>
                  </a:lnTo>
                  <a:lnTo>
                    <a:pt x="4724400" y="607263"/>
                  </a:lnTo>
                  <a:close/>
                </a:path>
                <a:path extrusionOk="0" h="2533650" w="4724400">
                  <a:moveTo>
                    <a:pt x="4724400" y="559600"/>
                  </a:moveTo>
                  <a:lnTo>
                    <a:pt x="4714875" y="559600"/>
                  </a:lnTo>
                  <a:lnTo>
                    <a:pt x="4714875" y="588175"/>
                  </a:lnTo>
                  <a:lnTo>
                    <a:pt x="4724400" y="588175"/>
                  </a:lnTo>
                  <a:lnTo>
                    <a:pt x="4724400" y="559600"/>
                  </a:lnTo>
                  <a:close/>
                </a:path>
                <a:path extrusionOk="0" h="2533650" w="4724400">
                  <a:moveTo>
                    <a:pt x="4724400" y="511937"/>
                  </a:moveTo>
                  <a:lnTo>
                    <a:pt x="4714875" y="511937"/>
                  </a:lnTo>
                  <a:lnTo>
                    <a:pt x="4714875" y="540512"/>
                  </a:lnTo>
                  <a:lnTo>
                    <a:pt x="4724400" y="540512"/>
                  </a:lnTo>
                  <a:lnTo>
                    <a:pt x="4724400" y="511937"/>
                  </a:lnTo>
                  <a:close/>
                </a:path>
                <a:path extrusionOk="0" h="2533650" w="4724400">
                  <a:moveTo>
                    <a:pt x="4724400" y="464286"/>
                  </a:moveTo>
                  <a:lnTo>
                    <a:pt x="4714875" y="464286"/>
                  </a:lnTo>
                  <a:lnTo>
                    <a:pt x="4714875" y="492861"/>
                  </a:lnTo>
                  <a:lnTo>
                    <a:pt x="4724400" y="492861"/>
                  </a:lnTo>
                  <a:lnTo>
                    <a:pt x="4724400" y="464286"/>
                  </a:lnTo>
                  <a:close/>
                </a:path>
                <a:path extrusionOk="0" h="2533650" w="4724400">
                  <a:moveTo>
                    <a:pt x="4724400" y="416623"/>
                  </a:moveTo>
                  <a:lnTo>
                    <a:pt x="4714875" y="416623"/>
                  </a:lnTo>
                  <a:lnTo>
                    <a:pt x="4714875" y="445198"/>
                  </a:lnTo>
                  <a:lnTo>
                    <a:pt x="4724400" y="445198"/>
                  </a:lnTo>
                  <a:lnTo>
                    <a:pt x="4724400" y="416623"/>
                  </a:lnTo>
                  <a:close/>
                </a:path>
                <a:path extrusionOk="0" h="2533650" w="4724400">
                  <a:moveTo>
                    <a:pt x="4724400" y="368960"/>
                  </a:moveTo>
                  <a:lnTo>
                    <a:pt x="4714875" y="368960"/>
                  </a:lnTo>
                  <a:lnTo>
                    <a:pt x="4714875" y="397535"/>
                  </a:lnTo>
                  <a:lnTo>
                    <a:pt x="4724400" y="397535"/>
                  </a:lnTo>
                  <a:lnTo>
                    <a:pt x="4724400" y="368960"/>
                  </a:lnTo>
                  <a:close/>
                </a:path>
                <a:path extrusionOk="0" h="2533650" w="4724400">
                  <a:moveTo>
                    <a:pt x="4724400" y="321322"/>
                  </a:moveTo>
                  <a:lnTo>
                    <a:pt x="4714875" y="321322"/>
                  </a:lnTo>
                  <a:lnTo>
                    <a:pt x="4714875" y="349897"/>
                  </a:lnTo>
                  <a:lnTo>
                    <a:pt x="4724400" y="349897"/>
                  </a:lnTo>
                  <a:lnTo>
                    <a:pt x="4724400" y="321322"/>
                  </a:lnTo>
                  <a:close/>
                </a:path>
                <a:path extrusionOk="0" h="2533650" w="4724400">
                  <a:moveTo>
                    <a:pt x="4724400" y="273659"/>
                  </a:moveTo>
                  <a:lnTo>
                    <a:pt x="4714875" y="273659"/>
                  </a:lnTo>
                  <a:lnTo>
                    <a:pt x="4714875" y="302234"/>
                  </a:lnTo>
                  <a:lnTo>
                    <a:pt x="4724400" y="302234"/>
                  </a:lnTo>
                  <a:lnTo>
                    <a:pt x="4724400" y="273659"/>
                  </a:lnTo>
                  <a:close/>
                </a:path>
                <a:path extrusionOk="0" h="2533650" w="4724400">
                  <a:moveTo>
                    <a:pt x="4724400" y="226009"/>
                  </a:moveTo>
                  <a:lnTo>
                    <a:pt x="4714875" y="226009"/>
                  </a:lnTo>
                  <a:lnTo>
                    <a:pt x="4714875" y="254584"/>
                  </a:lnTo>
                  <a:lnTo>
                    <a:pt x="4724400" y="254584"/>
                  </a:lnTo>
                  <a:lnTo>
                    <a:pt x="4724400" y="226009"/>
                  </a:lnTo>
                  <a:close/>
                </a:path>
                <a:path extrusionOk="0" h="2533650" w="4724400">
                  <a:moveTo>
                    <a:pt x="4724400" y="178358"/>
                  </a:moveTo>
                  <a:lnTo>
                    <a:pt x="4714875" y="178358"/>
                  </a:lnTo>
                  <a:lnTo>
                    <a:pt x="4714875" y="206933"/>
                  </a:lnTo>
                  <a:lnTo>
                    <a:pt x="4724400" y="206933"/>
                  </a:lnTo>
                  <a:lnTo>
                    <a:pt x="4724400" y="178358"/>
                  </a:lnTo>
                  <a:close/>
                </a:path>
                <a:path extrusionOk="0" h="2533650" w="4724400">
                  <a:moveTo>
                    <a:pt x="4724400" y="130695"/>
                  </a:moveTo>
                  <a:lnTo>
                    <a:pt x="4714875" y="130695"/>
                  </a:lnTo>
                  <a:lnTo>
                    <a:pt x="4714875" y="159270"/>
                  </a:lnTo>
                  <a:lnTo>
                    <a:pt x="4724400" y="159270"/>
                  </a:lnTo>
                  <a:lnTo>
                    <a:pt x="4724400" y="130695"/>
                  </a:lnTo>
                  <a:close/>
                </a:path>
                <a:path extrusionOk="0" h="2533650" w="4724400">
                  <a:moveTo>
                    <a:pt x="4724400" y="95250"/>
                  </a:moveTo>
                  <a:lnTo>
                    <a:pt x="4723955" y="85864"/>
                  </a:lnTo>
                  <a:lnTo>
                    <a:pt x="4723600" y="83464"/>
                  </a:lnTo>
                  <a:lnTo>
                    <a:pt x="4714151" y="84645"/>
                  </a:lnTo>
                  <a:lnTo>
                    <a:pt x="4714468" y="86804"/>
                  </a:lnTo>
                  <a:lnTo>
                    <a:pt x="4714875" y="95250"/>
                  </a:lnTo>
                  <a:lnTo>
                    <a:pt x="4714875" y="111607"/>
                  </a:lnTo>
                  <a:lnTo>
                    <a:pt x="4724400" y="111607"/>
                  </a:lnTo>
                  <a:lnTo>
                    <a:pt x="4724400" y="95250"/>
                  </a:ln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27"/>
            <p:cNvSpPr/>
            <p:nvPr/>
          </p:nvSpPr>
          <p:spPr>
            <a:xfrm>
              <a:off x="5780341" y="3168035"/>
              <a:ext cx="4137025" cy="1936750"/>
            </a:xfrm>
            <a:custGeom>
              <a:rect b="b" l="l" r="r" t="t"/>
              <a:pathLst>
                <a:path extrusionOk="0" h="1936750" w="4137025">
                  <a:moveTo>
                    <a:pt x="4087177" y="1936241"/>
                  </a:moveTo>
                  <a:lnTo>
                    <a:pt x="49339" y="1936241"/>
                  </a:lnTo>
                  <a:lnTo>
                    <a:pt x="45905" y="1935903"/>
                  </a:lnTo>
                  <a:lnTo>
                    <a:pt x="10825" y="1915655"/>
                  </a:lnTo>
                  <a:lnTo>
                    <a:pt x="0" y="1886902"/>
                  </a:lnTo>
                  <a:lnTo>
                    <a:pt x="0" y="49339"/>
                  </a:lnTo>
                  <a:lnTo>
                    <a:pt x="17918" y="13014"/>
                  </a:lnTo>
                  <a:lnTo>
                    <a:pt x="49339" y="0"/>
                  </a:lnTo>
                  <a:lnTo>
                    <a:pt x="52806" y="0"/>
                  </a:lnTo>
                  <a:lnTo>
                    <a:pt x="4087177" y="0"/>
                  </a:lnTo>
                  <a:lnTo>
                    <a:pt x="4123501" y="17918"/>
                  </a:lnTo>
                  <a:lnTo>
                    <a:pt x="4136516" y="49339"/>
                  </a:lnTo>
                  <a:lnTo>
                    <a:pt x="4136516" y="1886902"/>
                  </a:lnTo>
                  <a:lnTo>
                    <a:pt x="4118598" y="1923226"/>
                  </a:lnTo>
                  <a:lnTo>
                    <a:pt x="4090611" y="1935903"/>
                  </a:lnTo>
                  <a:lnTo>
                    <a:pt x="4087177" y="1936241"/>
                  </a:lnTo>
                  <a:close/>
                </a:path>
              </a:pathLst>
            </a:custGeom>
            <a:solidFill>
              <a:srgbClr val="151C3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27"/>
            <p:cNvSpPr/>
            <p:nvPr/>
          </p:nvSpPr>
          <p:spPr>
            <a:xfrm>
              <a:off x="5780341" y="3168035"/>
              <a:ext cx="4137025" cy="1936750"/>
            </a:xfrm>
            <a:custGeom>
              <a:rect b="b" l="l" r="r" t="t"/>
              <a:pathLst>
                <a:path extrusionOk="0" h="1936750" w="4137025">
                  <a:moveTo>
                    <a:pt x="52806" y="0"/>
                  </a:moveTo>
                  <a:lnTo>
                    <a:pt x="4083710" y="0"/>
                  </a:lnTo>
                  <a:lnTo>
                    <a:pt x="4087177" y="0"/>
                  </a:lnTo>
                  <a:lnTo>
                    <a:pt x="4090611" y="338"/>
                  </a:lnTo>
                  <a:lnTo>
                    <a:pt x="4094011" y="1014"/>
                  </a:lnTo>
                  <a:lnTo>
                    <a:pt x="4097412" y="1691"/>
                  </a:lnTo>
                  <a:lnTo>
                    <a:pt x="4100714" y="2692"/>
                  </a:lnTo>
                  <a:lnTo>
                    <a:pt x="4103917" y="4019"/>
                  </a:lnTo>
                  <a:lnTo>
                    <a:pt x="4107121" y="5346"/>
                  </a:lnTo>
                  <a:lnTo>
                    <a:pt x="4110164" y="6973"/>
                  </a:lnTo>
                  <a:lnTo>
                    <a:pt x="4113047" y="8899"/>
                  </a:lnTo>
                  <a:lnTo>
                    <a:pt x="4115930" y="10825"/>
                  </a:lnTo>
                  <a:lnTo>
                    <a:pt x="4118598" y="13014"/>
                  </a:lnTo>
                  <a:lnTo>
                    <a:pt x="4121049" y="15466"/>
                  </a:lnTo>
                  <a:lnTo>
                    <a:pt x="4123501" y="17918"/>
                  </a:lnTo>
                  <a:lnTo>
                    <a:pt x="4125690" y="20585"/>
                  </a:lnTo>
                  <a:lnTo>
                    <a:pt x="4127616" y="23468"/>
                  </a:lnTo>
                  <a:lnTo>
                    <a:pt x="4129543" y="26351"/>
                  </a:lnTo>
                  <a:lnTo>
                    <a:pt x="4136516" y="52806"/>
                  </a:lnTo>
                  <a:lnTo>
                    <a:pt x="4136516" y="1883435"/>
                  </a:lnTo>
                  <a:lnTo>
                    <a:pt x="4136516" y="1886902"/>
                  </a:lnTo>
                  <a:lnTo>
                    <a:pt x="4136178" y="1890336"/>
                  </a:lnTo>
                  <a:lnTo>
                    <a:pt x="4135501" y="1893737"/>
                  </a:lnTo>
                  <a:lnTo>
                    <a:pt x="4134825" y="1897137"/>
                  </a:lnTo>
                  <a:lnTo>
                    <a:pt x="4127616" y="1912772"/>
                  </a:lnTo>
                  <a:lnTo>
                    <a:pt x="4125690" y="1915655"/>
                  </a:lnTo>
                  <a:lnTo>
                    <a:pt x="4123501" y="1918323"/>
                  </a:lnTo>
                  <a:lnTo>
                    <a:pt x="4121049" y="1920775"/>
                  </a:lnTo>
                  <a:lnTo>
                    <a:pt x="4118598" y="1923226"/>
                  </a:lnTo>
                  <a:lnTo>
                    <a:pt x="4115930" y="1925415"/>
                  </a:lnTo>
                  <a:lnTo>
                    <a:pt x="4113047" y="1927342"/>
                  </a:lnTo>
                  <a:lnTo>
                    <a:pt x="4110164" y="1929268"/>
                  </a:lnTo>
                  <a:lnTo>
                    <a:pt x="4083710" y="1936241"/>
                  </a:lnTo>
                  <a:lnTo>
                    <a:pt x="52806" y="1936241"/>
                  </a:lnTo>
                  <a:lnTo>
                    <a:pt x="15466" y="1920775"/>
                  </a:lnTo>
                  <a:lnTo>
                    <a:pt x="8899" y="1912772"/>
                  </a:lnTo>
                  <a:lnTo>
                    <a:pt x="6973" y="1909889"/>
                  </a:lnTo>
                  <a:lnTo>
                    <a:pt x="1014" y="1893737"/>
                  </a:lnTo>
                  <a:lnTo>
                    <a:pt x="338" y="1890336"/>
                  </a:lnTo>
                  <a:lnTo>
                    <a:pt x="0" y="1886902"/>
                  </a:lnTo>
                  <a:lnTo>
                    <a:pt x="0" y="1883435"/>
                  </a:lnTo>
                  <a:lnTo>
                    <a:pt x="0" y="52806"/>
                  </a:lnTo>
                  <a:lnTo>
                    <a:pt x="0" y="49339"/>
                  </a:lnTo>
                  <a:lnTo>
                    <a:pt x="338" y="45905"/>
                  </a:lnTo>
                  <a:lnTo>
                    <a:pt x="1014" y="42504"/>
                  </a:lnTo>
                  <a:lnTo>
                    <a:pt x="1691" y="39103"/>
                  </a:lnTo>
                  <a:lnTo>
                    <a:pt x="2692" y="35801"/>
                  </a:lnTo>
                  <a:lnTo>
                    <a:pt x="4019" y="32598"/>
                  </a:lnTo>
                  <a:lnTo>
                    <a:pt x="5346" y="29394"/>
                  </a:lnTo>
                  <a:lnTo>
                    <a:pt x="6973" y="26351"/>
                  </a:lnTo>
                  <a:lnTo>
                    <a:pt x="8899" y="23468"/>
                  </a:lnTo>
                  <a:lnTo>
                    <a:pt x="10825" y="20585"/>
                  </a:lnTo>
                  <a:lnTo>
                    <a:pt x="13014" y="17918"/>
                  </a:lnTo>
                  <a:lnTo>
                    <a:pt x="15466" y="15466"/>
                  </a:lnTo>
                  <a:lnTo>
                    <a:pt x="17918" y="13014"/>
                  </a:lnTo>
                  <a:lnTo>
                    <a:pt x="20585" y="10825"/>
                  </a:lnTo>
                  <a:lnTo>
                    <a:pt x="23468" y="8899"/>
                  </a:lnTo>
                  <a:lnTo>
                    <a:pt x="26351" y="6973"/>
                  </a:lnTo>
                  <a:lnTo>
                    <a:pt x="49339" y="0"/>
                  </a:lnTo>
                  <a:lnTo>
                    <a:pt x="52806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94A2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7" name="Google Shape;597;p27"/>
          <p:cNvSpPr txBox="1"/>
          <p:nvPr/>
        </p:nvSpPr>
        <p:spPr>
          <a:xfrm>
            <a:off x="6897686" y="3294164"/>
            <a:ext cx="1900555" cy="175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JVM Shared Eden Allocation Area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8" name="Google Shape;598;p27"/>
          <p:cNvGrpSpPr/>
          <p:nvPr/>
        </p:nvGrpSpPr>
        <p:grpSpPr>
          <a:xfrm>
            <a:off x="5956363" y="3740107"/>
            <a:ext cx="1672589" cy="968375"/>
            <a:chOff x="5956363" y="3740107"/>
            <a:chExt cx="1672589" cy="968375"/>
          </a:xfrm>
        </p:grpSpPr>
        <p:sp>
          <p:nvSpPr>
            <p:cNvPr id="599" name="Google Shape;599;p27"/>
            <p:cNvSpPr/>
            <p:nvPr/>
          </p:nvSpPr>
          <p:spPr>
            <a:xfrm>
              <a:off x="5956363" y="3740107"/>
              <a:ext cx="1672589" cy="968375"/>
            </a:xfrm>
            <a:custGeom>
              <a:rect b="b" l="l" r="r" t="t"/>
              <a:pathLst>
                <a:path extrusionOk="0" h="968375" w="1672590">
                  <a:moveTo>
                    <a:pt x="1641672" y="968120"/>
                  </a:moveTo>
                  <a:lnTo>
                    <a:pt x="30536" y="968120"/>
                  </a:lnTo>
                  <a:lnTo>
                    <a:pt x="26045" y="967227"/>
                  </a:lnTo>
                  <a:lnTo>
                    <a:pt x="0" y="937584"/>
                  </a:lnTo>
                  <a:lnTo>
                    <a:pt x="0" y="30535"/>
                  </a:lnTo>
                  <a:lnTo>
                    <a:pt x="26045" y="893"/>
                  </a:lnTo>
                  <a:lnTo>
                    <a:pt x="30536" y="0"/>
                  </a:lnTo>
                  <a:lnTo>
                    <a:pt x="35204" y="0"/>
                  </a:lnTo>
                  <a:lnTo>
                    <a:pt x="1641672" y="0"/>
                  </a:lnTo>
                  <a:lnTo>
                    <a:pt x="1671315" y="26045"/>
                  </a:lnTo>
                  <a:lnTo>
                    <a:pt x="1672208" y="30535"/>
                  </a:lnTo>
                  <a:lnTo>
                    <a:pt x="1672208" y="937584"/>
                  </a:lnTo>
                  <a:lnTo>
                    <a:pt x="1646163" y="967227"/>
                  </a:lnTo>
                  <a:lnTo>
                    <a:pt x="1641672" y="968120"/>
                  </a:lnTo>
                  <a:close/>
                </a:path>
              </a:pathLst>
            </a:custGeom>
            <a:solidFill>
              <a:srgbClr val="0567E1">
                <a:alpha val="1215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27"/>
            <p:cNvSpPr/>
            <p:nvPr/>
          </p:nvSpPr>
          <p:spPr>
            <a:xfrm>
              <a:off x="5956363" y="3740107"/>
              <a:ext cx="1672589" cy="968375"/>
            </a:xfrm>
            <a:custGeom>
              <a:rect b="b" l="l" r="r" t="t"/>
              <a:pathLst>
                <a:path extrusionOk="0" h="968375" w="1672590">
                  <a:moveTo>
                    <a:pt x="35204" y="0"/>
                  </a:moveTo>
                  <a:lnTo>
                    <a:pt x="1637004" y="0"/>
                  </a:lnTo>
                  <a:lnTo>
                    <a:pt x="1641672" y="0"/>
                  </a:lnTo>
                  <a:lnTo>
                    <a:pt x="1646163" y="893"/>
                  </a:lnTo>
                  <a:lnTo>
                    <a:pt x="1650476" y="2679"/>
                  </a:lnTo>
                  <a:lnTo>
                    <a:pt x="1654789" y="4466"/>
                  </a:lnTo>
                  <a:lnTo>
                    <a:pt x="1658596" y="7010"/>
                  </a:lnTo>
                  <a:lnTo>
                    <a:pt x="1661897" y="10311"/>
                  </a:lnTo>
                  <a:lnTo>
                    <a:pt x="1665198" y="13612"/>
                  </a:lnTo>
                  <a:lnTo>
                    <a:pt x="1672208" y="35204"/>
                  </a:lnTo>
                  <a:lnTo>
                    <a:pt x="1672208" y="932916"/>
                  </a:lnTo>
                  <a:lnTo>
                    <a:pt x="1661897" y="957809"/>
                  </a:lnTo>
                  <a:lnTo>
                    <a:pt x="1658596" y="961110"/>
                  </a:lnTo>
                  <a:lnTo>
                    <a:pt x="1637004" y="968120"/>
                  </a:lnTo>
                  <a:lnTo>
                    <a:pt x="35204" y="968120"/>
                  </a:lnTo>
                  <a:lnTo>
                    <a:pt x="10311" y="957809"/>
                  </a:lnTo>
                  <a:lnTo>
                    <a:pt x="7010" y="954508"/>
                  </a:lnTo>
                  <a:lnTo>
                    <a:pt x="4466" y="950701"/>
                  </a:lnTo>
                  <a:lnTo>
                    <a:pt x="2679" y="946388"/>
                  </a:lnTo>
                  <a:lnTo>
                    <a:pt x="893" y="942075"/>
                  </a:lnTo>
                  <a:lnTo>
                    <a:pt x="0" y="937584"/>
                  </a:lnTo>
                  <a:lnTo>
                    <a:pt x="0" y="932916"/>
                  </a:lnTo>
                  <a:lnTo>
                    <a:pt x="0" y="35204"/>
                  </a:lnTo>
                  <a:lnTo>
                    <a:pt x="0" y="30535"/>
                  </a:lnTo>
                  <a:lnTo>
                    <a:pt x="893" y="26045"/>
                  </a:lnTo>
                  <a:lnTo>
                    <a:pt x="2679" y="21732"/>
                  </a:lnTo>
                  <a:lnTo>
                    <a:pt x="4466" y="17419"/>
                  </a:lnTo>
                  <a:lnTo>
                    <a:pt x="7010" y="13612"/>
                  </a:lnTo>
                  <a:lnTo>
                    <a:pt x="10311" y="10311"/>
                  </a:lnTo>
                  <a:lnTo>
                    <a:pt x="13612" y="7010"/>
                  </a:lnTo>
                  <a:lnTo>
                    <a:pt x="17419" y="4466"/>
                  </a:lnTo>
                  <a:lnTo>
                    <a:pt x="21732" y="2679"/>
                  </a:lnTo>
                  <a:lnTo>
                    <a:pt x="26045" y="893"/>
                  </a:lnTo>
                  <a:lnTo>
                    <a:pt x="30536" y="0"/>
                  </a:lnTo>
                  <a:lnTo>
                    <a:pt x="35204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567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1" name="Google Shape;601;p27"/>
          <p:cNvSpPr txBox="1"/>
          <p:nvPr/>
        </p:nvSpPr>
        <p:spPr>
          <a:xfrm>
            <a:off x="6423967" y="3929447"/>
            <a:ext cx="738505" cy="153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Thread A TLAB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27"/>
          <p:cNvSpPr txBox="1"/>
          <p:nvPr/>
        </p:nvSpPr>
        <p:spPr>
          <a:xfrm>
            <a:off x="6309221" y="4153704"/>
            <a:ext cx="966469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Contention</a:t>
            </a:r>
            <a:r>
              <a:rPr lang="en-US" sz="8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</a:t>
            </a:r>
            <a:r>
              <a:rPr lang="en-US" sz="7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Free bump</a:t>
            </a:r>
            <a:endParaRPr sz="7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3" name="Google Shape;603;p27"/>
          <p:cNvSpPr txBox="1"/>
          <p:nvPr/>
        </p:nvSpPr>
        <p:spPr>
          <a:xfrm>
            <a:off x="6281241" y="4379121"/>
            <a:ext cx="1023619" cy="140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FF8B00"/>
                </a:solidFill>
                <a:latin typeface="Arial"/>
                <a:ea typeface="Arial"/>
                <a:cs typeface="Arial"/>
                <a:sym typeface="Arial"/>
              </a:rPr>
              <a:t>Alloc offset points here</a:t>
            </a:r>
            <a:endParaRPr sz="7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4" name="Google Shape;604;p27"/>
          <p:cNvGrpSpPr/>
          <p:nvPr/>
        </p:nvGrpSpPr>
        <p:grpSpPr>
          <a:xfrm>
            <a:off x="8068626" y="3740107"/>
            <a:ext cx="1672589" cy="968375"/>
            <a:chOff x="8068626" y="3740107"/>
            <a:chExt cx="1672589" cy="968375"/>
          </a:xfrm>
        </p:grpSpPr>
        <p:sp>
          <p:nvSpPr>
            <p:cNvPr id="605" name="Google Shape;605;p27"/>
            <p:cNvSpPr/>
            <p:nvPr/>
          </p:nvSpPr>
          <p:spPr>
            <a:xfrm>
              <a:off x="8068626" y="3740107"/>
              <a:ext cx="1672589" cy="968375"/>
            </a:xfrm>
            <a:custGeom>
              <a:rect b="b" l="l" r="r" t="t"/>
              <a:pathLst>
                <a:path extrusionOk="0" h="968375" w="1672590">
                  <a:moveTo>
                    <a:pt x="1641673" y="968120"/>
                  </a:moveTo>
                  <a:lnTo>
                    <a:pt x="30536" y="968120"/>
                  </a:lnTo>
                  <a:lnTo>
                    <a:pt x="26045" y="967227"/>
                  </a:lnTo>
                  <a:lnTo>
                    <a:pt x="0" y="937584"/>
                  </a:lnTo>
                  <a:lnTo>
                    <a:pt x="0" y="30535"/>
                  </a:lnTo>
                  <a:lnTo>
                    <a:pt x="26045" y="893"/>
                  </a:lnTo>
                  <a:lnTo>
                    <a:pt x="30536" y="0"/>
                  </a:lnTo>
                  <a:lnTo>
                    <a:pt x="35204" y="0"/>
                  </a:lnTo>
                  <a:lnTo>
                    <a:pt x="1641673" y="0"/>
                  </a:lnTo>
                  <a:lnTo>
                    <a:pt x="1671315" y="26045"/>
                  </a:lnTo>
                  <a:lnTo>
                    <a:pt x="1672208" y="30535"/>
                  </a:lnTo>
                  <a:lnTo>
                    <a:pt x="1672208" y="937584"/>
                  </a:lnTo>
                  <a:lnTo>
                    <a:pt x="1646163" y="967227"/>
                  </a:lnTo>
                  <a:lnTo>
                    <a:pt x="1641673" y="968120"/>
                  </a:lnTo>
                  <a:close/>
                </a:path>
              </a:pathLst>
            </a:custGeom>
            <a:solidFill>
              <a:srgbClr val="FF8B00">
                <a:alpha val="1215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27"/>
            <p:cNvSpPr/>
            <p:nvPr/>
          </p:nvSpPr>
          <p:spPr>
            <a:xfrm>
              <a:off x="8068626" y="3740107"/>
              <a:ext cx="1672589" cy="968375"/>
            </a:xfrm>
            <a:custGeom>
              <a:rect b="b" l="l" r="r" t="t"/>
              <a:pathLst>
                <a:path extrusionOk="0" h="968375" w="1672590">
                  <a:moveTo>
                    <a:pt x="35204" y="0"/>
                  </a:moveTo>
                  <a:lnTo>
                    <a:pt x="1637004" y="0"/>
                  </a:lnTo>
                  <a:lnTo>
                    <a:pt x="1641673" y="0"/>
                  </a:lnTo>
                  <a:lnTo>
                    <a:pt x="1646163" y="893"/>
                  </a:lnTo>
                  <a:lnTo>
                    <a:pt x="1650476" y="2679"/>
                  </a:lnTo>
                  <a:lnTo>
                    <a:pt x="1654789" y="4466"/>
                  </a:lnTo>
                  <a:lnTo>
                    <a:pt x="1658596" y="7010"/>
                  </a:lnTo>
                  <a:lnTo>
                    <a:pt x="1661898" y="10311"/>
                  </a:lnTo>
                  <a:lnTo>
                    <a:pt x="1665199" y="13612"/>
                  </a:lnTo>
                  <a:lnTo>
                    <a:pt x="1667742" y="17419"/>
                  </a:lnTo>
                  <a:lnTo>
                    <a:pt x="1669528" y="21732"/>
                  </a:lnTo>
                  <a:lnTo>
                    <a:pt x="1671315" y="26045"/>
                  </a:lnTo>
                  <a:lnTo>
                    <a:pt x="1672208" y="30535"/>
                  </a:lnTo>
                  <a:lnTo>
                    <a:pt x="1672209" y="35204"/>
                  </a:lnTo>
                  <a:lnTo>
                    <a:pt x="1672209" y="932916"/>
                  </a:lnTo>
                  <a:lnTo>
                    <a:pt x="1672208" y="937584"/>
                  </a:lnTo>
                  <a:lnTo>
                    <a:pt x="1671315" y="942075"/>
                  </a:lnTo>
                  <a:lnTo>
                    <a:pt x="1669528" y="946388"/>
                  </a:lnTo>
                  <a:lnTo>
                    <a:pt x="1667742" y="950701"/>
                  </a:lnTo>
                  <a:lnTo>
                    <a:pt x="1650476" y="965441"/>
                  </a:lnTo>
                  <a:lnTo>
                    <a:pt x="1646163" y="967227"/>
                  </a:lnTo>
                  <a:lnTo>
                    <a:pt x="1641673" y="968120"/>
                  </a:lnTo>
                  <a:lnTo>
                    <a:pt x="1637004" y="968120"/>
                  </a:lnTo>
                  <a:lnTo>
                    <a:pt x="35204" y="968120"/>
                  </a:lnTo>
                  <a:lnTo>
                    <a:pt x="10311" y="957809"/>
                  </a:lnTo>
                  <a:lnTo>
                    <a:pt x="7009" y="954508"/>
                  </a:lnTo>
                  <a:lnTo>
                    <a:pt x="4466" y="950701"/>
                  </a:lnTo>
                  <a:lnTo>
                    <a:pt x="2679" y="946388"/>
                  </a:lnTo>
                  <a:lnTo>
                    <a:pt x="893" y="942075"/>
                  </a:lnTo>
                  <a:lnTo>
                    <a:pt x="0" y="937584"/>
                  </a:lnTo>
                  <a:lnTo>
                    <a:pt x="0" y="932916"/>
                  </a:lnTo>
                  <a:lnTo>
                    <a:pt x="0" y="35204"/>
                  </a:lnTo>
                  <a:lnTo>
                    <a:pt x="10311" y="10311"/>
                  </a:lnTo>
                  <a:lnTo>
                    <a:pt x="13612" y="7010"/>
                  </a:lnTo>
                  <a:lnTo>
                    <a:pt x="17419" y="4466"/>
                  </a:lnTo>
                  <a:lnTo>
                    <a:pt x="21732" y="2679"/>
                  </a:lnTo>
                  <a:lnTo>
                    <a:pt x="26045" y="893"/>
                  </a:lnTo>
                  <a:lnTo>
                    <a:pt x="30536" y="0"/>
                  </a:lnTo>
                  <a:lnTo>
                    <a:pt x="35204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FF8B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7" name="Google Shape;607;p27"/>
          <p:cNvSpPr txBox="1"/>
          <p:nvPr/>
        </p:nvSpPr>
        <p:spPr>
          <a:xfrm>
            <a:off x="8540302" y="3929447"/>
            <a:ext cx="730250" cy="153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Thread B TLAB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27"/>
          <p:cNvSpPr txBox="1"/>
          <p:nvPr/>
        </p:nvSpPr>
        <p:spPr>
          <a:xfrm>
            <a:off x="8421389" y="4153704"/>
            <a:ext cx="966469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Contention</a:t>
            </a:r>
            <a:r>
              <a:rPr lang="en-US" sz="8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</a:t>
            </a:r>
            <a:r>
              <a:rPr lang="en-US" sz="7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Free bump</a:t>
            </a:r>
            <a:endParaRPr sz="7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9" name="Google Shape;609;p27"/>
          <p:cNvSpPr txBox="1"/>
          <p:nvPr/>
        </p:nvSpPr>
        <p:spPr>
          <a:xfrm>
            <a:off x="8393409" y="4379121"/>
            <a:ext cx="1023619" cy="140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0567E1"/>
                </a:solidFill>
                <a:latin typeface="Arial"/>
                <a:ea typeface="Arial"/>
                <a:cs typeface="Arial"/>
                <a:sym typeface="Arial"/>
              </a:rPr>
              <a:t>Alloc offset points here</a:t>
            </a:r>
            <a:endParaRPr sz="7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27"/>
          <p:cNvSpPr txBox="1"/>
          <p:nvPr/>
        </p:nvSpPr>
        <p:spPr>
          <a:xfrm>
            <a:off x="692150" y="4153431"/>
            <a:ext cx="3780790" cy="203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thread is allocated a private slice of the Eden space.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11" name="Google Shape;61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225" y="4222750"/>
            <a:ext cx="50800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27"/>
          <p:cNvSpPr txBox="1"/>
          <p:nvPr/>
        </p:nvSpPr>
        <p:spPr>
          <a:xfrm>
            <a:off x="692150" y="4409132"/>
            <a:ext cx="4430395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Allocations inside TLABs use a simple, contention-free 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bump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pointer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" </a:t>
            </a: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mechanism.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13" name="Google Shape;61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225" y="4489450"/>
            <a:ext cx="50800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27"/>
          <p:cNvSpPr txBox="1"/>
          <p:nvPr/>
        </p:nvSpPr>
        <p:spPr>
          <a:xfrm>
            <a:off x="692150" y="4874788"/>
            <a:ext cx="4096385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08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a TLAB fills up, the thread requests a new buffer using a synchronized global allocation lock.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15" name="Google Shape;61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225" y="4956174"/>
            <a:ext cx="50800" cy="8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620" name="Google Shape;620;p28"/>
          <p:cNvSpPr txBox="1"/>
          <p:nvPr>
            <p:ph type="title"/>
          </p:nvPr>
        </p:nvSpPr>
        <p:spPr>
          <a:xfrm>
            <a:off x="463549" y="409883"/>
            <a:ext cx="5290820" cy="353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FF8B00"/>
                </a:solidFill>
              </a:rPr>
              <a:t>28.  </a:t>
            </a:r>
            <a:r>
              <a:rPr lang="en-US"/>
              <a:t>GC Reference Strengths </a:t>
            </a:r>
            <a:r>
              <a:rPr lang="en-US" sz="2050"/>
              <a:t>&amp; </a:t>
            </a:r>
            <a:r>
              <a:rPr lang="en-US"/>
              <a:t>Visibility</a:t>
            </a:r>
            <a:endParaRPr sz="2050"/>
          </a:p>
        </p:txBody>
      </p:sp>
      <p:grpSp>
        <p:nvGrpSpPr>
          <p:cNvPr id="621" name="Google Shape;621;p28"/>
          <p:cNvGrpSpPr/>
          <p:nvPr/>
        </p:nvGrpSpPr>
        <p:grpSpPr>
          <a:xfrm>
            <a:off x="8943974" y="495277"/>
            <a:ext cx="1266825" cy="228622"/>
            <a:chOff x="8943974" y="495277"/>
            <a:chExt cx="1266825" cy="228622"/>
          </a:xfrm>
        </p:grpSpPr>
        <p:sp>
          <p:nvSpPr>
            <p:cNvPr id="622" name="Google Shape;622;p28"/>
            <p:cNvSpPr/>
            <p:nvPr/>
          </p:nvSpPr>
          <p:spPr>
            <a:xfrm>
              <a:off x="8943974" y="495277"/>
              <a:ext cx="1266825" cy="228600"/>
            </a:xfrm>
            <a:custGeom>
              <a:rect b="b" l="l" r="r" t="t"/>
              <a:pathLst>
                <a:path extrusionOk="0" h="228600" w="1266825">
                  <a:moveTo>
                    <a:pt x="1152524" y="228599"/>
                  </a:moveTo>
                  <a:lnTo>
                    <a:pt x="114299" y="228599"/>
                  </a:lnTo>
                  <a:lnTo>
                    <a:pt x="103040" y="228056"/>
                  </a:lnTo>
                  <a:lnTo>
                    <a:pt x="60363" y="215088"/>
                  </a:lnTo>
                  <a:lnTo>
                    <a:pt x="25899" y="186775"/>
                  </a:lnTo>
                  <a:lnTo>
                    <a:pt x="4893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1" y="60364"/>
                  </a:lnTo>
                  <a:lnTo>
                    <a:pt x="41823" y="25900"/>
                  </a:lnTo>
                  <a:lnTo>
                    <a:pt x="81168" y="4894"/>
                  </a:lnTo>
                  <a:lnTo>
                    <a:pt x="114299" y="0"/>
                  </a:lnTo>
                  <a:lnTo>
                    <a:pt x="1152524" y="0"/>
                  </a:lnTo>
                  <a:lnTo>
                    <a:pt x="1196264" y="8700"/>
                  </a:lnTo>
                  <a:lnTo>
                    <a:pt x="1233346" y="33477"/>
                  </a:lnTo>
                  <a:lnTo>
                    <a:pt x="1258122" y="70559"/>
                  </a:lnTo>
                  <a:lnTo>
                    <a:pt x="1266824" y="114299"/>
                  </a:lnTo>
                  <a:lnTo>
                    <a:pt x="1266280" y="125559"/>
                  </a:lnTo>
                  <a:lnTo>
                    <a:pt x="1253311" y="168235"/>
                  </a:lnTo>
                  <a:lnTo>
                    <a:pt x="1225000" y="202699"/>
                  </a:lnTo>
                  <a:lnTo>
                    <a:pt x="1185653" y="223705"/>
                  </a:lnTo>
                  <a:lnTo>
                    <a:pt x="1152524" y="228599"/>
                  </a:lnTo>
                  <a:close/>
                </a:path>
              </a:pathLst>
            </a:custGeom>
            <a:solidFill>
              <a:srgbClr val="0567E1">
                <a:alpha val="1215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28"/>
            <p:cNvSpPr/>
            <p:nvPr/>
          </p:nvSpPr>
          <p:spPr>
            <a:xfrm>
              <a:off x="8943974" y="495299"/>
              <a:ext cx="1266825" cy="228600"/>
            </a:xfrm>
            <a:custGeom>
              <a:rect b="b" l="l" r="r" t="t"/>
              <a:pathLst>
                <a:path extrusionOk="0" h="228600" w="1266825">
                  <a:moveTo>
                    <a:pt x="1152524" y="228599"/>
                  </a:moveTo>
                  <a:lnTo>
                    <a:pt x="114299" y="228599"/>
                  </a:lnTo>
                  <a:lnTo>
                    <a:pt x="103040" y="228056"/>
                  </a:lnTo>
                  <a:lnTo>
                    <a:pt x="60363" y="215088"/>
                  </a:lnTo>
                  <a:lnTo>
                    <a:pt x="25899" y="186775"/>
                  </a:lnTo>
                  <a:lnTo>
                    <a:pt x="4893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1" y="60364"/>
                  </a:lnTo>
                  <a:lnTo>
                    <a:pt x="41823" y="25900"/>
                  </a:lnTo>
                  <a:lnTo>
                    <a:pt x="81168" y="4894"/>
                  </a:lnTo>
                  <a:lnTo>
                    <a:pt x="114299" y="0"/>
                  </a:lnTo>
                  <a:lnTo>
                    <a:pt x="1152524" y="0"/>
                  </a:lnTo>
                  <a:lnTo>
                    <a:pt x="1196264" y="8700"/>
                  </a:lnTo>
                  <a:lnTo>
                    <a:pt x="1198011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121179"/>
                  </a:lnTo>
                  <a:lnTo>
                    <a:pt x="20133" y="160751"/>
                  </a:lnTo>
                  <a:lnTo>
                    <a:pt x="45077" y="193251"/>
                  </a:lnTo>
                  <a:lnTo>
                    <a:pt x="80560" y="213732"/>
                  </a:lnTo>
                  <a:lnTo>
                    <a:pt x="107420" y="219074"/>
                  </a:lnTo>
                  <a:lnTo>
                    <a:pt x="1198010" y="219074"/>
                  </a:lnTo>
                  <a:lnTo>
                    <a:pt x="1196264" y="219899"/>
                  </a:lnTo>
                  <a:lnTo>
                    <a:pt x="1185653" y="223705"/>
                  </a:lnTo>
                  <a:lnTo>
                    <a:pt x="1174826" y="226424"/>
                  </a:lnTo>
                  <a:lnTo>
                    <a:pt x="1163783" y="228056"/>
                  </a:lnTo>
                  <a:lnTo>
                    <a:pt x="1152524" y="228599"/>
                  </a:lnTo>
                  <a:close/>
                </a:path>
                <a:path extrusionOk="0" h="228600" w="1266825">
                  <a:moveTo>
                    <a:pt x="1198010" y="219074"/>
                  </a:moveTo>
                  <a:lnTo>
                    <a:pt x="1159404" y="219074"/>
                  </a:lnTo>
                  <a:lnTo>
                    <a:pt x="1166217" y="218403"/>
                  </a:lnTo>
                  <a:lnTo>
                    <a:pt x="1179712" y="215719"/>
                  </a:lnTo>
                  <a:lnTo>
                    <a:pt x="1216454" y="197595"/>
                  </a:lnTo>
                  <a:lnTo>
                    <a:pt x="1243463" y="166789"/>
                  </a:lnTo>
                  <a:lnTo>
                    <a:pt x="1256628" y="127993"/>
                  </a:lnTo>
                  <a:lnTo>
                    <a:pt x="1257299" y="121179"/>
                  </a:lnTo>
                  <a:lnTo>
                    <a:pt x="1257299" y="107420"/>
                  </a:lnTo>
                  <a:lnTo>
                    <a:pt x="1246691" y="67848"/>
                  </a:lnTo>
                  <a:lnTo>
                    <a:pt x="1221747" y="35348"/>
                  </a:lnTo>
                  <a:lnTo>
                    <a:pt x="1186264" y="14867"/>
                  </a:lnTo>
                  <a:lnTo>
                    <a:pt x="1159404" y="9524"/>
                  </a:lnTo>
                  <a:lnTo>
                    <a:pt x="1198011" y="9524"/>
                  </a:lnTo>
                  <a:lnTo>
                    <a:pt x="1233346" y="33477"/>
                  </a:lnTo>
                  <a:lnTo>
                    <a:pt x="1258122" y="70559"/>
                  </a:lnTo>
                  <a:lnTo>
                    <a:pt x="1266824" y="114299"/>
                  </a:lnTo>
                  <a:lnTo>
                    <a:pt x="1266280" y="125559"/>
                  </a:lnTo>
                  <a:lnTo>
                    <a:pt x="1253311" y="168235"/>
                  </a:lnTo>
                  <a:lnTo>
                    <a:pt x="1225000" y="202699"/>
                  </a:lnTo>
                  <a:lnTo>
                    <a:pt x="1206459" y="215088"/>
                  </a:lnTo>
                  <a:lnTo>
                    <a:pt x="1198010" y="219074"/>
                  </a:lnTo>
                  <a:close/>
                </a:path>
              </a:pathLst>
            </a:custGeom>
            <a:solidFill>
              <a:srgbClr val="0567E1">
                <a:alpha val="3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4" name="Google Shape;624;p28"/>
          <p:cNvSpPr txBox="1"/>
          <p:nvPr/>
        </p:nvSpPr>
        <p:spPr>
          <a:xfrm>
            <a:off x="9054058" y="523830"/>
            <a:ext cx="1031875" cy="159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567E1"/>
                </a:solidFill>
                <a:latin typeface="Arial"/>
                <a:ea typeface="Arial"/>
                <a:cs typeface="Arial"/>
                <a:sym typeface="Arial"/>
              </a:rPr>
              <a:t>G C ME CH AN I CS</a:t>
            </a:r>
            <a:endParaRPr sz="8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28"/>
          <p:cNvSpPr txBox="1"/>
          <p:nvPr/>
        </p:nvSpPr>
        <p:spPr>
          <a:xfrm>
            <a:off x="463549" y="2773600"/>
            <a:ext cx="4417695" cy="661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Configuring Garbage Collector Visibility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Java provides explicit reference classes to alter how the garbage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collector handles object lifecycles: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626" name="Google Shape;626;p28"/>
          <p:cNvGrpSpPr/>
          <p:nvPr/>
        </p:nvGrpSpPr>
        <p:grpSpPr>
          <a:xfrm>
            <a:off x="5491161" y="3157529"/>
            <a:ext cx="4714875" cy="1838325"/>
            <a:chOff x="5491161" y="3157529"/>
            <a:chExt cx="4714875" cy="1838325"/>
          </a:xfrm>
        </p:grpSpPr>
        <p:sp>
          <p:nvSpPr>
            <p:cNvPr id="627" name="Google Shape;627;p28"/>
            <p:cNvSpPr/>
            <p:nvPr/>
          </p:nvSpPr>
          <p:spPr>
            <a:xfrm>
              <a:off x="5491161" y="3157529"/>
              <a:ext cx="4714875" cy="1838325"/>
            </a:xfrm>
            <a:custGeom>
              <a:rect b="b" l="l" r="r" t="t"/>
              <a:pathLst>
                <a:path extrusionOk="0" h="1838325" w="4714875">
                  <a:moveTo>
                    <a:pt x="0" y="1766887"/>
                  </a:moveTo>
                  <a:lnTo>
                    <a:pt x="0" y="71437"/>
                  </a:lnTo>
                  <a:lnTo>
                    <a:pt x="0" y="66732"/>
                  </a:lnTo>
                  <a:lnTo>
                    <a:pt x="457" y="62083"/>
                  </a:lnTo>
                  <a:lnTo>
                    <a:pt x="1372" y="57483"/>
                  </a:lnTo>
                  <a:lnTo>
                    <a:pt x="2287" y="52873"/>
                  </a:lnTo>
                  <a:lnTo>
                    <a:pt x="3642" y="48406"/>
                  </a:lnTo>
                  <a:lnTo>
                    <a:pt x="5437" y="44072"/>
                  </a:lnTo>
                  <a:lnTo>
                    <a:pt x="7232" y="39738"/>
                  </a:lnTo>
                  <a:lnTo>
                    <a:pt x="9433" y="35604"/>
                  </a:lnTo>
                  <a:lnTo>
                    <a:pt x="12039" y="31718"/>
                  </a:lnTo>
                  <a:lnTo>
                    <a:pt x="14645" y="27832"/>
                  </a:lnTo>
                  <a:lnTo>
                    <a:pt x="17607" y="24222"/>
                  </a:lnTo>
                  <a:lnTo>
                    <a:pt x="20923" y="20907"/>
                  </a:lnTo>
                  <a:lnTo>
                    <a:pt x="24240" y="17583"/>
                  </a:lnTo>
                  <a:lnTo>
                    <a:pt x="27848" y="14620"/>
                  </a:lnTo>
                  <a:lnTo>
                    <a:pt x="31749" y="12020"/>
                  </a:lnTo>
                  <a:lnTo>
                    <a:pt x="35649" y="9391"/>
                  </a:lnTo>
                  <a:lnTo>
                    <a:pt x="39766" y="7200"/>
                  </a:lnTo>
                  <a:lnTo>
                    <a:pt x="44100" y="5410"/>
                  </a:lnTo>
                  <a:lnTo>
                    <a:pt x="48433" y="3629"/>
                  </a:lnTo>
                  <a:lnTo>
                    <a:pt x="52900" y="2266"/>
                  </a:lnTo>
                  <a:lnTo>
                    <a:pt x="57501" y="1362"/>
                  </a:lnTo>
                  <a:lnTo>
                    <a:pt x="62101" y="447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4643437" y="0"/>
                  </a:lnTo>
                  <a:lnTo>
                    <a:pt x="4648126" y="0"/>
                  </a:lnTo>
                  <a:lnTo>
                    <a:pt x="4652772" y="447"/>
                  </a:lnTo>
                  <a:lnTo>
                    <a:pt x="4657372" y="1362"/>
                  </a:lnTo>
                  <a:lnTo>
                    <a:pt x="4661973" y="2266"/>
                  </a:lnTo>
                  <a:lnTo>
                    <a:pt x="4683124" y="12020"/>
                  </a:lnTo>
                  <a:lnTo>
                    <a:pt x="4687025" y="14620"/>
                  </a:lnTo>
                  <a:lnTo>
                    <a:pt x="4690633" y="17583"/>
                  </a:lnTo>
                  <a:lnTo>
                    <a:pt x="4693950" y="20907"/>
                  </a:lnTo>
                  <a:lnTo>
                    <a:pt x="4697268" y="24222"/>
                  </a:lnTo>
                  <a:lnTo>
                    <a:pt x="4700228" y="27832"/>
                  </a:lnTo>
                  <a:lnTo>
                    <a:pt x="4702834" y="31718"/>
                  </a:lnTo>
                  <a:lnTo>
                    <a:pt x="4705439" y="35604"/>
                  </a:lnTo>
                  <a:lnTo>
                    <a:pt x="4713501" y="57483"/>
                  </a:lnTo>
                  <a:lnTo>
                    <a:pt x="4714417" y="62083"/>
                  </a:lnTo>
                  <a:lnTo>
                    <a:pt x="4714875" y="66732"/>
                  </a:lnTo>
                  <a:lnTo>
                    <a:pt x="4714875" y="71437"/>
                  </a:lnTo>
                  <a:lnTo>
                    <a:pt x="4714875" y="1766887"/>
                  </a:lnTo>
                  <a:lnTo>
                    <a:pt x="4714875" y="1771554"/>
                  </a:lnTo>
                  <a:lnTo>
                    <a:pt x="4714417" y="1776212"/>
                  </a:lnTo>
                  <a:lnTo>
                    <a:pt x="4697268" y="1814045"/>
                  </a:lnTo>
                  <a:lnTo>
                    <a:pt x="4683124" y="1826228"/>
                  </a:lnTo>
                  <a:lnTo>
                    <a:pt x="4679225" y="1828837"/>
                  </a:lnTo>
                  <a:lnTo>
                    <a:pt x="4648126" y="1838324"/>
                  </a:lnTo>
                  <a:lnTo>
                    <a:pt x="4643437" y="1838324"/>
                  </a:lnTo>
                  <a:lnTo>
                    <a:pt x="71438" y="1838324"/>
                  </a:lnTo>
                  <a:lnTo>
                    <a:pt x="66747" y="1838324"/>
                  </a:lnTo>
                  <a:lnTo>
                    <a:pt x="62101" y="1837858"/>
                  </a:lnTo>
                  <a:lnTo>
                    <a:pt x="31749" y="1826228"/>
                  </a:lnTo>
                  <a:lnTo>
                    <a:pt x="27848" y="1823627"/>
                  </a:lnTo>
                  <a:lnTo>
                    <a:pt x="3642" y="1789880"/>
                  </a:lnTo>
                  <a:lnTo>
                    <a:pt x="0" y="1771554"/>
                  </a:lnTo>
                  <a:lnTo>
                    <a:pt x="0" y="1766887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28"/>
            <p:cNvSpPr/>
            <p:nvPr/>
          </p:nvSpPr>
          <p:spPr>
            <a:xfrm>
              <a:off x="5495924" y="3162277"/>
              <a:ext cx="4705350" cy="314325"/>
            </a:xfrm>
            <a:custGeom>
              <a:rect b="b" l="l" r="r" t="t"/>
              <a:pathLst>
                <a:path extrusionOk="0" h="314325" w="4705350">
                  <a:moveTo>
                    <a:pt x="4705349" y="314324"/>
                  </a:moveTo>
                  <a:lnTo>
                    <a:pt x="0" y="314324"/>
                  </a:lnTo>
                  <a:lnTo>
                    <a:pt x="0" y="66682"/>
                  </a:lnTo>
                  <a:lnTo>
                    <a:pt x="11226" y="29632"/>
                  </a:lnTo>
                  <a:lnTo>
                    <a:pt x="41158" y="5082"/>
                  </a:lnTo>
                  <a:lnTo>
                    <a:pt x="66675" y="0"/>
                  </a:lnTo>
                  <a:lnTo>
                    <a:pt x="4638675" y="0"/>
                  </a:lnTo>
                  <a:lnTo>
                    <a:pt x="4675723" y="11234"/>
                  </a:lnTo>
                  <a:lnTo>
                    <a:pt x="4700272" y="41167"/>
                  </a:lnTo>
                  <a:lnTo>
                    <a:pt x="4705349" y="314324"/>
                  </a:lnTo>
                  <a:close/>
                </a:path>
              </a:pathLst>
            </a:custGeom>
            <a:solidFill>
              <a:srgbClr val="FFFFFF">
                <a:alpha val="3137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28"/>
            <p:cNvSpPr/>
            <p:nvPr/>
          </p:nvSpPr>
          <p:spPr>
            <a:xfrm>
              <a:off x="5495924" y="3467069"/>
              <a:ext cx="4705350" cy="9525"/>
            </a:xfrm>
            <a:custGeom>
              <a:rect b="b" l="l" r="r" t="t"/>
              <a:pathLst>
                <a:path extrusionOk="0" h="9525" w="4705350">
                  <a:moveTo>
                    <a:pt x="47053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4705349" y="0"/>
                  </a:lnTo>
                  <a:lnTo>
                    <a:pt x="4705349" y="9524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0" name="Google Shape;630;p28"/>
          <p:cNvSpPr txBox="1"/>
          <p:nvPr/>
        </p:nvSpPr>
        <p:spPr>
          <a:xfrm>
            <a:off x="5635625" y="3214316"/>
            <a:ext cx="1191895" cy="176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94A2B8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WeakCache Mapping</a:t>
            </a:r>
            <a:endParaRPr sz="1000"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631" name="Google Shape;631;p28"/>
          <p:cNvSpPr/>
          <p:nvPr/>
        </p:nvSpPr>
        <p:spPr>
          <a:xfrm>
            <a:off x="5495924" y="3476602"/>
            <a:ext cx="4705350" cy="1514475"/>
          </a:xfrm>
          <a:custGeom>
            <a:rect b="b" l="l" r="r" t="t"/>
            <a:pathLst>
              <a:path extrusionOk="0" h="1514475" w="4705350">
                <a:moveTo>
                  <a:pt x="4638675" y="1514474"/>
                </a:moveTo>
                <a:lnTo>
                  <a:pt x="66675" y="1514474"/>
                </a:lnTo>
                <a:lnTo>
                  <a:pt x="60107" y="1514165"/>
                </a:lnTo>
                <a:lnTo>
                  <a:pt x="24397" y="1499373"/>
                </a:lnTo>
                <a:lnTo>
                  <a:pt x="2854" y="1467133"/>
                </a:lnTo>
                <a:lnTo>
                  <a:pt x="0" y="1447807"/>
                </a:lnTo>
                <a:lnTo>
                  <a:pt x="0" y="0"/>
                </a:lnTo>
                <a:lnTo>
                  <a:pt x="4705350" y="0"/>
                </a:lnTo>
                <a:lnTo>
                  <a:pt x="4705349" y="1447807"/>
                </a:lnTo>
                <a:lnTo>
                  <a:pt x="4694122" y="1484857"/>
                </a:lnTo>
                <a:lnTo>
                  <a:pt x="4664189" y="1509406"/>
                </a:lnTo>
                <a:lnTo>
                  <a:pt x="4638675" y="1514474"/>
                </a:lnTo>
                <a:close/>
              </a:path>
            </a:pathLst>
          </a:custGeom>
          <a:solidFill>
            <a:srgbClr val="03050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28"/>
          <p:cNvSpPr txBox="1"/>
          <p:nvPr/>
        </p:nvSpPr>
        <p:spPr>
          <a:xfrm>
            <a:off x="5635624" y="3592512"/>
            <a:ext cx="411226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7BDF7"/>
                </a:solidFill>
                <a:latin typeface="Courier New"/>
                <a:ea typeface="Courier New"/>
                <a:cs typeface="Courier New"/>
                <a:sym typeface="Courier New"/>
              </a:rPr>
              <a:t>Object 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payload = </a:t>
            </a: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lang="en-US" sz="900">
                <a:solidFill>
                  <a:srgbClr val="37BDF7"/>
                </a:solidFill>
                <a:latin typeface="Courier New"/>
                <a:ea typeface="Courier New"/>
                <a:cs typeface="Courier New"/>
                <a:sym typeface="Courier New"/>
              </a:rPr>
              <a:t>Object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7BDF7"/>
                </a:solidFill>
                <a:latin typeface="Courier New"/>
                <a:ea typeface="Courier New"/>
                <a:cs typeface="Courier New"/>
                <a:sym typeface="Courier New"/>
              </a:rPr>
              <a:t>WeakReference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900">
                <a:solidFill>
                  <a:srgbClr val="37BDF7"/>
                </a:solidFill>
                <a:latin typeface="Courier New"/>
                <a:ea typeface="Courier New"/>
                <a:cs typeface="Courier New"/>
                <a:sym typeface="Courier New"/>
              </a:rPr>
              <a:t>Object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&gt; ref = </a:t>
            </a: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lang="en-US" sz="900">
                <a:solidFill>
                  <a:srgbClr val="37BDF7"/>
                </a:solidFill>
                <a:latin typeface="Courier New"/>
                <a:ea typeface="Courier New"/>
                <a:cs typeface="Courier New"/>
                <a:sym typeface="Courier New"/>
              </a:rPr>
              <a:t>WeakReference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&lt;&gt;(payload);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33" name="Google Shape;633;p28"/>
          <p:cNvSpPr txBox="1"/>
          <p:nvPr/>
        </p:nvSpPr>
        <p:spPr>
          <a:xfrm>
            <a:off x="5635624" y="4135437"/>
            <a:ext cx="3108325" cy="168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payload = </a:t>
            </a: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i="1" lang="en-US" sz="900">
                <a:solidFill>
                  <a:srgbClr val="64738B"/>
                </a:solidFill>
                <a:latin typeface="Courier New"/>
                <a:ea typeface="Courier New"/>
                <a:cs typeface="Courier New"/>
                <a:sym typeface="Courier New"/>
              </a:rPr>
              <a:t>// Strong reference cleared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34" name="Google Shape;634;p28"/>
          <p:cNvSpPr txBox="1"/>
          <p:nvPr/>
        </p:nvSpPr>
        <p:spPr>
          <a:xfrm>
            <a:off x="5635624" y="4459287"/>
            <a:ext cx="3108325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64738B"/>
                </a:solidFill>
                <a:latin typeface="Courier New"/>
                <a:ea typeface="Courier New"/>
                <a:cs typeface="Courier New"/>
                <a:sym typeface="Courier New"/>
              </a:rPr>
              <a:t>// The JVM will reclaim the object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64738B"/>
                </a:solidFill>
                <a:latin typeface="Courier New"/>
                <a:ea typeface="Courier New"/>
                <a:cs typeface="Courier New"/>
                <a:sym typeface="Courier New"/>
              </a:rPr>
              <a:t>// during the next garbage collection cycle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35" name="Google Shape;635;p28"/>
          <p:cNvSpPr txBox="1"/>
          <p:nvPr/>
        </p:nvSpPr>
        <p:spPr>
          <a:xfrm>
            <a:off x="692150" y="3531759"/>
            <a:ext cx="4187190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5080" rtl="0" algn="l">
              <a:lnSpc>
                <a:spcPct val="106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Strong Reference 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Default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): </a:t>
            </a: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collector will never reclaim the object while it remains reachable.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36" name="Google Shape;63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225" y="3622675"/>
            <a:ext cx="50800" cy="8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7" name="Google Shape;63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225" y="4079875"/>
            <a:ext cx="50800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28"/>
          <p:cNvSpPr txBox="1"/>
          <p:nvPr/>
        </p:nvSpPr>
        <p:spPr>
          <a:xfrm>
            <a:off x="692150" y="3978730"/>
            <a:ext cx="4451985" cy="893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1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SoftReference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Reclaimed only when the heap runs critically low on memory. Ideal for memory-sensitive caches.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323850" rtl="0" algn="l">
              <a:lnSpc>
                <a:spcPct val="1067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WeakReference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Reclaimed during the next garbage collection cycle. Useful for metadata maps.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39" name="Google Shape;63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225" y="4546600"/>
            <a:ext cx="50800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28"/>
          <p:cNvSpPr txBox="1"/>
          <p:nvPr/>
        </p:nvSpPr>
        <p:spPr>
          <a:xfrm>
            <a:off x="692150" y="4922409"/>
            <a:ext cx="4144010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5080" rtl="0" algn="l">
              <a:lnSpc>
                <a:spcPct val="106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PhantomReference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Used to schedule cleanup actions after an object has been finalized.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41" name="Google Shape;64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225" y="5013324"/>
            <a:ext cx="50800" cy="8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646" name="Google Shape;646;p29"/>
          <p:cNvSpPr txBox="1"/>
          <p:nvPr>
            <p:ph type="title"/>
          </p:nvPr>
        </p:nvSpPr>
        <p:spPr>
          <a:xfrm>
            <a:off x="463549" y="409883"/>
            <a:ext cx="5290820" cy="353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FF8B00"/>
                </a:solidFill>
              </a:rPr>
              <a:t>29. </a:t>
            </a:r>
            <a:r>
              <a:rPr lang="en-US"/>
              <a:t>G</a:t>
            </a:r>
            <a:r>
              <a:rPr lang="en-US" sz="2050"/>
              <a:t>1 </a:t>
            </a:r>
            <a:r>
              <a:rPr lang="en-US"/>
              <a:t>GC</a:t>
            </a:r>
            <a:r>
              <a:rPr lang="en-US" sz="2050"/>
              <a:t>: </a:t>
            </a:r>
            <a:r>
              <a:rPr lang="en-US"/>
              <a:t>Garbage</a:t>
            </a:r>
            <a:r>
              <a:rPr lang="en-US" sz="2050"/>
              <a:t>-</a:t>
            </a:r>
            <a:r>
              <a:rPr lang="en-US"/>
              <a:t>First Regions</a:t>
            </a:r>
            <a:endParaRPr sz="2050"/>
          </a:p>
        </p:txBody>
      </p:sp>
      <p:grpSp>
        <p:nvGrpSpPr>
          <p:cNvPr id="647" name="Google Shape;647;p29"/>
          <p:cNvGrpSpPr/>
          <p:nvPr/>
        </p:nvGrpSpPr>
        <p:grpSpPr>
          <a:xfrm>
            <a:off x="8943974" y="495277"/>
            <a:ext cx="1266825" cy="228622"/>
            <a:chOff x="8943974" y="495277"/>
            <a:chExt cx="1266825" cy="228622"/>
          </a:xfrm>
        </p:grpSpPr>
        <p:sp>
          <p:nvSpPr>
            <p:cNvPr id="648" name="Google Shape;648;p29"/>
            <p:cNvSpPr/>
            <p:nvPr/>
          </p:nvSpPr>
          <p:spPr>
            <a:xfrm>
              <a:off x="8943974" y="495277"/>
              <a:ext cx="1266825" cy="228600"/>
            </a:xfrm>
            <a:custGeom>
              <a:rect b="b" l="l" r="r" t="t"/>
              <a:pathLst>
                <a:path extrusionOk="0" h="228600" w="1266825">
                  <a:moveTo>
                    <a:pt x="1152524" y="228599"/>
                  </a:moveTo>
                  <a:lnTo>
                    <a:pt x="114299" y="228599"/>
                  </a:lnTo>
                  <a:lnTo>
                    <a:pt x="103040" y="228056"/>
                  </a:lnTo>
                  <a:lnTo>
                    <a:pt x="60363" y="215088"/>
                  </a:lnTo>
                  <a:lnTo>
                    <a:pt x="25899" y="186775"/>
                  </a:lnTo>
                  <a:lnTo>
                    <a:pt x="4893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1" y="60364"/>
                  </a:lnTo>
                  <a:lnTo>
                    <a:pt x="41823" y="25900"/>
                  </a:lnTo>
                  <a:lnTo>
                    <a:pt x="81168" y="4894"/>
                  </a:lnTo>
                  <a:lnTo>
                    <a:pt x="114299" y="0"/>
                  </a:lnTo>
                  <a:lnTo>
                    <a:pt x="1152524" y="0"/>
                  </a:lnTo>
                  <a:lnTo>
                    <a:pt x="1196264" y="8700"/>
                  </a:lnTo>
                  <a:lnTo>
                    <a:pt x="1233346" y="33477"/>
                  </a:lnTo>
                  <a:lnTo>
                    <a:pt x="1258122" y="70559"/>
                  </a:lnTo>
                  <a:lnTo>
                    <a:pt x="1266824" y="114299"/>
                  </a:lnTo>
                  <a:lnTo>
                    <a:pt x="1266280" y="125559"/>
                  </a:lnTo>
                  <a:lnTo>
                    <a:pt x="1253311" y="168235"/>
                  </a:lnTo>
                  <a:lnTo>
                    <a:pt x="1225000" y="202699"/>
                  </a:lnTo>
                  <a:lnTo>
                    <a:pt x="1185653" y="223705"/>
                  </a:lnTo>
                  <a:lnTo>
                    <a:pt x="1152524" y="228599"/>
                  </a:lnTo>
                  <a:close/>
                </a:path>
              </a:pathLst>
            </a:custGeom>
            <a:solidFill>
              <a:srgbClr val="0567E1">
                <a:alpha val="1215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29"/>
            <p:cNvSpPr/>
            <p:nvPr/>
          </p:nvSpPr>
          <p:spPr>
            <a:xfrm>
              <a:off x="8943974" y="495299"/>
              <a:ext cx="1266825" cy="228600"/>
            </a:xfrm>
            <a:custGeom>
              <a:rect b="b" l="l" r="r" t="t"/>
              <a:pathLst>
                <a:path extrusionOk="0" h="228600" w="1266825">
                  <a:moveTo>
                    <a:pt x="1152524" y="228599"/>
                  </a:moveTo>
                  <a:lnTo>
                    <a:pt x="114299" y="228599"/>
                  </a:lnTo>
                  <a:lnTo>
                    <a:pt x="103040" y="228056"/>
                  </a:lnTo>
                  <a:lnTo>
                    <a:pt x="60363" y="215088"/>
                  </a:lnTo>
                  <a:lnTo>
                    <a:pt x="25899" y="186775"/>
                  </a:lnTo>
                  <a:lnTo>
                    <a:pt x="4893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1" y="60364"/>
                  </a:lnTo>
                  <a:lnTo>
                    <a:pt x="41823" y="25900"/>
                  </a:lnTo>
                  <a:lnTo>
                    <a:pt x="81168" y="4894"/>
                  </a:lnTo>
                  <a:lnTo>
                    <a:pt x="114299" y="0"/>
                  </a:lnTo>
                  <a:lnTo>
                    <a:pt x="1152524" y="0"/>
                  </a:lnTo>
                  <a:lnTo>
                    <a:pt x="1196264" y="8700"/>
                  </a:lnTo>
                  <a:lnTo>
                    <a:pt x="1198011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121179"/>
                  </a:lnTo>
                  <a:lnTo>
                    <a:pt x="20133" y="160751"/>
                  </a:lnTo>
                  <a:lnTo>
                    <a:pt x="45077" y="193251"/>
                  </a:lnTo>
                  <a:lnTo>
                    <a:pt x="80560" y="213732"/>
                  </a:lnTo>
                  <a:lnTo>
                    <a:pt x="107420" y="219074"/>
                  </a:lnTo>
                  <a:lnTo>
                    <a:pt x="1198010" y="219074"/>
                  </a:lnTo>
                  <a:lnTo>
                    <a:pt x="1196264" y="219899"/>
                  </a:lnTo>
                  <a:lnTo>
                    <a:pt x="1185653" y="223705"/>
                  </a:lnTo>
                  <a:lnTo>
                    <a:pt x="1174826" y="226424"/>
                  </a:lnTo>
                  <a:lnTo>
                    <a:pt x="1163783" y="228056"/>
                  </a:lnTo>
                  <a:lnTo>
                    <a:pt x="1152524" y="228599"/>
                  </a:lnTo>
                  <a:close/>
                </a:path>
                <a:path extrusionOk="0" h="228600" w="1266825">
                  <a:moveTo>
                    <a:pt x="1198010" y="219074"/>
                  </a:moveTo>
                  <a:lnTo>
                    <a:pt x="1159404" y="219074"/>
                  </a:lnTo>
                  <a:lnTo>
                    <a:pt x="1166217" y="218403"/>
                  </a:lnTo>
                  <a:lnTo>
                    <a:pt x="1179712" y="215719"/>
                  </a:lnTo>
                  <a:lnTo>
                    <a:pt x="1216454" y="197595"/>
                  </a:lnTo>
                  <a:lnTo>
                    <a:pt x="1243463" y="166789"/>
                  </a:lnTo>
                  <a:lnTo>
                    <a:pt x="1256628" y="127993"/>
                  </a:lnTo>
                  <a:lnTo>
                    <a:pt x="1257299" y="121179"/>
                  </a:lnTo>
                  <a:lnTo>
                    <a:pt x="1257299" y="107420"/>
                  </a:lnTo>
                  <a:lnTo>
                    <a:pt x="1246691" y="67848"/>
                  </a:lnTo>
                  <a:lnTo>
                    <a:pt x="1221747" y="35348"/>
                  </a:lnTo>
                  <a:lnTo>
                    <a:pt x="1186264" y="14867"/>
                  </a:lnTo>
                  <a:lnTo>
                    <a:pt x="1159404" y="9524"/>
                  </a:lnTo>
                  <a:lnTo>
                    <a:pt x="1198011" y="9524"/>
                  </a:lnTo>
                  <a:lnTo>
                    <a:pt x="1233346" y="33477"/>
                  </a:lnTo>
                  <a:lnTo>
                    <a:pt x="1258122" y="70559"/>
                  </a:lnTo>
                  <a:lnTo>
                    <a:pt x="1266824" y="114299"/>
                  </a:lnTo>
                  <a:lnTo>
                    <a:pt x="1266280" y="125559"/>
                  </a:lnTo>
                  <a:lnTo>
                    <a:pt x="1253311" y="168235"/>
                  </a:lnTo>
                  <a:lnTo>
                    <a:pt x="1225000" y="202699"/>
                  </a:lnTo>
                  <a:lnTo>
                    <a:pt x="1206459" y="215088"/>
                  </a:lnTo>
                  <a:lnTo>
                    <a:pt x="1198010" y="219074"/>
                  </a:lnTo>
                  <a:close/>
                </a:path>
              </a:pathLst>
            </a:custGeom>
            <a:solidFill>
              <a:srgbClr val="0567E1">
                <a:alpha val="3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0" name="Google Shape;650;p29"/>
          <p:cNvSpPr txBox="1"/>
          <p:nvPr/>
        </p:nvSpPr>
        <p:spPr>
          <a:xfrm>
            <a:off x="9054058" y="523830"/>
            <a:ext cx="1031875" cy="159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567E1"/>
                </a:solidFill>
                <a:latin typeface="Arial"/>
                <a:ea typeface="Arial"/>
                <a:cs typeface="Arial"/>
                <a:sym typeface="Arial"/>
              </a:rPr>
              <a:t>G C ME CH AN I CS</a:t>
            </a:r>
            <a:endParaRPr sz="8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29"/>
          <p:cNvSpPr txBox="1"/>
          <p:nvPr/>
        </p:nvSpPr>
        <p:spPr>
          <a:xfrm>
            <a:off x="463549" y="3086416"/>
            <a:ext cx="4730115" cy="681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The Region</a:t>
            </a:r>
            <a:r>
              <a:rPr b="1" lang="en-US" sz="16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lang="en-US" sz="15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Based Heap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G1 collector departs from continuous memory layouts. It splits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heap into thousands of equal-sized virtual regions (1MB to 32MB):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652" name="Google Shape;652;p29"/>
          <p:cNvGrpSpPr/>
          <p:nvPr/>
        </p:nvGrpSpPr>
        <p:grpSpPr>
          <a:xfrm>
            <a:off x="5486387" y="2647927"/>
            <a:ext cx="4724412" cy="2971809"/>
            <a:chOff x="5486387" y="2647927"/>
            <a:chExt cx="4724412" cy="2971809"/>
          </a:xfrm>
        </p:grpSpPr>
        <p:sp>
          <p:nvSpPr>
            <p:cNvPr id="653" name="Google Shape;653;p29"/>
            <p:cNvSpPr/>
            <p:nvPr/>
          </p:nvSpPr>
          <p:spPr>
            <a:xfrm>
              <a:off x="5486399" y="2647927"/>
              <a:ext cx="4724400" cy="2971800"/>
            </a:xfrm>
            <a:custGeom>
              <a:rect b="b" l="l" r="r" t="t"/>
              <a:pathLst>
                <a:path extrusionOk="0" h="2971800" w="4724400">
                  <a:moveTo>
                    <a:pt x="4629149" y="2971799"/>
                  </a:moveTo>
                  <a:lnTo>
                    <a:pt x="95249" y="2971799"/>
                  </a:lnTo>
                  <a:lnTo>
                    <a:pt x="85866" y="2971346"/>
                  </a:lnTo>
                  <a:lnTo>
                    <a:pt x="42321" y="2955761"/>
                  </a:lnTo>
                  <a:lnTo>
                    <a:pt x="11259" y="2921494"/>
                  </a:lnTo>
                  <a:lnTo>
                    <a:pt x="0" y="287654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4629149" y="0"/>
                  </a:lnTo>
                  <a:lnTo>
                    <a:pt x="4674094" y="11259"/>
                  </a:lnTo>
                  <a:lnTo>
                    <a:pt x="4708360" y="42321"/>
                  </a:lnTo>
                  <a:lnTo>
                    <a:pt x="4723945" y="85866"/>
                  </a:lnTo>
                  <a:lnTo>
                    <a:pt x="4724399" y="95249"/>
                  </a:lnTo>
                  <a:lnTo>
                    <a:pt x="4724399" y="2876549"/>
                  </a:lnTo>
                  <a:lnTo>
                    <a:pt x="4713138" y="2921494"/>
                  </a:lnTo>
                  <a:lnTo>
                    <a:pt x="4682076" y="2955761"/>
                  </a:lnTo>
                  <a:lnTo>
                    <a:pt x="4638532" y="2971346"/>
                  </a:lnTo>
                  <a:lnTo>
                    <a:pt x="4629149" y="2971799"/>
                  </a:lnTo>
                  <a:close/>
                </a:path>
              </a:pathLst>
            </a:custGeom>
            <a:solidFill>
              <a:srgbClr val="05091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29"/>
            <p:cNvSpPr/>
            <p:nvPr/>
          </p:nvSpPr>
          <p:spPr>
            <a:xfrm>
              <a:off x="5486387" y="2647936"/>
              <a:ext cx="4724400" cy="2971800"/>
            </a:xfrm>
            <a:custGeom>
              <a:rect b="b" l="l" r="r" t="t"/>
              <a:pathLst>
                <a:path extrusionOk="0" h="2971800" w="4724400">
                  <a:moveTo>
                    <a:pt x="9525" y="2823565"/>
                  </a:moveTo>
                  <a:lnTo>
                    <a:pt x="0" y="2823565"/>
                  </a:lnTo>
                  <a:lnTo>
                    <a:pt x="0" y="2852140"/>
                  </a:lnTo>
                  <a:lnTo>
                    <a:pt x="9525" y="2852140"/>
                  </a:lnTo>
                  <a:lnTo>
                    <a:pt x="9525" y="2823565"/>
                  </a:lnTo>
                  <a:close/>
                </a:path>
                <a:path extrusionOk="0" h="2971800" w="4724400">
                  <a:moveTo>
                    <a:pt x="9525" y="2776016"/>
                  </a:moveTo>
                  <a:lnTo>
                    <a:pt x="0" y="2776016"/>
                  </a:lnTo>
                  <a:lnTo>
                    <a:pt x="0" y="2804591"/>
                  </a:lnTo>
                  <a:lnTo>
                    <a:pt x="9525" y="2804591"/>
                  </a:lnTo>
                  <a:lnTo>
                    <a:pt x="9525" y="2776016"/>
                  </a:lnTo>
                  <a:close/>
                </a:path>
                <a:path extrusionOk="0" h="2971800" w="4724400">
                  <a:moveTo>
                    <a:pt x="9525" y="2728442"/>
                  </a:moveTo>
                  <a:lnTo>
                    <a:pt x="0" y="2728442"/>
                  </a:lnTo>
                  <a:lnTo>
                    <a:pt x="0" y="2757017"/>
                  </a:lnTo>
                  <a:lnTo>
                    <a:pt x="9525" y="2757017"/>
                  </a:lnTo>
                  <a:lnTo>
                    <a:pt x="9525" y="2728442"/>
                  </a:lnTo>
                  <a:close/>
                </a:path>
                <a:path extrusionOk="0" h="2971800" w="4724400">
                  <a:moveTo>
                    <a:pt x="9525" y="2680881"/>
                  </a:moveTo>
                  <a:lnTo>
                    <a:pt x="0" y="2680881"/>
                  </a:lnTo>
                  <a:lnTo>
                    <a:pt x="0" y="2709456"/>
                  </a:lnTo>
                  <a:lnTo>
                    <a:pt x="9525" y="2709456"/>
                  </a:lnTo>
                  <a:lnTo>
                    <a:pt x="9525" y="2680881"/>
                  </a:lnTo>
                  <a:close/>
                </a:path>
                <a:path extrusionOk="0" h="2971800" w="4724400">
                  <a:moveTo>
                    <a:pt x="9525" y="2633307"/>
                  </a:moveTo>
                  <a:lnTo>
                    <a:pt x="0" y="2633307"/>
                  </a:lnTo>
                  <a:lnTo>
                    <a:pt x="0" y="2661882"/>
                  </a:lnTo>
                  <a:lnTo>
                    <a:pt x="9525" y="2661882"/>
                  </a:lnTo>
                  <a:lnTo>
                    <a:pt x="9525" y="2633307"/>
                  </a:lnTo>
                  <a:close/>
                </a:path>
                <a:path extrusionOk="0" h="2971800" w="4724400">
                  <a:moveTo>
                    <a:pt x="9525" y="2585745"/>
                  </a:moveTo>
                  <a:lnTo>
                    <a:pt x="0" y="2585745"/>
                  </a:lnTo>
                  <a:lnTo>
                    <a:pt x="0" y="2614320"/>
                  </a:lnTo>
                  <a:lnTo>
                    <a:pt x="9525" y="2614320"/>
                  </a:lnTo>
                  <a:lnTo>
                    <a:pt x="9525" y="2585745"/>
                  </a:lnTo>
                  <a:close/>
                </a:path>
                <a:path extrusionOk="0" h="2971800" w="4724400">
                  <a:moveTo>
                    <a:pt x="9525" y="2538196"/>
                  </a:moveTo>
                  <a:lnTo>
                    <a:pt x="0" y="2538196"/>
                  </a:lnTo>
                  <a:lnTo>
                    <a:pt x="0" y="2566771"/>
                  </a:lnTo>
                  <a:lnTo>
                    <a:pt x="9525" y="2566771"/>
                  </a:lnTo>
                  <a:lnTo>
                    <a:pt x="9525" y="2538196"/>
                  </a:lnTo>
                  <a:close/>
                </a:path>
                <a:path extrusionOk="0" h="2971800" w="4724400">
                  <a:moveTo>
                    <a:pt x="9525" y="2490609"/>
                  </a:moveTo>
                  <a:lnTo>
                    <a:pt x="0" y="2490609"/>
                  </a:lnTo>
                  <a:lnTo>
                    <a:pt x="0" y="2519184"/>
                  </a:lnTo>
                  <a:lnTo>
                    <a:pt x="9525" y="2519184"/>
                  </a:lnTo>
                  <a:lnTo>
                    <a:pt x="9525" y="2490609"/>
                  </a:lnTo>
                  <a:close/>
                </a:path>
                <a:path extrusionOk="0" h="2971800" w="4724400">
                  <a:moveTo>
                    <a:pt x="9525" y="2443048"/>
                  </a:moveTo>
                  <a:lnTo>
                    <a:pt x="0" y="2443048"/>
                  </a:lnTo>
                  <a:lnTo>
                    <a:pt x="0" y="2471623"/>
                  </a:lnTo>
                  <a:lnTo>
                    <a:pt x="9525" y="2471623"/>
                  </a:lnTo>
                  <a:lnTo>
                    <a:pt x="9525" y="2443048"/>
                  </a:lnTo>
                  <a:close/>
                </a:path>
                <a:path extrusionOk="0" h="2971800" w="4724400">
                  <a:moveTo>
                    <a:pt x="9525" y="2395474"/>
                  </a:moveTo>
                  <a:lnTo>
                    <a:pt x="0" y="2395474"/>
                  </a:lnTo>
                  <a:lnTo>
                    <a:pt x="0" y="2424049"/>
                  </a:lnTo>
                  <a:lnTo>
                    <a:pt x="9525" y="2424049"/>
                  </a:lnTo>
                  <a:lnTo>
                    <a:pt x="9525" y="2395474"/>
                  </a:lnTo>
                  <a:close/>
                </a:path>
                <a:path extrusionOk="0" h="2971800" w="4724400">
                  <a:moveTo>
                    <a:pt x="9525" y="2347912"/>
                  </a:moveTo>
                  <a:lnTo>
                    <a:pt x="0" y="2347912"/>
                  </a:lnTo>
                  <a:lnTo>
                    <a:pt x="0" y="2376487"/>
                  </a:lnTo>
                  <a:lnTo>
                    <a:pt x="9525" y="2376487"/>
                  </a:lnTo>
                  <a:lnTo>
                    <a:pt x="9525" y="2347912"/>
                  </a:lnTo>
                  <a:close/>
                </a:path>
                <a:path extrusionOk="0" h="2971800" w="4724400">
                  <a:moveTo>
                    <a:pt x="9525" y="2300363"/>
                  </a:moveTo>
                  <a:lnTo>
                    <a:pt x="0" y="2300363"/>
                  </a:lnTo>
                  <a:lnTo>
                    <a:pt x="0" y="2328938"/>
                  </a:lnTo>
                  <a:lnTo>
                    <a:pt x="9525" y="2328938"/>
                  </a:lnTo>
                  <a:lnTo>
                    <a:pt x="9525" y="2300363"/>
                  </a:lnTo>
                  <a:close/>
                </a:path>
                <a:path extrusionOk="0" h="2971800" w="4724400">
                  <a:moveTo>
                    <a:pt x="9525" y="2252789"/>
                  </a:moveTo>
                  <a:lnTo>
                    <a:pt x="0" y="2252789"/>
                  </a:lnTo>
                  <a:lnTo>
                    <a:pt x="0" y="2281364"/>
                  </a:lnTo>
                  <a:lnTo>
                    <a:pt x="9525" y="2281364"/>
                  </a:lnTo>
                  <a:lnTo>
                    <a:pt x="9525" y="2252789"/>
                  </a:lnTo>
                  <a:close/>
                </a:path>
                <a:path extrusionOk="0" h="2971800" w="4724400">
                  <a:moveTo>
                    <a:pt x="9525" y="2205228"/>
                  </a:moveTo>
                  <a:lnTo>
                    <a:pt x="0" y="2205228"/>
                  </a:lnTo>
                  <a:lnTo>
                    <a:pt x="0" y="2233803"/>
                  </a:lnTo>
                  <a:lnTo>
                    <a:pt x="9525" y="2233803"/>
                  </a:lnTo>
                  <a:lnTo>
                    <a:pt x="9525" y="2205228"/>
                  </a:lnTo>
                  <a:close/>
                </a:path>
                <a:path extrusionOk="0" h="2971800" w="4724400">
                  <a:moveTo>
                    <a:pt x="9525" y="2157653"/>
                  </a:moveTo>
                  <a:lnTo>
                    <a:pt x="0" y="2157653"/>
                  </a:lnTo>
                  <a:lnTo>
                    <a:pt x="0" y="2186228"/>
                  </a:lnTo>
                  <a:lnTo>
                    <a:pt x="9525" y="2186228"/>
                  </a:lnTo>
                  <a:lnTo>
                    <a:pt x="9525" y="2157653"/>
                  </a:lnTo>
                  <a:close/>
                </a:path>
                <a:path extrusionOk="0" h="2971800" w="4724400">
                  <a:moveTo>
                    <a:pt x="9525" y="2110079"/>
                  </a:moveTo>
                  <a:lnTo>
                    <a:pt x="0" y="2110079"/>
                  </a:lnTo>
                  <a:lnTo>
                    <a:pt x="0" y="2138654"/>
                  </a:lnTo>
                  <a:lnTo>
                    <a:pt x="9525" y="2138654"/>
                  </a:lnTo>
                  <a:lnTo>
                    <a:pt x="9525" y="2110079"/>
                  </a:lnTo>
                  <a:close/>
                </a:path>
                <a:path extrusionOk="0" h="2971800" w="4724400">
                  <a:moveTo>
                    <a:pt x="9525" y="2062530"/>
                  </a:moveTo>
                  <a:lnTo>
                    <a:pt x="0" y="2062530"/>
                  </a:lnTo>
                  <a:lnTo>
                    <a:pt x="0" y="2091105"/>
                  </a:lnTo>
                  <a:lnTo>
                    <a:pt x="9525" y="2091105"/>
                  </a:lnTo>
                  <a:lnTo>
                    <a:pt x="9525" y="2062530"/>
                  </a:lnTo>
                  <a:close/>
                </a:path>
                <a:path extrusionOk="0" h="2971800" w="4724400">
                  <a:moveTo>
                    <a:pt x="9525" y="2014969"/>
                  </a:moveTo>
                  <a:lnTo>
                    <a:pt x="0" y="2014969"/>
                  </a:lnTo>
                  <a:lnTo>
                    <a:pt x="0" y="2043544"/>
                  </a:lnTo>
                  <a:lnTo>
                    <a:pt x="9525" y="2043544"/>
                  </a:lnTo>
                  <a:lnTo>
                    <a:pt x="9525" y="2014969"/>
                  </a:lnTo>
                  <a:close/>
                </a:path>
                <a:path extrusionOk="0" h="2971800" w="4724400">
                  <a:moveTo>
                    <a:pt x="9525" y="1967395"/>
                  </a:moveTo>
                  <a:lnTo>
                    <a:pt x="0" y="1967395"/>
                  </a:lnTo>
                  <a:lnTo>
                    <a:pt x="0" y="1995970"/>
                  </a:lnTo>
                  <a:lnTo>
                    <a:pt x="9525" y="1995970"/>
                  </a:lnTo>
                  <a:lnTo>
                    <a:pt x="9525" y="1967395"/>
                  </a:lnTo>
                  <a:close/>
                </a:path>
                <a:path extrusionOk="0" h="2971800" w="4724400">
                  <a:moveTo>
                    <a:pt x="9525" y="1919833"/>
                  </a:moveTo>
                  <a:lnTo>
                    <a:pt x="0" y="1919833"/>
                  </a:lnTo>
                  <a:lnTo>
                    <a:pt x="0" y="1948408"/>
                  </a:lnTo>
                  <a:lnTo>
                    <a:pt x="9525" y="1948408"/>
                  </a:lnTo>
                  <a:lnTo>
                    <a:pt x="9525" y="1919833"/>
                  </a:lnTo>
                  <a:close/>
                </a:path>
                <a:path extrusionOk="0" h="2971800" w="4724400">
                  <a:moveTo>
                    <a:pt x="9525" y="1872259"/>
                  </a:moveTo>
                  <a:lnTo>
                    <a:pt x="0" y="1872259"/>
                  </a:lnTo>
                  <a:lnTo>
                    <a:pt x="0" y="1900834"/>
                  </a:lnTo>
                  <a:lnTo>
                    <a:pt x="9525" y="1900834"/>
                  </a:lnTo>
                  <a:lnTo>
                    <a:pt x="9525" y="1872259"/>
                  </a:lnTo>
                  <a:close/>
                </a:path>
                <a:path extrusionOk="0" h="2971800" w="4724400">
                  <a:moveTo>
                    <a:pt x="9525" y="1824697"/>
                  </a:moveTo>
                  <a:lnTo>
                    <a:pt x="0" y="1824697"/>
                  </a:lnTo>
                  <a:lnTo>
                    <a:pt x="0" y="1853272"/>
                  </a:lnTo>
                  <a:lnTo>
                    <a:pt x="9525" y="1853272"/>
                  </a:lnTo>
                  <a:lnTo>
                    <a:pt x="9525" y="1824697"/>
                  </a:lnTo>
                  <a:close/>
                </a:path>
                <a:path extrusionOk="0" h="2971800" w="4724400">
                  <a:moveTo>
                    <a:pt x="9525" y="1777136"/>
                  </a:moveTo>
                  <a:lnTo>
                    <a:pt x="0" y="1777136"/>
                  </a:lnTo>
                  <a:lnTo>
                    <a:pt x="0" y="1805711"/>
                  </a:lnTo>
                  <a:lnTo>
                    <a:pt x="9525" y="1805711"/>
                  </a:lnTo>
                  <a:lnTo>
                    <a:pt x="9525" y="1777136"/>
                  </a:lnTo>
                  <a:close/>
                </a:path>
                <a:path extrusionOk="0" h="2971800" w="4724400">
                  <a:moveTo>
                    <a:pt x="9525" y="1729562"/>
                  </a:moveTo>
                  <a:lnTo>
                    <a:pt x="0" y="1729562"/>
                  </a:lnTo>
                  <a:lnTo>
                    <a:pt x="0" y="1758137"/>
                  </a:lnTo>
                  <a:lnTo>
                    <a:pt x="9525" y="1758137"/>
                  </a:lnTo>
                  <a:lnTo>
                    <a:pt x="9525" y="1729562"/>
                  </a:lnTo>
                  <a:close/>
                </a:path>
                <a:path extrusionOk="0" h="2971800" w="4724400">
                  <a:moveTo>
                    <a:pt x="9525" y="1682000"/>
                  </a:moveTo>
                  <a:lnTo>
                    <a:pt x="0" y="1682000"/>
                  </a:lnTo>
                  <a:lnTo>
                    <a:pt x="0" y="1710575"/>
                  </a:lnTo>
                  <a:lnTo>
                    <a:pt x="9525" y="1710575"/>
                  </a:lnTo>
                  <a:lnTo>
                    <a:pt x="9525" y="1682000"/>
                  </a:lnTo>
                  <a:close/>
                </a:path>
                <a:path extrusionOk="0" h="2971800" w="4724400">
                  <a:moveTo>
                    <a:pt x="9525" y="1634426"/>
                  </a:moveTo>
                  <a:lnTo>
                    <a:pt x="0" y="1634426"/>
                  </a:lnTo>
                  <a:lnTo>
                    <a:pt x="0" y="1663001"/>
                  </a:lnTo>
                  <a:lnTo>
                    <a:pt x="9525" y="1663001"/>
                  </a:lnTo>
                  <a:lnTo>
                    <a:pt x="9525" y="1634426"/>
                  </a:lnTo>
                  <a:close/>
                </a:path>
                <a:path extrusionOk="0" h="2971800" w="4724400">
                  <a:moveTo>
                    <a:pt x="9525" y="1586877"/>
                  </a:moveTo>
                  <a:lnTo>
                    <a:pt x="0" y="1586877"/>
                  </a:lnTo>
                  <a:lnTo>
                    <a:pt x="0" y="1615452"/>
                  </a:lnTo>
                  <a:lnTo>
                    <a:pt x="9525" y="1615452"/>
                  </a:lnTo>
                  <a:lnTo>
                    <a:pt x="9525" y="1586877"/>
                  </a:lnTo>
                  <a:close/>
                </a:path>
                <a:path extrusionOk="0" h="2971800" w="4724400">
                  <a:moveTo>
                    <a:pt x="9525" y="1539303"/>
                  </a:moveTo>
                  <a:lnTo>
                    <a:pt x="0" y="1539303"/>
                  </a:lnTo>
                  <a:lnTo>
                    <a:pt x="0" y="1567878"/>
                  </a:lnTo>
                  <a:lnTo>
                    <a:pt x="9525" y="1567878"/>
                  </a:lnTo>
                  <a:lnTo>
                    <a:pt x="9525" y="1539303"/>
                  </a:lnTo>
                  <a:close/>
                </a:path>
                <a:path extrusionOk="0" h="2971800" w="4724400">
                  <a:moveTo>
                    <a:pt x="9525" y="1491742"/>
                  </a:moveTo>
                  <a:lnTo>
                    <a:pt x="0" y="1491742"/>
                  </a:lnTo>
                  <a:lnTo>
                    <a:pt x="0" y="1520317"/>
                  </a:lnTo>
                  <a:lnTo>
                    <a:pt x="9525" y="1520317"/>
                  </a:lnTo>
                  <a:lnTo>
                    <a:pt x="9525" y="1491742"/>
                  </a:lnTo>
                  <a:close/>
                </a:path>
                <a:path extrusionOk="0" h="2971800" w="4724400">
                  <a:moveTo>
                    <a:pt x="9525" y="1444167"/>
                  </a:moveTo>
                  <a:lnTo>
                    <a:pt x="0" y="1444167"/>
                  </a:lnTo>
                  <a:lnTo>
                    <a:pt x="0" y="1472742"/>
                  </a:lnTo>
                  <a:lnTo>
                    <a:pt x="9525" y="1472742"/>
                  </a:lnTo>
                  <a:lnTo>
                    <a:pt x="9525" y="1444167"/>
                  </a:lnTo>
                  <a:close/>
                </a:path>
                <a:path extrusionOk="0" h="2971800" w="4724400">
                  <a:moveTo>
                    <a:pt x="9525" y="1396606"/>
                  </a:moveTo>
                  <a:lnTo>
                    <a:pt x="0" y="1396606"/>
                  </a:lnTo>
                  <a:lnTo>
                    <a:pt x="0" y="1425181"/>
                  </a:lnTo>
                  <a:lnTo>
                    <a:pt x="9525" y="1425181"/>
                  </a:lnTo>
                  <a:lnTo>
                    <a:pt x="9525" y="1396606"/>
                  </a:lnTo>
                  <a:close/>
                </a:path>
                <a:path extrusionOk="0" h="2971800" w="4724400">
                  <a:moveTo>
                    <a:pt x="9525" y="1349057"/>
                  </a:moveTo>
                  <a:lnTo>
                    <a:pt x="0" y="1349057"/>
                  </a:lnTo>
                  <a:lnTo>
                    <a:pt x="0" y="1377632"/>
                  </a:lnTo>
                  <a:lnTo>
                    <a:pt x="9525" y="1377632"/>
                  </a:lnTo>
                  <a:lnTo>
                    <a:pt x="9525" y="1349057"/>
                  </a:lnTo>
                  <a:close/>
                </a:path>
                <a:path extrusionOk="0" h="2971800" w="4724400">
                  <a:moveTo>
                    <a:pt x="9525" y="1301483"/>
                  </a:moveTo>
                  <a:lnTo>
                    <a:pt x="0" y="1301483"/>
                  </a:lnTo>
                  <a:lnTo>
                    <a:pt x="0" y="1330058"/>
                  </a:lnTo>
                  <a:lnTo>
                    <a:pt x="9525" y="1330058"/>
                  </a:lnTo>
                  <a:lnTo>
                    <a:pt x="9525" y="1301483"/>
                  </a:lnTo>
                  <a:close/>
                </a:path>
                <a:path extrusionOk="0" h="2971800" w="4724400">
                  <a:moveTo>
                    <a:pt x="9525" y="1253921"/>
                  </a:moveTo>
                  <a:lnTo>
                    <a:pt x="0" y="1253921"/>
                  </a:lnTo>
                  <a:lnTo>
                    <a:pt x="0" y="1282496"/>
                  </a:lnTo>
                  <a:lnTo>
                    <a:pt x="9525" y="1282496"/>
                  </a:lnTo>
                  <a:lnTo>
                    <a:pt x="9525" y="1253921"/>
                  </a:lnTo>
                  <a:close/>
                </a:path>
                <a:path extrusionOk="0" h="2971800" w="4724400">
                  <a:moveTo>
                    <a:pt x="9525" y="1206334"/>
                  </a:moveTo>
                  <a:lnTo>
                    <a:pt x="0" y="1206334"/>
                  </a:lnTo>
                  <a:lnTo>
                    <a:pt x="0" y="1234909"/>
                  </a:lnTo>
                  <a:lnTo>
                    <a:pt x="9525" y="1234909"/>
                  </a:lnTo>
                  <a:lnTo>
                    <a:pt x="9525" y="1206334"/>
                  </a:lnTo>
                  <a:close/>
                </a:path>
                <a:path extrusionOk="0" h="2971800" w="4724400">
                  <a:moveTo>
                    <a:pt x="9525" y="1158773"/>
                  </a:moveTo>
                  <a:lnTo>
                    <a:pt x="0" y="1158773"/>
                  </a:lnTo>
                  <a:lnTo>
                    <a:pt x="0" y="1187348"/>
                  </a:lnTo>
                  <a:lnTo>
                    <a:pt x="9525" y="1187348"/>
                  </a:lnTo>
                  <a:lnTo>
                    <a:pt x="9525" y="1158773"/>
                  </a:lnTo>
                  <a:close/>
                </a:path>
                <a:path extrusionOk="0" h="2971800" w="4724400">
                  <a:moveTo>
                    <a:pt x="9525" y="1111224"/>
                  </a:moveTo>
                  <a:lnTo>
                    <a:pt x="0" y="1111224"/>
                  </a:lnTo>
                  <a:lnTo>
                    <a:pt x="0" y="1139799"/>
                  </a:lnTo>
                  <a:lnTo>
                    <a:pt x="9525" y="1139799"/>
                  </a:lnTo>
                  <a:lnTo>
                    <a:pt x="9525" y="1111224"/>
                  </a:lnTo>
                  <a:close/>
                </a:path>
                <a:path extrusionOk="0" h="2971800" w="4724400">
                  <a:moveTo>
                    <a:pt x="9525" y="1063650"/>
                  </a:moveTo>
                  <a:lnTo>
                    <a:pt x="0" y="1063650"/>
                  </a:lnTo>
                  <a:lnTo>
                    <a:pt x="0" y="1092225"/>
                  </a:lnTo>
                  <a:lnTo>
                    <a:pt x="9525" y="1092225"/>
                  </a:lnTo>
                  <a:lnTo>
                    <a:pt x="9525" y="1063650"/>
                  </a:lnTo>
                  <a:close/>
                </a:path>
                <a:path extrusionOk="0" h="2971800" w="4724400">
                  <a:moveTo>
                    <a:pt x="9525" y="1016088"/>
                  </a:moveTo>
                  <a:lnTo>
                    <a:pt x="0" y="1016088"/>
                  </a:lnTo>
                  <a:lnTo>
                    <a:pt x="0" y="1044663"/>
                  </a:lnTo>
                  <a:lnTo>
                    <a:pt x="9525" y="1044663"/>
                  </a:lnTo>
                  <a:lnTo>
                    <a:pt x="9525" y="1016088"/>
                  </a:lnTo>
                  <a:close/>
                </a:path>
                <a:path extrusionOk="0" h="2971800" w="4724400">
                  <a:moveTo>
                    <a:pt x="9525" y="968514"/>
                  </a:moveTo>
                  <a:lnTo>
                    <a:pt x="0" y="968514"/>
                  </a:lnTo>
                  <a:lnTo>
                    <a:pt x="0" y="997089"/>
                  </a:lnTo>
                  <a:lnTo>
                    <a:pt x="9525" y="997089"/>
                  </a:lnTo>
                  <a:lnTo>
                    <a:pt x="9525" y="968514"/>
                  </a:lnTo>
                  <a:close/>
                </a:path>
                <a:path extrusionOk="0" h="2971800" w="4724400">
                  <a:moveTo>
                    <a:pt x="9525" y="920953"/>
                  </a:moveTo>
                  <a:lnTo>
                    <a:pt x="0" y="920953"/>
                  </a:lnTo>
                  <a:lnTo>
                    <a:pt x="0" y="949528"/>
                  </a:lnTo>
                  <a:lnTo>
                    <a:pt x="9525" y="949528"/>
                  </a:lnTo>
                  <a:lnTo>
                    <a:pt x="9525" y="920953"/>
                  </a:lnTo>
                  <a:close/>
                </a:path>
                <a:path extrusionOk="0" h="2971800" w="4724400">
                  <a:moveTo>
                    <a:pt x="9525" y="873391"/>
                  </a:moveTo>
                  <a:lnTo>
                    <a:pt x="0" y="873391"/>
                  </a:lnTo>
                  <a:lnTo>
                    <a:pt x="0" y="901966"/>
                  </a:lnTo>
                  <a:lnTo>
                    <a:pt x="9525" y="901966"/>
                  </a:lnTo>
                  <a:lnTo>
                    <a:pt x="9525" y="873391"/>
                  </a:lnTo>
                  <a:close/>
                </a:path>
                <a:path extrusionOk="0" h="2971800" w="4724400">
                  <a:moveTo>
                    <a:pt x="9525" y="825830"/>
                  </a:moveTo>
                  <a:lnTo>
                    <a:pt x="0" y="825830"/>
                  </a:lnTo>
                  <a:lnTo>
                    <a:pt x="0" y="854405"/>
                  </a:lnTo>
                  <a:lnTo>
                    <a:pt x="9525" y="854405"/>
                  </a:lnTo>
                  <a:lnTo>
                    <a:pt x="9525" y="825830"/>
                  </a:lnTo>
                  <a:close/>
                </a:path>
                <a:path extrusionOk="0" h="2971800" w="4724400">
                  <a:moveTo>
                    <a:pt x="9525" y="778256"/>
                  </a:moveTo>
                  <a:lnTo>
                    <a:pt x="0" y="778256"/>
                  </a:lnTo>
                  <a:lnTo>
                    <a:pt x="0" y="806831"/>
                  </a:lnTo>
                  <a:lnTo>
                    <a:pt x="9525" y="806831"/>
                  </a:lnTo>
                  <a:lnTo>
                    <a:pt x="9525" y="778256"/>
                  </a:lnTo>
                  <a:close/>
                </a:path>
                <a:path extrusionOk="0" h="2971800" w="4724400">
                  <a:moveTo>
                    <a:pt x="9525" y="730694"/>
                  </a:moveTo>
                  <a:lnTo>
                    <a:pt x="0" y="730694"/>
                  </a:lnTo>
                  <a:lnTo>
                    <a:pt x="0" y="759269"/>
                  </a:lnTo>
                  <a:lnTo>
                    <a:pt x="9525" y="759269"/>
                  </a:lnTo>
                  <a:lnTo>
                    <a:pt x="9525" y="730694"/>
                  </a:lnTo>
                  <a:close/>
                </a:path>
                <a:path extrusionOk="0" h="2971800" w="4724400">
                  <a:moveTo>
                    <a:pt x="9525" y="683120"/>
                  </a:moveTo>
                  <a:lnTo>
                    <a:pt x="0" y="683120"/>
                  </a:lnTo>
                  <a:lnTo>
                    <a:pt x="0" y="711695"/>
                  </a:lnTo>
                  <a:lnTo>
                    <a:pt x="9525" y="711695"/>
                  </a:lnTo>
                  <a:lnTo>
                    <a:pt x="9525" y="683120"/>
                  </a:lnTo>
                  <a:close/>
                </a:path>
                <a:path extrusionOk="0" h="2971800" w="4724400">
                  <a:moveTo>
                    <a:pt x="9525" y="635571"/>
                  </a:moveTo>
                  <a:lnTo>
                    <a:pt x="0" y="635571"/>
                  </a:lnTo>
                  <a:lnTo>
                    <a:pt x="0" y="664146"/>
                  </a:lnTo>
                  <a:lnTo>
                    <a:pt x="9525" y="664146"/>
                  </a:lnTo>
                  <a:lnTo>
                    <a:pt x="9525" y="635571"/>
                  </a:lnTo>
                  <a:close/>
                </a:path>
                <a:path extrusionOk="0" h="2971800" w="4724400">
                  <a:moveTo>
                    <a:pt x="9525" y="587997"/>
                  </a:moveTo>
                  <a:lnTo>
                    <a:pt x="0" y="587997"/>
                  </a:lnTo>
                  <a:lnTo>
                    <a:pt x="0" y="616572"/>
                  </a:lnTo>
                  <a:lnTo>
                    <a:pt x="9525" y="616572"/>
                  </a:lnTo>
                  <a:lnTo>
                    <a:pt x="9525" y="587997"/>
                  </a:lnTo>
                  <a:close/>
                </a:path>
                <a:path extrusionOk="0" h="2971800" w="4724400">
                  <a:moveTo>
                    <a:pt x="9525" y="540423"/>
                  </a:moveTo>
                  <a:lnTo>
                    <a:pt x="0" y="540423"/>
                  </a:lnTo>
                  <a:lnTo>
                    <a:pt x="0" y="568998"/>
                  </a:lnTo>
                  <a:lnTo>
                    <a:pt x="9525" y="568998"/>
                  </a:lnTo>
                  <a:lnTo>
                    <a:pt x="9525" y="540423"/>
                  </a:lnTo>
                  <a:close/>
                </a:path>
                <a:path extrusionOk="0" h="2971800" w="4724400">
                  <a:moveTo>
                    <a:pt x="9525" y="492861"/>
                  </a:moveTo>
                  <a:lnTo>
                    <a:pt x="0" y="492861"/>
                  </a:lnTo>
                  <a:lnTo>
                    <a:pt x="0" y="521436"/>
                  </a:lnTo>
                  <a:lnTo>
                    <a:pt x="9525" y="521436"/>
                  </a:lnTo>
                  <a:lnTo>
                    <a:pt x="9525" y="492861"/>
                  </a:lnTo>
                  <a:close/>
                </a:path>
                <a:path extrusionOk="0" h="2971800" w="4724400">
                  <a:moveTo>
                    <a:pt x="9525" y="445287"/>
                  </a:moveTo>
                  <a:lnTo>
                    <a:pt x="0" y="445287"/>
                  </a:lnTo>
                  <a:lnTo>
                    <a:pt x="0" y="473862"/>
                  </a:lnTo>
                  <a:lnTo>
                    <a:pt x="9525" y="473862"/>
                  </a:lnTo>
                  <a:lnTo>
                    <a:pt x="9525" y="445287"/>
                  </a:lnTo>
                  <a:close/>
                </a:path>
                <a:path extrusionOk="0" h="2971800" w="4724400">
                  <a:moveTo>
                    <a:pt x="9525" y="397738"/>
                  </a:moveTo>
                  <a:lnTo>
                    <a:pt x="0" y="397738"/>
                  </a:lnTo>
                  <a:lnTo>
                    <a:pt x="0" y="426313"/>
                  </a:lnTo>
                  <a:lnTo>
                    <a:pt x="9525" y="426313"/>
                  </a:lnTo>
                  <a:lnTo>
                    <a:pt x="9525" y="397738"/>
                  </a:lnTo>
                  <a:close/>
                </a:path>
                <a:path extrusionOk="0" h="2971800" w="4724400">
                  <a:moveTo>
                    <a:pt x="9525" y="350177"/>
                  </a:moveTo>
                  <a:lnTo>
                    <a:pt x="0" y="350177"/>
                  </a:lnTo>
                  <a:lnTo>
                    <a:pt x="0" y="378752"/>
                  </a:lnTo>
                  <a:lnTo>
                    <a:pt x="9525" y="378752"/>
                  </a:lnTo>
                  <a:lnTo>
                    <a:pt x="9525" y="350177"/>
                  </a:lnTo>
                  <a:close/>
                </a:path>
                <a:path extrusionOk="0" h="2971800" w="4724400">
                  <a:moveTo>
                    <a:pt x="9525" y="302602"/>
                  </a:moveTo>
                  <a:lnTo>
                    <a:pt x="0" y="302602"/>
                  </a:lnTo>
                  <a:lnTo>
                    <a:pt x="0" y="331177"/>
                  </a:lnTo>
                  <a:lnTo>
                    <a:pt x="9525" y="331177"/>
                  </a:lnTo>
                  <a:lnTo>
                    <a:pt x="9525" y="302602"/>
                  </a:lnTo>
                  <a:close/>
                </a:path>
                <a:path extrusionOk="0" h="2971800" w="4724400">
                  <a:moveTo>
                    <a:pt x="9525" y="255028"/>
                  </a:moveTo>
                  <a:lnTo>
                    <a:pt x="0" y="255028"/>
                  </a:lnTo>
                  <a:lnTo>
                    <a:pt x="0" y="283603"/>
                  </a:lnTo>
                  <a:lnTo>
                    <a:pt x="9525" y="283603"/>
                  </a:lnTo>
                  <a:lnTo>
                    <a:pt x="9525" y="255028"/>
                  </a:lnTo>
                  <a:close/>
                </a:path>
                <a:path extrusionOk="0" h="2971800" w="4724400">
                  <a:moveTo>
                    <a:pt x="9525" y="207467"/>
                  </a:moveTo>
                  <a:lnTo>
                    <a:pt x="0" y="207467"/>
                  </a:lnTo>
                  <a:lnTo>
                    <a:pt x="0" y="236042"/>
                  </a:lnTo>
                  <a:lnTo>
                    <a:pt x="9525" y="236042"/>
                  </a:lnTo>
                  <a:lnTo>
                    <a:pt x="9525" y="207467"/>
                  </a:lnTo>
                  <a:close/>
                </a:path>
                <a:path extrusionOk="0" h="2971800" w="4724400">
                  <a:moveTo>
                    <a:pt x="9525" y="159918"/>
                  </a:moveTo>
                  <a:lnTo>
                    <a:pt x="0" y="159918"/>
                  </a:lnTo>
                  <a:lnTo>
                    <a:pt x="0" y="188493"/>
                  </a:lnTo>
                  <a:lnTo>
                    <a:pt x="9525" y="188493"/>
                  </a:lnTo>
                  <a:lnTo>
                    <a:pt x="9525" y="159918"/>
                  </a:lnTo>
                  <a:close/>
                </a:path>
                <a:path extrusionOk="0" h="2971800" w="4724400">
                  <a:moveTo>
                    <a:pt x="9525" y="112344"/>
                  </a:moveTo>
                  <a:lnTo>
                    <a:pt x="0" y="112344"/>
                  </a:lnTo>
                  <a:lnTo>
                    <a:pt x="0" y="140919"/>
                  </a:lnTo>
                  <a:lnTo>
                    <a:pt x="9525" y="140919"/>
                  </a:lnTo>
                  <a:lnTo>
                    <a:pt x="9525" y="112344"/>
                  </a:lnTo>
                  <a:close/>
                </a:path>
                <a:path extrusionOk="0" h="2971800" w="4724400">
                  <a:moveTo>
                    <a:pt x="12065" y="2896882"/>
                  </a:moveTo>
                  <a:lnTo>
                    <a:pt x="11163" y="2893276"/>
                  </a:lnTo>
                  <a:lnTo>
                    <a:pt x="9944" y="2884995"/>
                  </a:lnTo>
                  <a:lnTo>
                    <a:pt x="9525" y="2876550"/>
                  </a:lnTo>
                  <a:lnTo>
                    <a:pt x="9525" y="2871139"/>
                  </a:lnTo>
                  <a:lnTo>
                    <a:pt x="0" y="2871139"/>
                  </a:lnTo>
                  <a:lnTo>
                    <a:pt x="0" y="2876550"/>
                  </a:lnTo>
                  <a:lnTo>
                    <a:pt x="457" y="2885935"/>
                  </a:lnTo>
                  <a:lnTo>
                    <a:pt x="1816" y="2895142"/>
                  </a:lnTo>
                  <a:lnTo>
                    <a:pt x="2819" y="2899143"/>
                  </a:lnTo>
                  <a:lnTo>
                    <a:pt x="12065" y="2896882"/>
                  </a:lnTo>
                  <a:close/>
                </a:path>
                <a:path extrusionOk="0" h="2971800" w="4724400">
                  <a:moveTo>
                    <a:pt x="13931" y="68364"/>
                  </a:moveTo>
                  <a:lnTo>
                    <a:pt x="4902" y="65379"/>
                  </a:lnTo>
                  <a:lnTo>
                    <a:pt x="4089" y="67652"/>
                  </a:lnTo>
                  <a:lnTo>
                    <a:pt x="1816" y="76669"/>
                  </a:lnTo>
                  <a:lnTo>
                    <a:pt x="457" y="85877"/>
                  </a:lnTo>
                  <a:lnTo>
                    <a:pt x="419" y="86804"/>
                  </a:lnTo>
                  <a:lnTo>
                    <a:pt x="88" y="93446"/>
                  </a:lnTo>
                  <a:lnTo>
                    <a:pt x="9613" y="93624"/>
                  </a:lnTo>
                  <a:lnTo>
                    <a:pt x="9613" y="93446"/>
                  </a:lnTo>
                  <a:lnTo>
                    <a:pt x="9944" y="86804"/>
                  </a:lnTo>
                  <a:lnTo>
                    <a:pt x="11163" y="78524"/>
                  </a:lnTo>
                  <a:lnTo>
                    <a:pt x="13195" y="70408"/>
                  </a:lnTo>
                  <a:lnTo>
                    <a:pt x="13931" y="68364"/>
                  </a:lnTo>
                  <a:close/>
                </a:path>
                <a:path extrusionOk="0" h="2971800" w="4724400">
                  <a:moveTo>
                    <a:pt x="32397" y="2934703"/>
                  </a:moveTo>
                  <a:lnTo>
                    <a:pt x="28956" y="2930906"/>
                  </a:lnTo>
                  <a:lnTo>
                    <a:pt x="23964" y="2924187"/>
                  </a:lnTo>
                  <a:lnTo>
                    <a:pt x="19659" y="2917012"/>
                  </a:lnTo>
                  <a:lnTo>
                    <a:pt x="17932" y="2913342"/>
                  </a:lnTo>
                  <a:lnTo>
                    <a:pt x="9334" y="2917406"/>
                  </a:lnTo>
                  <a:lnTo>
                    <a:pt x="11264" y="2921495"/>
                  </a:lnTo>
                  <a:lnTo>
                    <a:pt x="16040" y="2929483"/>
                  </a:lnTo>
                  <a:lnTo>
                    <a:pt x="21590" y="2936951"/>
                  </a:lnTo>
                  <a:lnTo>
                    <a:pt x="25438" y="2941180"/>
                  </a:lnTo>
                  <a:lnTo>
                    <a:pt x="32397" y="2934703"/>
                  </a:lnTo>
                  <a:close/>
                </a:path>
                <a:path extrusionOk="0" h="2971800" w="4724400">
                  <a:moveTo>
                    <a:pt x="37160" y="32346"/>
                  </a:moveTo>
                  <a:lnTo>
                    <a:pt x="30708" y="25361"/>
                  </a:lnTo>
                  <a:lnTo>
                    <a:pt x="27901" y="27901"/>
                  </a:lnTo>
                  <a:lnTo>
                    <a:pt x="21590" y="34861"/>
                  </a:lnTo>
                  <a:lnTo>
                    <a:pt x="16040" y="42329"/>
                  </a:lnTo>
                  <a:lnTo>
                    <a:pt x="12687" y="47929"/>
                  </a:lnTo>
                  <a:lnTo>
                    <a:pt x="20955" y="52654"/>
                  </a:lnTo>
                  <a:lnTo>
                    <a:pt x="23964" y="47625"/>
                  </a:lnTo>
                  <a:lnTo>
                    <a:pt x="28956" y="40894"/>
                  </a:lnTo>
                  <a:lnTo>
                    <a:pt x="34645" y="34632"/>
                  </a:lnTo>
                  <a:lnTo>
                    <a:pt x="37160" y="32346"/>
                  </a:lnTo>
                  <a:close/>
                </a:path>
                <a:path extrusionOk="0" h="2971800" w="4724400">
                  <a:moveTo>
                    <a:pt x="68491" y="2957919"/>
                  </a:moveTo>
                  <a:lnTo>
                    <a:pt x="62445" y="2955760"/>
                  </a:lnTo>
                  <a:lnTo>
                    <a:pt x="54800" y="2952140"/>
                  </a:lnTo>
                  <a:lnTo>
                    <a:pt x="47625" y="2947847"/>
                  </a:lnTo>
                  <a:lnTo>
                    <a:pt x="45440" y="2946222"/>
                  </a:lnTo>
                  <a:lnTo>
                    <a:pt x="39903" y="2953969"/>
                  </a:lnTo>
                  <a:lnTo>
                    <a:pt x="42316" y="2955760"/>
                  </a:lnTo>
                  <a:lnTo>
                    <a:pt x="50304" y="2960547"/>
                  </a:lnTo>
                  <a:lnTo>
                    <a:pt x="58801" y="2964548"/>
                  </a:lnTo>
                  <a:lnTo>
                    <a:pt x="65506" y="2966961"/>
                  </a:lnTo>
                  <a:lnTo>
                    <a:pt x="68491" y="2957919"/>
                  </a:lnTo>
                  <a:close/>
                </a:path>
                <a:path extrusionOk="0" h="2971800" w="4724400">
                  <a:moveTo>
                    <a:pt x="75044" y="12039"/>
                  </a:moveTo>
                  <a:lnTo>
                    <a:pt x="72783" y="2794"/>
                  </a:lnTo>
                  <a:lnTo>
                    <a:pt x="67652" y="4089"/>
                  </a:lnTo>
                  <a:lnTo>
                    <a:pt x="58801" y="7251"/>
                  </a:lnTo>
                  <a:lnTo>
                    <a:pt x="50304" y="11264"/>
                  </a:lnTo>
                  <a:lnTo>
                    <a:pt x="46075" y="13804"/>
                  </a:lnTo>
                  <a:lnTo>
                    <a:pt x="50990" y="21945"/>
                  </a:lnTo>
                  <a:lnTo>
                    <a:pt x="54800" y="19659"/>
                  </a:lnTo>
                  <a:lnTo>
                    <a:pt x="62445" y="16052"/>
                  </a:lnTo>
                  <a:lnTo>
                    <a:pt x="70408" y="13195"/>
                  </a:lnTo>
                  <a:lnTo>
                    <a:pt x="75044" y="12039"/>
                  </a:lnTo>
                  <a:close/>
                </a:path>
                <a:path extrusionOk="0" h="2971800" w="4724400">
                  <a:moveTo>
                    <a:pt x="112458" y="2962275"/>
                  </a:moveTo>
                  <a:lnTo>
                    <a:pt x="95250" y="2962275"/>
                  </a:lnTo>
                  <a:lnTo>
                    <a:pt x="86817" y="2961868"/>
                  </a:lnTo>
                  <a:lnTo>
                    <a:pt x="85407" y="2961665"/>
                  </a:lnTo>
                  <a:lnTo>
                    <a:pt x="85344" y="2962275"/>
                  </a:lnTo>
                  <a:lnTo>
                    <a:pt x="84315" y="2971127"/>
                  </a:lnTo>
                  <a:lnTo>
                    <a:pt x="85877" y="2971355"/>
                  </a:lnTo>
                  <a:lnTo>
                    <a:pt x="95250" y="2971800"/>
                  </a:lnTo>
                  <a:lnTo>
                    <a:pt x="112458" y="2971800"/>
                  </a:lnTo>
                  <a:lnTo>
                    <a:pt x="112458" y="2962275"/>
                  </a:lnTo>
                  <a:close/>
                </a:path>
                <a:path extrusionOk="0" h="2971800" w="4724400">
                  <a:moveTo>
                    <a:pt x="123825" y="0"/>
                  </a:moveTo>
                  <a:lnTo>
                    <a:pt x="95250" y="0"/>
                  </a:lnTo>
                  <a:lnTo>
                    <a:pt x="91401" y="190"/>
                  </a:lnTo>
                  <a:lnTo>
                    <a:pt x="91770" y="9702"/>
                  </a:lnTo>
                  <a:lnTo>
                    <a:pt x="95250" y="9525"/>
                  </a:lnTo>
                  <a:lnTo>
                    <a:pt x="123825" y="9525"/>
                  </a:lnTo>
                  <a:lnTo>
                    <a:pt x="123825" y="0"/>
                  </a:lnTo>
                  <a:close/>
                </a:path>
                <a:path extrusionOk="0" h="2971800" w="4724400">
                  <a:moveTo>
                    <a:pt x="160032" y="2962275"/>
                  </a:moveTo>
                  <a:lnTo>
                    <a:pt x="131457" y="2962275"/>
                  </a:lnTo>
                  <a:lnTo>
                    <a:pt x="131457" y="2971800"/>
                  </a:lnTo>
                  <a:lnTo>
                    <a:pt x="160032" y="2971800"/>
                  </a:lnTo>
                  <a:lnTo>
                    <a:pt x="160032" y="2962275"/>
                  </a:lnTo>
                  <a:close/>
                </a:path>
                <a:path extrusionOk="0" h="2971800" w="4724400">
                  <a:moveTo>
                    <a:pt x="171399" y="0"/>
                  </a:moveTo>
                  <a:lnTo>
                    <a:pt x="142824" y="0"/>
                  </a:lnTo>
                  <a:lnTo>
                    <a:pt x="142824" y="9525"/>
                  </a:lnTo>
                  <a:lnTo>
                    <a:pt x="171399" y="9525"/>
                  </a:lnTo>
                  <a:lnTo>
                    <a:pt x="171399" y="0"/>
                  </a:lnTo>
                  <a:close/>
                </a:path>
                <a:path extrusionOk="0" h="2971800" w="4724400">
                  <a:moveTo>
                    <a:pt x="207594" y="2962275"/>
                  </a:moveTo>
                  <a:lnTo>
                    <a:pt x="179019" y="2962275"/>
                  </a:lnTo>
                  <a:lnTo>
                    <a:pt x="179019" y="2971800"/>
                  </a:lnTo>
                  <a:lnTo>
                    <a:pt x="207594" y="2971800"/>
                  </a:lnTo>
                  <a:lnTo>
                    <a:pt x="207594" y="2962275"/>
                  </a:lnTo>
                  <a:close/>
                </a:path>
                <a:path extrusionOk="0" h="2971800" w="4724400">
                  <a:moveTo>
                    <a:pt x="218960" y="0"/>
                  </a:moveTo>
                  <a:lnTo>
                    <a:pt x="190385" y="0"/>
                  </a:lnTo>
                  <a:lnTo>
                    <a:pt x="190385" y="9525"/>
                  </a:lnTo>
                  <a:lnTo>
                    <a:pt x="218960" y="9525"/>
                  </a:lnTo>
                  <a:lnTo>
                    <a:pt x="218960" y="0"/>
                  </a:lnTo>
                  <a:close/>
                </a:path>
                <a:path extrusionOk="0" h="2971800" w="4724400">
                  <a:moveTo>
                    <a:pt x="255155" y="2962275"/>
                  </a:moveTo>
                  <a:lnTo>
                    <a:pt x="226580" y="2962275"/>
                  </a:lnTo>
                  <a:lnTo>
                    <a:pt x="226580" y="2971800"/>
                  </a:lnTo>
                  <a:lnTo>
                    <a:pt x="255155" y="2971800"/>
                  </a:lnTo>
                  <a:lnTo>
                    <a:pt x="255155" y="2962275"/>
                  </a:lnTo>
                  <a:close/>
                </a:path>
                <a:path extrusionOk="0" h="2971800" w="4724400">
                  <a:moveTo>
                    <a:pt x="266522" y="0"/>
                  </a:moveTo>
                  <a:lnTo>
                    <a:pt x="237947" y="0"/>
                  </a:lnTo>
                  <a:lnTo>
                    <a:pt x="237947" y="9525"/>
                  </a:lnTo>
                  <a:lnTo>
                    <a:pt x="266522" y="9525"/>
                  </a:lnTo>
                  <a:lnTo>
                    <a:pt x="266522" y="0"/>
                  </a:lnTo>
                  <a:close/>
                </a:path>
                <a:path extrusionOk="0" h="2971800" w="4724400">
                  <a:moveTo>
                    <a:pt x="302729" y="2962275"/>
                  </a:moveTo>
                  <a:lnTo>
                    <a:pt x="274154" y="2962275"/>
                  </a:lnTo>
                  <a:lnTo>
                    <a:pt x="274154" y="2971800"/>
                  </a:lnTo>
                  <a:lnTo>
                    <a:pt x="302729" y="2971800"/>
                  </a:lnTo>
                  <a:lnTo>
                    <a:pt x="302729" y="2962275"/>
                  </a:lnTo>
                  <a:close/>
                </a:path>
                <a:path extrusionOk="0" h="2971800" w="4724400">
                  <a:moveTo>
                    <a:pt x="314096" y="0"/>
                  </a:moveTo>
                  <a:lnTo>
                    <a:pt x="285521" y="0"/>
                  </a:lnTo>
                  <a:lnTo>
                    <a:pt x="285521" y="9525"/>
                  </a:lnTo>
                  <a:lnTo>
                    <a:pt x="314096" y="9525"/>
                  </a:lnTo>
                  <a:lnTo>
                    <a:pt x="314096" y="0"/>
                  </a:lnTo>
                  <a:close/>
                </a:path>
                <a:path extrusionOk="0" h="2971800" w="4724400">
                  <a:moveTo>
                    <a:pt x="350291" y="2962275"/>
                  </a:moveTo>
                  <a:lnTo>
                    <a:pt x="321716" y="2962275"/>
                  </a:lnTo>
                  <a:lnTo>
                    <a:pt x="321716" y="2971800"/>
                  </a:lnTo>
                  <a:lnTo>
                    <a:pt x="350291" y="2971800"/>
                  </a:lnTo>
                  <a:lnTo>
                    <a:pt x="350291" y="2962275"/>
                  </a:lnTo>
                  <a:close/>
                </a:path>
                <a:path extrusionOk="0" h="2971800" w="4724400">
                  <a:moveTo>
                    <a:pt x="361657" y="0"/>
                  </a:moveTo>
                  <a:lnTo>
                    <a:pt x="333082" y="0"/>
                  </a:lnTo>
                  <a:lnTo>
                    <a:pt x="333082" y="9525"/>
                  </a:lnTo>
                  <a:lnTo>
                    <a:pt x="361657" y="9525"/>
                  </a:lnTo>
                  <a:lnTo>
                    <a:pt x="361657" y="0"/>
                  </a:lnTo>
                  <a:close/>
                </a:path>
                <a:path extrusionOk="0" h="2971800" w="4724400">
                  <a:moveTo>
                    <a:pt x="397852" y="2962275"/>
                  </a:moveTo>
                  <a:lnTo>
                    <a:pt x="369277" y="2962275"/>
                  </a:lnTo>
                  <a:lnTo>
                    <a:pt x="369277" y="2971800"/>
                  </a:lnTo>
                  <a:lnTo>
                    <a:pt x="397852" y="2971800"/>
                  </a:lnTo>
                  <a:lnTo>
                    <a:pt x="397852" y="2962275"/>
                  </a:lnTo>
                  <a:close/>
                </a:path>
                <a:path extrusionOk="0" h="2971800" w="4724400">
                  <a:moveTo>
                    <a:pt x="409219" y="0"/>
                  </a:moveTo>
                  <a:lnTo>
                    <a:pt x="380644" y="0"/>
                  </a:lnTo>
                  <a:lnTo>
                    <a:pt x="380644" y="9525"/>
                  </a:lnTo>
                  <a:lnTo>
                    <a:pt x="409219" y="9525"/>
                  </a:lnTo>
                  <a:lnTo>
                    <a:pt x="409219" y="0"/>
                  </a:lnTo>
                  <a:close/>
                </a:path>
                <a:path extrusionOk="0" h="2971800" w="4724400">
                  <a:moveTo>
                    <a:pt x="445427" y="2962275"/>
                  </a:moveTo>
                  <a:lnTo>
                    <a:pt x="416852" y="2962275"/>
                  </a:lnTo>
                  <a:lnTo>
                    <a:pt x="416852" y="2971800"/>
                  </a:lnTo>
                  <a:lnTo>
                    <a:pt x="445427" y="2971800"/>
                  </a:lnTo>
                  <a:lnTo>
                    <a:pt x="445427" y="2962275"/>
                  </a:lnTo>
                  <a:close/>
                </a:path>
                <a:path extrusionOk="0" h="2971800" w="4724400">
                  <a:moveTo>
                    <a:pt x="456793" y="0"/>
                  </a:moveTo>
                  <a:lnTo>
                    <a:pt x="428218" y="0"/>
                  </a:lnTo>
                  <a:lnTo>
                    <a:pt x="428218" y="9525"/>
                  </a:lnTo>
                  <a:lnTo>
                    <a:pt x="456793" y="9525"/>
                  </a:lnTo>
                  <a:lnTo>
                    <a:pt x="456793" y="0"/>
                  </a:lnTo>
                  <a:close/>
                </a:path>
                <a:path extrusionOk="0" h="2971800" w="4724400">
                  <a:moveTo>
                    <a:pt x="492988" y="2962275"/>
                  </a:moveTo>
                  <a:lnTo>
                    <a:pt x="464413" y="2962275"/>
                  </a:lnTo>
                  <a:lnTo>
                    <a:pt x="464413" y="2971800"/>
                  </a:lnTo>
                  <a:lnTo>
                    <a:pt x="492988" y="2971800"/>
                  </a:lnTo>
                  <a:lnTo>
                    <a:pt x="492988" y="2962275"/>
                  </a:lnTo>
                  <a:close/>
                </a:path>
                <a:path extrusionOk="0" h="2971800" w="4724400">
                  <a:moveTo>
                    <a:pt x="504355" y="0"/>
                  </a:moveTo>
                  <a:lnTo>
                    <a:pt x="475780" y="0"/>
                  </a:lnTo>
                  <a:lnTo>
                    <a:pt x="475780" y="9525"/>
                  </a:lnTo>
                  <a:lnTo>
                    <a:pt x="504355" y="9525"/>
                  </a:lnTo>
                  <a:lnTo>
                    <a:pt x="504355" y="0"/>
                  </a:lnTo>
                  <a:close/>
                </a:path>
                <a:path extrusionOk="0" h="2971800" w="4724400">
                  <a:moveTo>
                    <a:pt x="540550" y="2962275"/>
                  </a:moveTo>
                  <a:lnTo>
                    <a:pt x="511975" y="2962275"/>
                  </a:lnTo>
                  <a:lnTo>
                    <a:pt x="511975" y="2971800"/>
                  </a:lnTo>
                  <a:lnTo>
                    <a:pt x="540550" y="2971800"/>
                  </a:lnTo>
                  <a:lnTo>
                    <a:pt x="540550" y="2962275"/>
                  </a:lnTo>
                  <a:close/>
                </a:path>
                <a:path extrusionOk="0" h="2971800" w="4724400">
                  <a:moveTo>
                    <a:pt x="551916" y="0"/>
                  </a:moveTo>
                  <a:lnTo>
                    <a:pt x="523341" y="0"/>
                  </a:lnTo>
                  <a:lnTo>
                    <a:pt x="523341" y="9525"/>
                  </a:lnTo>
                  <a:lnTo>
                    <a:pt x="551916" y="9525"/>
                  </a:lnTo>
                  <a:lnTo>
                    <a:pt x="551916" y="0"/>
                  </a:lnTo>
                  <a:close/>
                </a:path>
                <a:path extrusionOk="0" h="2971800" w="4724400">
                  <a:moveTo>
                    <a:pt x="588111" y="2962275"/>
                  </a:moveTo>
                  <a:lnTo>
                    <a:pt x="559536" y="2962275"/>
                  </a:lnTo>
                  <a:lnTo>
                    <a:pt x="559536" y="2971800"/>
                  </a:lnTo>
                  <a:lnTo>
                    <a:pt x="588111" y="2971800"/>
                  </a:lnTo>
                  <a:lnTo>
                    <a:pt x="588111" y="2962275"/>
                  </a:lnTo>
                  <a:close/>
                </a:path>
                <a:path extrusionOk="0" h="2971800" w="4724400">
                  <a:moveTo>
                    <a:pt x="599490" y="0"/>
                  </a:moveTo>
                  <a:lnTo>
                    <a:pt x="570915" y="0"/>
                  </a:lnTo>
                  <a:lnTo>
                    <a:pt x="570915" y="9525"/>
                  </a:lnTo>
                  <a:lnTo>
                    <a:pt x="599490" y="9525"/>
                  </a:lnTo>
                  <a:lnTo>
                    <a:pt x="599490" y="0"/>
                  </a:lnTo>
                  <a:close/>
                </a:path>
                <a:path extrusionOk="0" h="2971800" w="4724400">
                  <a:moveTo>
                    <a:pt x="635685" y="2962275"/>
                  </a:moveTo>
                  <a:lnTo>
                    <a:pt x="607110" y="2962275"/>
                  </a:lnTo>
                  <a:lnTo>
                    <a:pt x="607110" y="2971800"/>
                  </a:lnTo>
                  <a:lnTo>
                    <a:pt x="635685" y="2971800"/>
                  </a:lnTo>
                  <a:lnTo>
                    <a:pt x="635685" y="2962275"/>
                  </a:lnTo>
                  <a:close/>
                </a:path>
                <a:path extrusionOk="0" h="2971800" w="4724400">
                  <a:moveTo>
                    <a:pt x="647052" y="0"/>
                  </a:moveTo>
                  <a:lnTo>
                    <a:pt x="618477" y="0"/>
                  </a:lnTo>
                  <a:lnTo>
                    <a:pt x="618477" y="9525"/>
                  </a:lnTo>
                  <a:lnTo>
                    <a:pt x="647052" y="9525"/>
                  </a:lnTo>
                  <a:lnTo>
                    <a:pt x="647052" y="0"/>
                  </a:lnTo>
                  <a:close/>
                </a:path>
                <a:path extrusionOk="0" h="2971800" w="4724400">
                  <a:moveTo>
                    <a:pt x="683247" y="2962275"/>
                  </a:moveTo>
                  <a:lnTo>
                    <a:pt x="654672" y="2962275"/>
                  </a:lnTo>
                  <a:lnTo>
                    <a:pt x="654672" y="2971800"/>
                  </a:lnTo>
                  <a:lnTo>
                    <a:pt x="683247" y="2971800"/>
                  </a:lnTo>
                  <a:lnTo>
                    <a:pt x="683247" y="2962275"/>
                  </a:lnTo>
                  <a:close/>
                </a:path>
                <a:path extrusionOk="0" h="2971800" w="4724400">
                  <a:moveTo>
                    <a:pt x="694613" y="0"/>
                  </a:moveTo>
                  <a:lnTo>
                    <a:pt x="666038" y="0"/>
                  </a:lnTo>
                  <a:lnTo>
                    <a:pt x="666038" y="9525"/>
                  </a:lnTo>
                  <a:lnTo>
                    <a:pt x="694613" y="9525"/>
                  </a:lnTo>
                  <a:lnTo>
                    <a:pt x="694613" y="0"/>
                  </a:lnTo>
                  <a:close/>
                </a:path>
                <a:path extrusionOk="0" h="2971800" w="4724400">
                  <a:moveTo>
                    <a:pt x="730808" y="2962275"/>
                  </a:moveTo>
                  <a:lnTo>
                    <a:pt x="702233" y="2962275"/>
                  </a:lnTo>
                  <a:lnTo>
                    <a:pt x="702233" y="2971800"/>
                  </a:lnTo>
                  <a:lnTo>
                    <a:pt x="730808" y="2971800"/>
                  </a:lnTo>
                  <a:lnTo>
                    <a:pt x="730808" y="2962275"/>
                  </a:lnTo>
                  <a:close/>
                </a:path>
                <a:path extrusionOk="0" h="2971800" w="4724400">
                  <a:moveTo>
                    <a:pt x="742188" y="0"/>
                  </a:moveTo>
                  <a:lnTo>
                    <a:pt x="713613" y="0"/>
                  </a:lnTo>
                  <a:lnTo>
                    <a:pt x="713613" y="9525"/>
                  </a:lnTo>
                  <a:lnTo>
                    <a:pt x="742188" y="9525"/>
                  </a:lnTo>
                  <a:lnTo>
                    <a:pt x="742188" y="0"/>
                  </a:lnTo>
                  <a:close/>
                </a:path>
                <a:path extrusionOk="0" h="2971800" w="4724400">
                  <a:moveTo>
                    <a:pt x="778383" y="2962275"/>
                  </a:moveTo>
                  <a:lnTo>
                    <a:pt x="749808" y="2962275"/>
                  </a:lnTo>
                  <a:lnTo>
                    <a:pt x="749808" y="2971800"/>
                  </a:lnTo>
                  <a:lnTo>
                    <a:pt x="778383" y="2971800"/>
                  </a:lnTo>
                  <a:lnTo>
                    <a:pt x="778383" y="2962275"/>
                  </a:lnTo>
                  <a:close/>
                </a:path>
                <a:path extrusionOk="0" h="2971800" w="4724400">
                  <a:moveTo>
                    <a:pt x="789749" y="0"/>
                  </a:moveTo>
                  <a:lnTo>
                    <a:pt x="761174" y="0"/>
                  </a:lnTo>
                  <a:lnTo>
                    <a:pt x="761174" y="9525"/>
                  </a:lnTo>
                  <a:lnTo>
                    <a:pt x="789749" y="9525"/>
                  </a:lnTo>
                  <a:lnTo>
                    <a:pt x="789749" y="0"/>
                  </a:lnTo>
                  <a:close/>
                </a:path>
                <a:path extrusionOk="0" h="2971800" w="4724400">
                  <a:moveTo>
                    <a:pt x="825944" y="2962275"/>
                  </a:moveTo>
                  <a:lnTo>
                    <a:pt x="797369" y="2962275"/>
                  </a:lnTo>
                  <a:lnTo>
                    <a:pt x="797369" y="2971800"/>
                  </a:lnTo>
                  <a:lnTo>
                    <a:pt x="825944" y="2971800"/>
                  </a:lnTo>
                  <a:lnTo>
                    <a:pt x="825944" y="2962275"/>
                  </a:lnTo>
                  <a:close/>
                </a:path>
                <a:path extrusionOk="0" h="2971800" w="4724400">
                  <a:moveTo>
                    <a:pt x="837311" y="0"/>
                  </a:moveTo>
                  <a:lnTo>
                    <a:pt x="808736" y="0"/>
                  </a:lnTo>
                  <a:lnTo>
                    <a:pt x="808736" y="9525"/>
                  </a:lnTo>
                  <a:lnTo>
                    <a:pt x="837311" y="9525"/>
                  </a:lnTo>
                  <a:lnTo>
                    <a:pt x="837311" y="0"/>
                  </a:lnTo>
                  <a:close/>
                </a:path>
                <a:path extrusionOk="0" h="2971800" w="4724400">
                  <a:moveTo>
                    <a:pt x="873506" y="2962275"/>
                  </a:moveTo>
                  <a:lnTo>
                    <a:pt x="844931" y="2962275"/>
                  </a:lnTo>
                  <a:lnTo>
                    <a:pt x="844931" y="2971800"/>
                  </a:lnTo>
                  <a:lnTo>
                    <a:pt x="873506" y="2971800"/>
                  </a:lnTo>
                  <a:lnTo>
                    <a:pt x="873506" y="2962275"/>
                  </a:lnTo>
                  <a:close/>
                </a:path>
                <a:path extrusionOk="0" h="2971800" w="4724400">
                  <a:moveTo>
                    <a:pt x="884872" y="0"/>
                  </a:moveTo>
                  <a:lnTo>
                    <a:pt x="856297" y="0"/>
                  </a:lnTo>
                  <a:lnTo>
                    <a:pt x="856297" y="9525"/>
                  </a:lnTo>
                  <a:lnTo>
                    <a:pt x="884872" y="9525"/>
                  </a:lnTo>
                  <a:lnTo>
                    <a:pt x="884872" y="0"/>
                  </a:lnTo>
                  <a:close/>
                </a:path>
                <a:path extrusionOk="0" h="2971800" w="4724400">
                  <a:moveTo>
                    <a:pt x="921080" y="2962275"/>
                  </a:moveTo>
                  <a:lnTo>
                    <a:pt x="892505" y="2962275"/>
                  </a:lnTo>
                  <a:lnTo>
                    <a:pt x="892505" y="2971800"/>
                  </a:lnTo>
                  <a:lnTo>
                    <a:pt x="921080" y="2971800"/>
                  </a:lnTo>
                  <a:lnTo>
                    <a:pt x="921080" y="2962275"/>
                  </a:lnTo>
                  <a:close/>
                </a:path>
                <a:path extrusionOk="0" h="2971800" w="4724400">
                  <a:moveTo>
                    <a:pt x="932446" y="0"/>
                  </a:moveTo>
                  <a:lnTo>
                    <a:pt x="903871" y="0"/>
                  </a:lnTo>
                  <a:lnTo>
                    <a:pt x="903871" y="9525"/>
                  </a:lnTo>
                  <a:lnTo>
                    <a:pt x="932446" y="9525"/>
                  </a:lnTo>
                  <a:lnTo>
                    <a:pt x="932446" y="0"/>
                  </a:lnTo>
                  <a:close/>
                </a:path>
                <a:path extrusionOk="0" h="2971800" w="4724400">
                  <a:moveTo>
                    <a:pt x="968641" y="2962275"/>
                  </a:moveTo>
                  <a:lnTo>
                    <a:pt x="940066" y="2962275"/>
                  </a:lnTo>
                  <a:lnTo>
                    <a:pt x="940066" y="2971800"/>
                  </a:lnTo>
                  <a:lnTo>
                    <a:pt x="968641" y="2971800"/>
                  </a:lnTo>
                  <a:lnTo>
                    <a:pt x="968641" y="2962275"/>
                  </a:lnTo>
                  <a:close/>
                </a:path>
                <a:path extrusionOk="0" h="2971800" w="4724400">
                  <a:moveTo>
                    <a:pt x="980008" y="0"/>
                  </a:moveTo>
                  <a:lnTo>
                    <a:pt x="951433" y="0"/>
                  </a:lnTo>
                  <a:lnTo>
                    <a:pt x="951433" y="9525"/>
                  </a:lnTo>
                  <a:lnTo>
                    <a:pt x="980008" y="9525"/>
                  </a:lnTo>
                  <a:lnTo>
                    <a:pt x="980008" y="0"/>
                  </a:lnTo>
                  <a:close/>
                </a:path>
                <a:path extrusionOk="0" h="2971800" w="4724400">
                  <a:moveTo>
                    <a:pt x="1016203" y="2962275"/>
                  </a:moveTo>
                  <a:lnTo>
                    <a:pt x="987628" y="2962275"/>
                  </a:lnTo>
                  <a:lnTo>
                    <a:pt x="987628" y="2971800"/>
                  </a:lnTo>
                  <a:lnTo>
                    <a:pt x="1016203" y="2971800"/>
                  </a:lnTo>
                  <a:lnTo>
                    <a:pt x="1016203" y="2962275"/>
                  </a:lnTo>
                  <a:close/>
                </a:path>
                <a:path extrusionOk="0" h="2971800" w="4724400">
                  <a:moveTo>
                    <a:pt x="1027569" y="0"/>
                  </a:moveTo>
                  <a:lnTo>
                    <a:pt x="998994" y="0"/>
                  </a:lnTo>
                  <a:lnTo>
                    <a:pt x="998994" y="9525"/>
                  </a:lnTo>
                  <a:lnTo>
                    <a:pt x="1027569" y="9525"/>
                  </a:lnTo>
                  <a:lnTo>
                    <a:pt x="1027569" y="0"/>
                  </a:lnTo>
                  <a:close/>
                </a:path>
                <a:path extrusionOk="0" h="2971800" w="4724400">
                  <a:moveTo>
                    <a:pt x="1063777" y="2962275"/>
                  </a:moveTo>
                  <a:lnTo>
                    <a:pt x="1035202" y="2962275"/>
                  </a:lnTo>
                  <a:lnTo>
                    <a:pt x="1035202" y="2971800"/>
                  </a:lnTo>
                  <a:lnTo>
                    <a:pt x="1063777" y="2971800"/>
                  </a:lnTo>
                  <a:lnTo>
                    <a:pt x="1063777" y="2962275"/>
                  </a:lnTo>
                  <a:close/>
                </a:path>
                <a:path extrusionOk="0" h="2971800" w="4724400">
                  <a:moveTo>
                    <a:pt x="1075143" y="0"/>
                  </a:moveTo>
                  <a:lnTo>
                    <a:pt x="1046568" y="0"/>
                  </a:lnTo>
                  <a:lnTo>
                    <a:pt x="1046568" y="9525"/>
                  </a:lnTo>
                  <a:lnTo>
                    <a:pt x="1075143" y="9525"/>
                  </a:lnTo>
                  <a:lnTo>
                    <a:pt x="1075143" y="0"/>
                  </a:lnTo>
                  <a:close/>
                </a:path>
                <a:path extrusionOk="0" h="2971800" w="4724400">
                  <a:moveTo>
                    <a:pt x="1111338" y="2962275"/>
                  </a:moveTo>
                  <a:lnTo>
                    <a:pt x="1082763" y="2962275"/>
                  </a:lnTo>
                  <a:lnTo>
                    <a:pt x="1082763" y="2971800"/>
                  </a:lnTo>
                  <a:lnTo>
                    <a:pt x="1111338" y="2971800"/>
                  </a:lnTo>
                  <a:lnTo>
                    <a:pt x="1111338" y="2962275"/>
                  </a:lnTo>
                  <a:close/>
                </a:path>
                <a:path extrusionOk="0" h="2971800" w="4724400">
                  <a:moveTo>
                    <a:pt x="1122705" y="0"/>
                  </a:moveTo>
                  <a:lnTo>
                    <a:pt x="1094130" y="0"/>
                  </a:lnTo>
                  <a:lnTo>
                    <a:pt x="1094130" y="9525"/>
                  </a:lnTo>
                  <a:lnTo>
                    <a:pt x="1122705" y="9525"/>
                  </a:lnTo>
                  <a:lnTo>
                    <a:pt x="1122705" y="0"/>
                  </a:lnTo>
                  <a:close/>
                </a:path>
                <a:path extrusionOk="0" h="2971800" w="4724400">
                  <a:moveTo>
                    <a:pt x="1158900" y="2962275"/>
                  </a:moveTo>
                  <a:lnTo>
                    <a:pt x="1130325" y="2962275"/>
                  </a:lnTo>
                  <a:lnTo>
                    <a:pt x="1130325" y="2971800"/>
                  </a:lnTo>
                  <a:lnTo>
                    <a:pt x="1158900" y="2971800"/>
                  </a:lnTo>
                  <a:lnTo>
                    <a:pt x="1158900" y="2962275"/>
                  </a:lnTo>
                  <a:close/>
                </a:path>
                <a:path extrusionOk="0" h="2971800" w="4724400">
                  <a:moveTo>
                    <a:pt x="1170266" y="0"/>
                  </a:moveTo>
                  <a:lnTo>
                    <a:pt x="1141691" y="0"/>
                  </a:lnTo>
                  <a:lnTo>
                    <a:pt x="1141691" y="9525"/>
                  </a:lnTo>
                  <a:lnTo>
                    <a:pt x="1170266" y="9525"/>
                  </a:lnTo>
                  <a:lnTo>
                    <a:pt x="1170266" y="0"/>
                  </a:lnTo>
                  <a:close/>
                </a:path>
                <a:path extrusionOk="0" h="2971800" w="4724400">
                  <a:moveTo>
                    <a:pt x="1206461" y="2962275"/>
                  </a:moveTo>
                  <a:lnTo>
                    <a:pt x="1177886" y="2962275"/>
                  </a:lnTo>
                  <a:lnTo>
                    <a:pt x="1177886" y="2971800"/>
                  </a:lnTo>
                  <a:lnTo>
                    <a:pt x="1206461" y="2971800"/>
                  </a:lnTo>
                  <a:lnTo>
                    <a:pt x="1206461" y="2962275"/>
                  </a:lnTo>
                  <a:close/>
                </a:path>
                <a:path extrusionOk="0" h="2971800" w="4724400">
                  <a:moveTo>
                    <a:pt x="1217841" y="0"/>
                  </a:moveTo>
                  <a:lnTo>
                    <a:pt x="1189266" y="0"/>
                  </a:lnTo>
                  <a:lnTo>
                    <a:pt x="1189266" y="9525"/>
                  </a:lnTo>
                  <a:lnTo>
                    <a:pt x="1217841" y="9525"/>
                  </a:lnTo>
                  <a:lnTo>
                    <a:pt x="1217841" y="0"/>
                  </a:lnTo>
                  <a:close/>
                </a:path>
                <a:path extrusionOk="0" h="2971800" w="4724400">
                  <a:moveTo>
                    <a:pt x="1254036" y="2962275"/>
                  </a:moveTo>
                  <a:lnTo>
                    <a:pt x="1225461" y="2962275"/>
                  </a:lnTo>
                  <a:lnTo>
                    <a:pt x="1225461" y="2971800"/>
                  </a:lnTo>
                  <a:lnTo>
                    <a:pt x="1254036" y="2971800"/>
                  </a:lnTo>
                  <a:lnTo>
                    <a:pt x="1254036" y="2962275"/>
                  </a:lnTo>
                  <a:close/>
                </a:path>
                <a:path extrusionOk="0" h="2971800" w="4724400">
                  <a:moveTo>
                    <a:pt x="1265402" y="0"/>
                  </a:moveTo>
                  <a:lnTo>
                    <a:pt x="1236827" y="0"/>
                  </a:lnTo>
                  <a:lnTo>
                    <a:pt x="1236827" y="9525"/>
                  </a:lnTo>
                  <a:lnTo>
                    <a:pt x="1265402" y="9525"/>
                  </a:lnTo>
                  <a:lnTo>
                    <a:pt x="1265402" y="0"/>
                  </a:lnTo>
                  <a:close/>
                </a:path>
                <a:path extrusionOk="0" h="2971800" w="4724400">
                  <a:moveTo>
                    <a:pt x="1301597" y="2962275"/>
                  </a:moveTo>
                  <a:lnTo>
                    <a:pt x="1273022" y="2962275"/>
                  </a:lnTo>
                  <a:lnTo>
                    <a:pt x="1273022" y="2971800"/>
                  </a:lnTo>
                  <a:lnTo>
                    <a:pt x="1301597" y="2971800"/>
                  </a:lnTo>
                  <a:lnTo>
                    <a:pt x="1301597" y="2962275"/>
                  </a:lnTo>
                  <a:close/>
                </a:path>
                <a:path extrusionOk="0" h="2971800" w="4724400">
                  <a:moveTo>
                    <a:pt x="1312964" y="0"/>
                  </a:moveTo>
                  <a:lnTo>
                    <a:pt x="1284389" y="0"/>
                  </a:lnTo>
                  <a:lnTo>
                    <a:pt x="1284389" y="9525"/>
                  </a:lnTo>
                  <a:lnTo>
                    <a:pt x="1312964" y="9525"/>
                  </a:lnTo>
                  <a:lnTo>
                    <a:pt x="1312964" y="0"/>
                  </a:lnTo>
                  <a:close/>
                </a:path>
                <a:path extrusionOk="0" h="2971800" w="4724400">
                  <a:moveTo>
                    <a:pt x="1349159" y="2962275"/>
                  </a:moveTo>
                  <a:lnTo>
                    <a:pt x="1320584" y="2962275"/>
                  </a:lnTo>
                  <a:lnTo>
                    <a:pt x="1320584" y="2971800"/>
                  </a:lnTo>
                  <a:lnTo>
                    <a:pt x="1349159" y="2971800"/>
                  </a:lnTo>
                  <a:lnTo>
                    <a:pt x="1349159" y="2962275"/>
                  </a:lnTo>
                  <a:close/>
                </a:path>
                <a:path extrusionOk="0" h="2971800" w="4724400">
                  <a:moveTo>
                    <a:pt x="1360538" y="0"/>
                  </a:moveTo>
                  <a:lnTo>
                    <a:pt x="1331963" y="0"/>
                  </a:lnTo>
                  <a:lnTo>
                    <a:pt x="1331963" y="9525"/>
                  </a:lnTo>
                  <a:lnTo>
                    <a:pt x="1360538" y="9525"/>
                  </a:lnTo>
                  <a:lnTo>
                    <a:pt x="1360538" y="0"/>
                  </a:lnTo>
                  <a:close/>
                </a:path>
                <a:path extrusionOk="0" h="2971800" w="4724400">
                  <a:moveTo>
                    <a:pt x="1396733" y="2962275"/>
                  </a:moveTo>
                  <a:lnTo>
                    <a:pt x="1368158" y="2962275"/>
                  </a:lnTo>
                  <a:lnTo>
                    <a:pt x="1368158" y="2971800"/>
                  </a:lnTo>
                  <a:lnTo>
                    <a:pt x="1396733" y="2971800"/>
                  </a:lnTo>
                  <a:lnTo>
                    <a:pt x="1396733" y="2962275"/>
                  </a:lnTo>
                  <a:close/>
                </a:path>
                <a:path extrusionOk="0" h="2971800" w="4724400">
                  <a:moveTo>
                    <a:pt x="1408099" y="0"/>
                  </a:moveTo>
                  <a:lnTo>
                    <a:pt x="1379524" y="0"/>
                  </a:lnTo>
                  <a:lnTo>
                    <a:pt x="1379524" y="9525"/>
                  </a:lnTo>
                  <a:lnTo>
                    <a:pt x="1408099" y="9525"/>
                  </a:lnTo>
                  <a:lnTo>
                    <a:pt x="1408099" y="0"/>
                  </a:lnTo>
                  <a:close/>
                </a:path>
                <a:path extrusionOk="0" h="2971800" w="4724400">
                  <a:moveTo>
                    <a:pt x="1444294" y="2962275"/>
                  </a:moveTo>
                  <a:lnTo>
                    <a:pt x="1415719" y="2962275"/>
                  </a:lnTo>
                  <a:lnTo>
                    <a:pt x="1415719" y="2971800"/>
                  </a:lnTo>
                  <a:lnTo>
                    <a:pt x="1444294" y="2971800"/>
                  </a:lnTo>
                  <a:lnTo>
                    <a:pt x="1444294" y="2962275"/>
                  </a:lnTo>
                  <a:close/>
                </a:path>
                <a:path extrusionOk="0" h="2971800" w="4724400">
                  <a:moveTo>
                    <a:pt x="1455661" y="0"/>
                  </a:moveTo>
                  <a:lnTo>
                    <a:pt x="1427086" y="0"/>
                  </a:lnTo>
                  <a:lnTo>
                    <a:pt x="1427086" y="9525"/>
                  </a:lnTo>
                  <a:lnTo>
                    <a:pt x="1455661" y="9525"/>
                  </a:lnTo>
                  <a:lnTo>
                    <a:pt x="1455661" y="0"/>
                  </a:lnTo>
                  <a:close/>
                </a:path>
                <a:path extrusionOk="0" h="2971800" w="4724400">
                  <a:moveTo>
                    <a:pt x="1491856" y="2962275"/>
                  </a:moveTo>
                  <a:lnTo>
                    <a:pt x="1463281" y="2962275"/>
                  </a:lnTo>
                  <a:lnTo>
                    <a:pt x="1463281" y="2971800"/>
                  </a:lnTo>
                  <a:lnTo>
                    <a:pt x="1491856" y="2971800"/>
                  </a:lnTo>
                  <a:lnTo>
                    <a:pt x="1491856" y="2962275"/>
                  </a:lnTo>
                  <a:close/>
                </a:path>
                <a:path extrusionOk="0" h="2971800" w="4724400">
                  <a:moveTo>
                    <a:pt x="1503222" y="0"/>
                  </a:moveTo>
                  <a:lnTo>
                    <a:pt x="1474647" y="0"/>
                  </a:lnTo>
                  <a:lnTo>
                    <a:pt x="1474647" y="9525"/>
                  </a:lnTo>
                  <a:lnTo>
                    <a:pt x="1503222" y="9525"/>
                  </a:lnTo>
                  <a:lnTo>
                    <a:pt x="1503222" y="0"/>
                  </a:lnTo>
                  <a:close/>
                </a:path>
                <a:path extrusionOk="0" h="2971800" w="4724400">
                  <a:moveTo>
                    <a:pt x="1539430" y="2962275"/>
                  </a:moveTo>
                  <a:lnTo>
                    <a:pt x="1510855" y="2962275"/>
                  </a:lnTo>
                  <a:lnTo>
                    <a:pt x="1510855" y="2971800"/>
                  </a:lnTo>
                  <a:lnTo>
                    <a:pt x="1539430" y="2971800"/>
                  </a:lnTo>
                  <a:lnTo>
                    <a:pt x="1539430" y="2962275"/>
                  </a:lnTo>
                  <a:close/>
                </a:path>
                <a:path extrusionOk="0" h="2971800" w="4724400">
                  <a:moveTo>
                    <a:pt x="1550797" y="0"/>
                  </a:moveTo>
                  <a:lnTo>
                    <a:pt x="1522222" y="0"/>
                  </a:lnTo>
                  <a:lnTo>
                    <a:pt x="1522222" y="9525"/>
                  </a:lnTo>
                  <a:lnTo>
                    <a:pt x="1550797" y="9525"/>
                  </a:lnTo>
                  <a:lnTo>
                    <a:pt x="1550797" y="0"/>
                  </a:lnTo>
                  <a:close/>
                </a:path>
                <a:path extrusionOk="0" h="2971800" w="4724400">
                  <a:moveTo>
                    <a:pt x="1586992" y="2962275"/>
                  </a:moveTo>
                  <a:lnTo>
                    <a:pt x="1558417" y="2962275"/>
                  </a:lnTo>
                  <a:lnTo>
                    <a:pt x="1558417" y="2971800"/>
                  </a:lnTo>
                  <a:lnTo>
                    <a:pt x="1586992" y="2971800"/>
                  </a:lnTo>
                  <a:lnTo>
                    <a:pt x="1586992" y="2962275"/>
                  </a:lnTo>
                  <a:close/>
                </a:path>
                <a:path extrusionOk="0" h="2971800" w="4724400">
                  <a:moveTo>
                    <a:pt x="1598358" y="0"/>
                  </a:moveTo>
                  <a:lnTo>
                    <a:pt x="1569783" y="0"/>
                  </a:lnTo>
                  <a:lnTo>
                    <a:pt x="1569783" y="9525"/>
                  </a:lnTo>
                  <a:lnTo>
                    <a:pt x="1598358" y="9525"/>
                  </a:lnTo>
                  <a:lnTo>
                    <a:pt x="1598358" y="0"/>
                  </a:lnTo>
                  <a:close/>
                </a:path>
                <a:path extrusionOk="0" h="2971800" w="4724400">
                  <a:moveTo>
                    <a:pt x="1634553" y="2962275"/>
                  </a:moveTo>
                  <a:lnTo>
                    <a:pt x="1605978" y="2962275"/>
                  </a:lnTo>
                  <a:lnTo>
                    <a:pt x="1605978" y="2971800"/>
                  </a:lnTo>
                  <a:lnTo>
                    <a:pt x="1634553" y="2971800"/>
                  </a:lnTo>
                  <a:lnTo>
                    <a:pt x="1634553" y="2962275"/>
                  </a:lnTo>
                  <a:close/>
                </a:path>
                <a:path extrusionOk="0" h="2971800" w="4724400">
                  <a:moveTo>
                    <a:pt x="1645920" y="0"/>
                  </a:moveTo>
                  <a:lnTo>
                    <a:pt x="1617345" y="0"/>
                  </a:lnTo>
                  <a:lnTo>
                    <a:pt x="1617345" y="9525"/>
                  </a:lnTo>
                  <a:lnTo>
                    <a:pt x="1645920" y="9525"/>
                  </a:lnTo>
                  <a:lnTo>
                    <a:pt x="1645920" y="0"/>
                  </a:lnTo>
                  <a:close/>
                </a:path>
                <a:path extrusionOk="0" h="2971800" w="4724400">
                  <a:moveTo>
                    <a:pt x="1682127" y="2962275"/>
                  </a:moveTo>
                  <a:lnTo>
                    <a:pt x="1653552" y="2962275"/>
                  </a:lnTo>
                  <a:lnTo>
                    <a:pt x="1653552" y="2971800"/>
                  </a:lnTo>
                  <a:lnTo>
                    <a:pt x="1682127" y="2971800"/>
                  </a:lnTo>
                  <a:lnTo>
                    <a:pt x="1682127" y="2962275"/>
                  </a:lnTo>
                  <a:close/>
                </a:path>
                <a:path extrusionOk="0" h="2971800" w="4724400">
                  <a:moveTo>
                    <a:pt x="1693494" y="0"/>
                  </a:moveTo>
                  <a:lnTo>
                    <a:pt x="1664919" y="0"/>
                  </a:lnTo>
                  <a:lnTo>
                    <a:pt x="1664919" y="9525"/>
                  </a:lnTo>
                  <a:lnTo>
                    <a:pt x="1693494" y="9525"/>
                  </a:lnTo>
                  <a:lnTo>
                    <a:pt x="1693494" y="0"/>
                  </a:lnTo>
                  <a:close/>
                </a:path>
                <a:path extrusionOk="0" h="2971800" w="4724400">
                  <a:moveTo>
                    <a:pt x="1729689" y="2962275"/>
                  </a:moveTo>
                  <a:lnTo>
                    <a:pt x="1701114" y="2962275"/>
                  </a:lnTo>
                  <a:lnTo>
                    <a:pt x="1701114" y="2971800"/>
                  </a:lnTo>
                  <a:lnTo>
                    <a:pt x="1729689" y="2971800"/>
                  </a:lnTo>
                  <a:lnTo>
                    <a:pt x="1729689" y="2962275"/>
                  </a:lnTo>
                  <a:close/>
                </a:path>
                <a:path extrusionOk="0" h="2971800" w="4724400">
                  <a:moveTo>
                    <a:pt x="1741055" y="0"/>
                  </a:moveTo>
                  <a:lnTo>
                    <a:pt x="1712480" y="0"/>
                  </a:lnTo>
                  <a:lnTo>
                    <a:pt x="1712480" y="9525"/>
                  </a:lnTo>
                  <a:lnTo>
                    <a:pt x="1741055" y="9525"/>
                  </a:lnTo>
                  <a:lnTo>
                    <a:pt x="1741055" y="0"/>
                  </a:lnTo>
                  <a:close/>
                </a:path>
                <a:path extrusionOk="0" h="2971800" w="4724400">
                  <a:moveTo>
                    <a:pt x="1777250" y="2962275"/>
                  </a:moveTo>
                  <a:lnTo>
                    <a:pt x="1748675" y="2962275"/>
                  </a:lnTo>
                  <a:lnTo>
                    <a:pt x="1748675" y="2971800"/>
                  </a:lnTo>
                  <a:lnTo>
                    <a:pt x="1777250" y="2971800"/>
                  </a:lnTo>
                  <a:lnTo>
                    <a:pt x="1777250" y="2962275"/>
                  </a:lnTo>
                  <a:close/>
                </a:path>
                <a:path extrusionOk="0" h="2971800" w="4724400">
                  <a:moveTo>
                    <a:pt x="1788617" y="0"/>
                  </a:moveTo>
                  <a:lnTo>
                    <a:pt x="1760042" y="0"/>
                  </a:lnTo>
                  <a:lnTo>
                    <a:pt x="1760042" y="9525"/>
                  </a:lnTo>
                  <a:lnTo>
                    <a:pt x="1788617" y="9525"/>
                  </a:lnTo>
                  <a:lnTo>
                    <a:pt x="1788617" y="0"/>
                  </a:lnTo>
                  <a:close/>
                </a:path>
                <a:path extrusionOk="0" h="2971800" w="4724400">
                  <a:moveTo>
                    <a:pt x="1824824" y="2962275"/>
                  </a:moveTo>
                  <a:lnTo>
                    <a:pt x="1796249" y="2962275"/>
                  </a:lnTo>
                  <a:lnTo>
                    <a:pt x="1796249" y="2971800"/>
                  </a:lnTo>
                  <a:lnTo>
                    <a:pt x="1824824" y="2971800"/>
                  </a:lnTo>
                  <a:lnTo>
                    <a:pt x="1824824" y="2962275"/>
                  </a:lnTo>
                  <a:close/>
                </a:path>
                <a:path extrusionOk="0" h="2971800" w="4724400">
                  <a:moveTo>
                    <a:pt x="1836191" y="0"/>
                  </a:moveTo>
                  <a:lnTo>
                    <a:pt x="1807616" y="0"/>
                  </a:lnTo>
                  <a:lnTo>
                    <a:pt x="1807616" y="9525"/>
                  </a:lnTo>
                  <a:lnTo>
                    <a:pt x="1836191" y="9525"/>
                  </a:lnTo>
                  <a:lnTo>
                    <a:pt x="1836191" y="0"/>
                  </a:lnTo>
                  <a:close/>
                </a:path>
                <a:path extrusionOk="0" h="2971800" w="4724400">
                  <a:moveTo>
                    <a:pt x="1872386" y="2962275"/>
                  </a:moveTo>
                  <a:lnTo>
                    <a:pt x="1843811" y="2962275"/>
                  </a:lnTo>
                  <a:lnTo>
                    <a:pt x="1843811" y="2971800"/>
                  </a:lnTo>
                  <a:lnTo>
                    <a:pt x="1872386" y="2971800"/>
                  </a:lnTo>
                  <a:lnTo>
                    <a:pt x="1872386" y="2962275"/>
                  </a:lnTo>
                  <a:close/>
                </a:path>
                <a:path extrusionOk="0" h="2971800" w="4724400">
                  <a:moveTo>
                    <a:pt x="1883752" y="0"/>
                  </a:moveTo>
                  <a:lnTo>
                    <a:pt x="1855177" y="0"/>
                  </a:lnTo>
                  <a:lnTo>
                    <a:pt x="1855177" y="9525"/>
                  </a:lnTo>
                  <a:lnTo>
                    <a:pt x="1883752" y="9525"/>
                  </a:lnTo>
                  <a:lnTo>
                    <a:pt x="1883752" y="0"/>
                  </a:lnTo>
                  <a:close/>
                </a:path>
                <a:path extrusionOk="0" h="2971800" w="4724400">
                  <a:moveTo>
                    <a:pt x="1919947" y="2962275"/>
                  </a:moveTo>
                  <a:lnTo>
                    <a:pt x="1891372" y="2962275"/>
                  </a:lnTo>
                  <a:lnTo>
                    <a:pt x="1891372" y="2971800"/>
                  </a:lnTo>
                  <a:lnTo>
                    <a:pt x="1919947" y="2971800"/>
                  </a:lnTo>
                  <a:lnTo>
                    <a:pt x="1919947" y="2962275"/>
                  </a:lnTo>
                  <a:close/>
                </a:path>
                <a:path extrusionOk="0" h="2971800" w="4724400">
                  <a:moveTo>
                    <a:pt x="1931314" y="0"/>
                  </a:moveTo>
                  <a:lnTo>
                    <a:pt x="1902739" y="0"/>
                  </a:lnTo>
                  <a:lnTo>
                    <a:pt x="1902739" y="9525"/>
                  </a:lnTo>
                  <a:lnTo>
                    <a:pt x="1931314" y="9525"/>
                  </a:lnTo>
                  <a:lnTo>
                    <a:pt x="1931314" y="0"/>
                  </a:lnTo>
                  <a:close/>
                </a:path>
                <a:path extrusionOk="0" h="2971800" w="4724400">
                  <a:moveTo>
                    <a:pt x="1967522" y="2962275"/>
                  </a:moveTo>
                  <a:lnTo>
                    <a:pt x="1938947" y="2962275"/>
                  </a:lnTo>
                  <a:lnTo>
                    <a:pt x="1938947" y="2971800"/>
                  </a:lnTo>
                  <a:lnTo>
                    <a:pt x="1967522" y="2971800"/>
                  </a:lnTo>
                  <a:lnTo>
                    <a:pt x="1967522" y="2962275"/>
                  </a:lnTo>
                  <a:close/>
                </a:path>
                <a:path extrusionOk="0" h="2971800" w="4724400">
                  <a:moveTo>
                    <a:pt x="1978888" y="0"/>
                  </a:moveTo>
                  <a:lnTo>
                    <a:pt x="1950313" y="0"/>
                  </a:lnTo>
                  <a:lnTo>
                    <a:pt x="1950313" y="9525"/>
                  </a:lnTo>
                  <a:lnTo>
                    <a:pt x="1978888" y="9525"/>
                  </a:lnTo>
                  <a:lnTo>
                    <a:pt x="1978888" y="0"/>
                  </a:lnTo>
                  <a:close/>
                </a:path>
                <a:path extrusionOk="0" h="2971800" w="4724400">
                  <a:moveTo>
                    <a:pt x="2015083" y="2962275"/>
                  </a:moveTo>
                  <a:lnTo>
                    <a:pt x="1986508" y="2962275"/>
                  </a:lnTo>
                  <a:lnTo>
                    <a:pt x="1986508" y="2971800"/>
                  </a:lnTo>
                  <a:lnTo>
                    <a:pt x="2015083" y="2971800"/>
                  </a:lnTo>
                  <a:lnTo>
                    <a:pt x="2015083" y="2962275"/>
                  </a:lnTo>
                  <a:close/>
                </a:path>
                <a:path extrusionOk="0" h="2971800" w="4724400">
                  <a:moveTo>
                    <a:pt x="2026450" y="0"/>
                  </a:moveTo>
                  <a:lnTo>
                    <a:pt x="1997875" y="0"/>
                  </a:lnTo>
                  <a:lnTo>
                    <a:pt x="1997875" y="9525"/>
                  </a:lnTo>
                  <a:lnTo>
                    <a:pt x="2026450" y="9525"/>
                  </a:lnTo>
                  <a:lnTo>
                    <a:pt x="2026450" y="0"/>
                  </a:lnTo>
                  <a:close/>
                </a:path>
                <a:path extrusionOk="0" h="2971800" w="4724400">
                  <a:moveTo>
                    <a:pt x="2062645" y="2962275"/>
                  </a:moveTo>
                  <a:lnTo>
                    <a:pt x="2034070" y="2962275"/>
                  </a:lnTo>
                  <a:lnTo>
                    <a:pt x="2034070" y="2971800"/>
                  </a:lnTo>
                  <a:lnTo>
                    <a:pt x="2062645" y="2971800"/>
                  </a:lnTo>
                  <a:lnTo>
                    <a:pt x="2062645" y="2962275"/>
                  </a:lnTo>
                  <a:close/>
                </a:path>
                <a:path extrusionOk="0" h="2971800" w="4724400">
                  <a:moveTo>
                    <a:pt x="2074011" y="0"/>
                  </a:moveTo>
                  <a:lnTo>
                    <a:pt x="2045436" y="0"/>
                  </a:lnTo>
                  <a:lnTo>
                    <a:pt x="2045436" y="9525"/>
                  </a:lnTo>
                  <a:lnTo>
                    <a:pt x="2074011" y="9525"/>
                  </a:lnTo>
                  <a:lnTo>
                    <a:pt x="2074011" y="0"/>
                  </a:lnTo>
                  <a:close/>
                </a:path>
                <a:path extrusionOk="0" h="2971800" w="4724400">
                  <a:moveTo>
                    <a:pt x="2110206" y="2962275"/>
                  </a:moveTo>
                  <a:lnTo>
                    <a:pt x="2081631" y="2962275"/>
                  </a:lnTo>
                  <a:lnTo>
                    <a:pt x="2081631" y="2971800"/>
                  </a:lnTo>
                  <a:lnTo>
                    <a:pt x="2110206" y="2971800"/>
                  </a:lnTo>
                  <a:lnTo>
                    <a:pt x="2110206" y="2962275"/>
                  </a:lnTo>
                  <a:close/>
                </a:path>
                <a:path extrusionOk="0" h="2971800" w="4724400">
                  <a:moveTo>
                    <a:pt x="2121585" y="0"/>
                  </a:moveTo>
                  <a:lnTo>
                    <a:pt x="2093010" y="0"/>
                  </a:lnTo>
                  <a:lnTo>
                    <a:pt x="2093010" y="9525"/>
                  </a:lnTo>
                  <a:lnTo>
                    <a:pt x="2121585" y="9525"/>
                  </a:lnTo>
                  <a:lnTo>
                    <a:pt x="2121585" y="0"/>
                  </a:lnTo>
                  <a:close/>
                </a:path>
                <a:path extrusionOk="0" h="2971800" w="4724400">
                  <a:moveTo>
                    <a:pt x="2157780" y="2962275"/>
                  </a:moveTo>
                  <a:lnTo>
                    <a:pt x="2129205" y="2962275"/>
                  </a:lnTo>
                  <a:lnTo>
                    <a:pt x="2129205" y="2971800"/>
                  </a:lnTo>
                  <a:lnTo>
                    <a:pt x="2157780" y="2971800"/>
                  </a:lnTo>
                  <a:lnTo>
                    <a:pt x="2157780" y="2962275"/>
                  </a:lnTo>
                  <a:close/>
                </a:path>
                <a:path extrusionOk="0" h="2971800" w="4724400">
                  <a:moveTo>
                    <a:pt x="2169147" y="0"/>
                  </a:moveTo>
                  <a:lnTo>
                    <a:pt x="2140572" y="0"/>
                  </a:lnTo>
                  <a:lnTo>
                    <a:pt x="2140572" y="9525"/>
                  </a:lnTo>
                  <a:lnTo>
                    <a:pt x="2169147" y="9525"/>
                  </a:lnTo>
                  <a:lnTo>
                    <a:pt x="2169147" y="0"/>
                  </a:lnTo>
                  <a:close/>
                </a:path>
                <a:path extrusionOk="0" h="2971800" w="4724400">
                  <a:moveTo>
                    <a:pt x="2205342" y="2962275"/>
                  </a:moveTo>
                  <a:lnTo>
                    <a:pt x="2176767" y="2962275"/>
                  </a:lnTo>
                  <a:lnTo>
                    <a:pt x="2176767" y="2971800"/>
                  </a:lnTo>
                  <a:lnTo>
                    <a:pt x="2205342" y="2971800"/>
                  </a:lnTo>
                  <a:lnTo>
                    <a:pt x="2205342" y="2962275"/>
                  </a:lnTo>
                  <a:close/>
                </a:path>
                <a:path extrusionOk="0" h="2971800" w="4724400">
                  <a:moveTo>
                    <a:pt x="2216708" y="0"/>
                  </a:moveTo>
                  <a:lnTo>
                    <a:pt x="2188133" y="0"/>
                  </a:lnTo>
                  <a:lnTo>
                    <a:pt x="2188133" y="9525"/>
                  </a:lnTo>
                  <a:lnTo>
                    <a:pt x="2216708" y="9525"/>
                  </a:lnTo>
                  <a:lnTo>
                    <a:pt x="2216708" y="0"/>
                  </a:lnTo>
                  <a:close/>
                </a:path>
                <a:path extrusionOk="0" h="2971800" w="4724400">
                  <a:moveTo>
                    <a:pt x="2252903" y="2962275"/>
                  </a:moveTo>
                  <a:lnTo>
                    <a:pt x="2224328" y="2962275"/>
                  </a:lnTo>
                  <a:lnTo>
                    <a:pt x="2224328" y="2971800"/>
                  </a:lnTo>
                  <a:lnTo>
                    <a:pt x="2252903" y="2971800"/>
                  </a:lnTo>
                  <a:lnTo>
                    <a:pt x="2252903" y="2962275"/>
                  </a:lnTo>
                  <a:close/>
                </a:path>
                <a:path extrusionOk="0" h="2971800" w="4724400">
                  <a:moveTo>
                    <a:pt x="2264283" y="0"/>
                  </a:moveTo>
                  <a:lnTo>
                    <a:pt x="2235708" y="0"/>
                  </a:lnTo>
                  <a:lnTo>
                    <a:pt x="2235708" y="9525"/>
                  </a:lnTo>
                  <a:lnTo>
                    <a:pt x="2264283" y="9525"/>
                  </a:lnTo>
                  <a:lnTo>
                    <a:pt x="2264283" y="0"/>
                  </a:lnTo>
                  <a:close/>
                </a:path>
                <a:path extrusionOk="0" h="2971800" w="4724400">
                  <a:moveTo>
                    <a:pt x="2300478" y="2962275"/>
                  </a:moveTo>
                  <a:lnTo>
                    <a:pt x="2271903" y="2962275"/>
                  </a:lnTo>
                  <a:lnTo>
                    <a:pt x="2271903" y="2971800"/>
                  </a:lnTo>
                  <a:lnTo>
                    <a:pt x="2300478" y="2971800"/>
                  </a:lnTo>
                  <a:lnTo>
                    <a:pt x="2300478" y="2962275"/>
                  </a:lnTo>
                  <a:close/>
                </a:path>
                <a:path extrusionOk="0" h="2971800" w="4724400">
                  <a:moveTo>
                    <a:pt x="2311844" y="0"/>
                  </a:moveTo>
                  <a:lnTo>
                    <a:pt x="2283269" y="0"/>
                  </a:lnTo>
                  <a:lnTo>
                    <a:pt x="2283269" y="9525"/>
                  </a:lnTo>
                  <a:lnTo>
                    <a:pt x="2311844" y="9525"/>
                  </a:lnTo>
                  <a:lnTo>
                    <a:pt x="2311844" y="0"/>
                  </a:lnTo>
                  <a:close/>
                </a:path>
                <a:path extrusionOk="0" h="2971800" w="4724400">
                  <a:moveTo>
                    <a:pt x="2348039" y="2962275"/>
                  </a:moveTo>
                  <a:lnTo>
                    <a:pt x="2319464" y="2962275"/>
                  </a:lnTo>
                  <a:lnTo>
                    <a:pt x="2319464" y="2971800"/>
                  </a:lnTo>
                  <a:lnTo>
                    <a:pt x="2348039" y="2971800"/>
                  </a:lnTo>
                  <a:lnTo>
                    <a:pt x="2348039" y="2962275"/>
                  </a:lnTo>
                  <a:close/>
                </a:path>
                <a:path extrusionOk="0" h="2971800" w="4724400">
                  <a:moveTo>
                    <a:pt x="2359406" y="0"/>
                  </a:moveTo>
                  <a:lnTo>
                    <a:pt x="2330831" y="0"/>
                  </a:lnTo>
                  <a:lnTo>
                    <a:pt x="2330831" y="9525"/>
                  </a:lnTo>
                  <a:lnTo>
                    <a:pt x="2359406" y="9525"/>
                  </a:lnTo>
                  <a:lnTo>
                    <a:pt x="2359406" y="0"/>
                  </a:lnTo>
                  <a:close/>
                </a:path>
                <a:path extrusionOk="0" h="2971800" w="4724400">
                  <a:moveTo>
                    <a:pt x="2395601" y="2962275"/>
                  </a:moveTo>
                  <a:lnTo>
                    <a:pt x="2367026" y="2962275"/>
                  </a:lnTo>
                  <a:lnTo>
                    <a:pt x="2367026" y="2971800"/>
                  </a:lnTo>
                  <a:lnTo>
                    <a:pt x="2395601" y="2971800"/>
                  </a:lnTo>
                  <a:lnTo>
                    <a:pt x="2395601" y="2962275"/>
                  </a:lnTo>
                  <a:close/>
                </a:path>
                <a:path extrusionOk="0" h="2971800" w="4724400">
                  <a:moveTo>
                    <a:pt x="2406967" y="0"/>
                  </a:moveTo>
                  <a:lnTo>
                    <a:pt x="2378392" y="0"/>
                  </a:lnTo>
                  <a:lnTo>
                    <a:pt x="2378392" y="9525"/>
                  </a:lnTo>
                  <a:lnTo>
                    <a:pt x="2406967" y="9525"/>
                  </a:lnTo>
                  <a:lnTo>
                    <a:pt x="2406967" y="0"/>
                  </a:lnTo>
                  <a:close/>
                </a:path>
                <a:path extrusionOk="0" h="2971800" w="4724400">
                  <a:moveTo>
                    <a:pt x="2443175" y="2962275"/>
                  </a:moveTo>
                  <a:lnTo>
                    <a:pt x="2414600" y="2962275"/>
                  </a:lnTo>
                  <a:lnTo>
                    <a:pt x="2414600" y="2971800"/>
                  </a:lnTo>
                  <a:lnTo>
                    <a:pt x="2443175" y="2971800"/>
                  </a:lnTo>
                  <a:lnTo>
                    <a:pt x="2443175" y="2962275"/>
                  </a:lnTo>
                  <a:close/>
                </a:path>
                <a:path extrusionOk="0" h="2971800" w="4724400">
                  <a:moveTo>
                    <a:pt x="2454541" y="0"/>
                  </a:moveTo>
                  <a:lnTo>
                    <a:pt x="2425966" y="0"/>
                  </a:lnTo>
                  <a:lnTo>
                    <a:pt x="2425966" y="9525"/>
                  </a:lnTo>
                  <a:lnTo>
                    <a:pt x="2454541" y="9525"/>
                  </a:lnTo>
                  <a:lnTo>
                    <a:pt x="2454541" y="0"/>
                  </a:lnTo>
                  <a:close/>
                </a:path>
                <a:path extrusionOk="0" h="2971800" w="4724400">
                  <a:moveTo>
                    <a:pt x="2490736" y="2962275"/>
                  </a:moveTo>
                  <a:lnTo>
                    <a:pt x="2462161" y="2962275"/>
                  </a:lnTo>
                  <a:lnTo>
                    <a:pt x="2462161" y="2971800"/>
                  </a:lnTo>
                  <a:lnTo>
                    <a:pt x="2490736" y="2971800"/>
                  </a:lnTo>
                  <a:lnTo>
                    <a:pt x="2490736" y="2962275"/>
                  </a:lnTo>
                  <a:close/>
                </a:path>
                <a:path extrusionOk="0" h="2971800" w="4724400">
                  <a:moveTo>
                    <a:pt x="2502103" y="0"/>
                  </a:moveTo>
                  <a:lnTo>
                    <a:pt x="2473528" y="0"/>
                  </a:lnTo>
                  <a:lnTo>
                    <a:pt x="2473528" y="9525"/>
                  </a:lnTo>
                  <a:lnTo>
                    <a:pt x="2502103" y="9525"/>
                  </a:lnTo>
                  <a:lnTo>
                    <a:pt x="2502103" y="0"/>
                  </a:lnTo>
                  <a:close/>
                </a:path>
                <a:path extrusionOk="0" h="2971800" w="4724400">
                  <a:moveTo>
                    <a:pt x="2538298" y="2962275"/>
                  </a:moveTo>
                  <a:lnTo>
                    <a:pt x="2509723" y="2962275"/>
                  </a:lnTo>
                  <a:lnTo>
                    <a:pt x="2509723" y="2971800"/>
                  </a:lnTo>
                  <a:lnTo>
                    <a:pt x="2538298" y="2971800"/>
                  </a:lnTo>
                  <a:lnTo>
                    <a:pt x="2538298" y="2962275"/>
                  </a:lnTo>
                  <a:close/>
                </a:path>
                <a:path extrusionOk="0" h="2971800" w="4724400">
                  <a:moveTo>
                    <a:pt x="2549664" y="0"/>
                  </a:moveTo>
                  <a:lnTo>
                    <a:pt x="2521089" y="0"/>
                  </a:lnTo>
                  <a:lnTo>
                    <a:pt x="2521089" y="9525"/>
                  </a:lnTo>
                  <a:lnTo>
                    <a:pt x="2549664" y="9525"/>
                  </a:lnTo>
                  <a:lnTo>
                    <a:pt x="2549664" y="0"/>
                  </a:lnTo>
                  <a:close/>
                </a:path>
                <a:path extrusionOk="0" h="2971800" w="4724400">
                  <a:moveTo>
                    <a:pt x="2585872" y="2962275"/>
                  </a:moveTo>
                  <a:lnTo>
                    <a:pt x="2557297" y="2962275"/>
                  </a:lnTo>
                  <a:lnTo>
                    <a:pt x="2557297" y="2971800"/>
                  </a:lnTo>
                  <a:lnTo>
                    <a:pt x="2585872" y="2971800"/>
                  </a:lnTo>
                  <a:lnTo>
                    <a:pt x="2585872" y="2962275"/>
                  </a:lnTo>
                  <a:close/>
                </a:path>
                <a:path extrusionOk="0" h="2971800" w="4724400">
                  <a:moveTo>
                    <a:pt x="2597239" y="0"/>
                  </a:moveTo>
                  <a:lnTo>
                    <a:pt x="2568664" y="0"/>
                  </a:lnTo>
                  <a:lnTo>
                    <a:pt x="2568664" y="9525"/>
                  </a:lnTo>
                  <a:lnTo>
                    <a:pt x="2597239" y="9525"/>
                  </a:lnTo>
                  <a:lnTo>
                    <a:pt x="2597239" y="0"/>
                  </a:lnTo>
                  <a:close/>
                </a:path>
                <a:path extrusionOk="0" h="2971800" w="4724400">
                  <a:moveTo>
                    <a:pt x="2633434" y="2962275"/>
                  </a:moveTo>
                  <a:lnTo>
                    <a:pt x="2604859" y="2962275"/>
                  </a:lnTo>
                  <a:lnTo>
                    <a:pt x="2604859" y="2971800"/>
                  </a:lnTo>
                  <a:lnTo>
                    <a:pt x="2633434" y="2971800"/>
                  </a:lnTo>
                  <a:lnTo>
                    <a:pt x="2633434" y="2962275"/>
                  </a:lnTo>
                  <a:close/>
                </a:path>
                <a:path extrusionOk="0" h="2971800" w="4724400">
                  <a:moveTo>
                    <a:pt x="2644800" y="0"/>
                  </a:moveTo>
                  <a:lnTo>
                    <a:pt x="2616225" y="0"/>
                  </a:lnTo>
                  <a:lnTo>
                    <a:pt x="2616225" y="9525"/>
                  </a:lnTo>
                  <a:lnTo>
                    <a:pt x="2644800" y="9525"/>
                  </a:lnTo>
                  <a:lnTo>
                    <a:pt x="2644800" y="0"/>
                  </a:lnTo>
                  <a:close/>
                </a:path>
                <a:path extrusionOk="0" h="2971800" w="4724400">
                  <a:moveTo>
                    <a:pt x="2680995" y="2962275"/>
                  </a:moveTo>
                  <a:lnTo>
                    <a:pt x="2652420" y="2962275"/>
                  </a:lnTo>
                  <a:lnTo>
                    <a:pt x="2652420" y="2971800"/>
                  </a:lnTo>
                  <a:lnTo>
                    <a:pt x="2680995" y="2971800"/>
                  </a:lnTo>
                  <a:lnTo>
                    <a:pt x="2680995" y="2962275"/>
                  </a:lnTo>
                  <a:close/>
                </a:path>
                <a:path extrusionOk="0" h="2971800" w="4724400">
                  <a:moveTo>
                    <a:pt x="2692362" y="0"/>
                  </a:moveTo>
                  <a:lnTo>
                    <a:pt x="2663787" y="0"/>
                  </a:lnTo>
                  <a:lnTo>
                    <a:pt x="2663787" y="9525"/>
                  </a:lnTo>
                  <a:lnTo>
                    <a:pt x="2692362" y="9525"/>
                  </a:lnTo>
                  <a:lnTo>
                    <a:pt x="2692362" y="0"/>
                  </a:lnTo>
                  <a:close/>
                </a:path>
                <a:path extrusionOk="0" h="2971800" w="4724400">
                  <a:moveTo>
                    <a:pt x="2728569" y="2962275"/>
                  </a:moveTo>
                  <a:lnTo>
                    <a:pt x="2699994" y="2962275"/>
                  </a:lnTo>
                  <a:lnTo>
                    <a:pt x="2699994" y="2971800"/>
                  </a:lnTo>
                  <a:lnTo>
                    <a:pt x="2728569" y="2971800"/>
                  </a:lnTo>
                  <a:lnTo>
                    <a:pt x="2728569" y="2962275"/>
                  </a:lnTo>
                  <a:close/>
                </a:path>
                <a:path extrusionOk="0" h="2971800" w="4724400">
                  <a:moveTo>
                    <a:pt x="2739936" y="0"/>
                  </a:moveTo>
                  <a:lnTo>
                    <a:pt x="2711361" y="0"/>
                  </a:lnTo>
                  <a:lnTo>
                    <a:pt x="2711361" y="9525"/>
                  </a:lnTo>
                  <a:lnTo>
                    <a:pt x="2739936" y="9525"/>
                  </a:lnTo>
                  <a:lnTo>
                    <a:pt x="2739936" y="0"/>
                  </a:lnTo>
                  <a:close/>
                </a:path>
                <a:path extrusionOk="0" h="2971800" w="4724400">
                  <a:moveTo>
                    <a:pt x="2776131" y="2962275"/>
                  </a:moveTo>
                  <a:lnTo>
                    <a:pt x="2747556" y="2962275"/>
                  </a:lnTo>
                  <a:lnTo>
                    <a:pt x="2747556" y="2971800"/>
                  </a:lnTo>
                  <a:lnTo>
                    <a:pt x="2776131" y="2971800"/>
                  </a:lnTo>
                  <a:lnTo>
                    <a:pt x="2776131" y="2962275"/>
                  </a:lnTo>
                  <a:close/>
                </a:path>
                <a:path extrusionOk="0" h="2971800" w="4724400">
                  <a:moveTo>
                    <a:pt x="2787497" y="0"/>
                  </a:moveTo>
                  <a:lnTo>
                    <a:pt x="2758922" y="0"/>
                  </a:lnTo>
                  <a:lnTo>
                    <a:pt x="2758922" y="9525"/>
                  </a:lnTo>
                  <a:lnTo>
                    <a:pt x="2787497" y="9525"/>
                  </a:lnTo>
                  <a:lnTo>
                    <a:pt x="2787497" y="0"/>
                  </a:lnTo>
                  <a:close/>
                </a:path>
                <a:path extrusionOk="0" h="2971800" w="4724400">
                  <a:moveTo>
                    <a:pt x="2823692" y="2962275"/>
                  </a:moveTo>
                  <a:lnTo>
                    <a:pt x="2795117" y="2962275"/>
                  </a:lnTo>
                  <a:lnTo>
                    <a:pt x="2795117" y="2971800"/>
                  </a:lnTo>
                  <a:lnTo>
                    <a:pt x="2823692" y="2971800"/>
                  </a:lnTo>
                  <a:lnTo>
                    <a:pt x="2823692" y="2962275"/>
                  </a:lnTo>
                  <a:close/>
                </a:path>
                <a:path extrusionOk="0" h="2971800" w="4724400">
                  <a:moveTo>
                    <a:pt x="2835059" y="0"/>
                  </a:moveTo>
                  <a:lnTo>
                    <a:pt x="2806484" y="0"/>
                  </a:lnTo>
                  <a:lnTo>
                    <a:pt x="2806484" y="9525"/>
                  </a:lnTo>
                  <a:lnTo>
                    <a:pt x="2835059" y="9525"/>
                  </a:lnTo>
                  <a:lnTo>
                    <a:pt x="2835059" y="0"/>
                  </a:lnTo>
                  <a:close/>
                </a:path>
                <a:path extrusionOk="0" h="2971800" w="4724400">
                  <a:moveTo>
                    <a:pt x="2871254" y="2962275"/>
                  </a:moveTo>
                  <a:lnTo>
                    <a:pt x="2842679" y="2962275"/>
                  </a:lnTo>
                  <a:lnTo>
                    <a:pt x="2842679" y="2971800"/>
                  </a:lnTo>
                  <a:lnTo>
                    <a:pt x="2871254" y="2971800"/>
                  </a:lnTo>
                  <a:lnTo>
                    <a:pt x="2871254" y="2962275"/>
                  </a:lnTo>
                  <a:close/>
                </a:path>
                <a:path extrusionOk="0" h="2971800" w="4724400">
                  <a:moveTo>
                    <a:pt x="2882633" y="0"/>
                  </a:moveTo>
                  <a:lnTo>
                    <a:pt x="2854058" y="0"/>
                  </a:lnTo>
                  <a:lnTo>
                    <a:pt x="2854058" y="9525"/>
                  </a:lnTo>
                  <a:lnTo>
                    <a:pt x="2882633" y="9525"/>
                  </a:lnTo>
                  <a:lnTo>
                    <a:pt x="2882633" y="0"/>
                  </a:lnTo>
                  <a:close/>
                </a:path>
                <a:path extrusionOk="0" h="2971800" w="4724400">
                  <a:moveTo>
                    <a:pt x="2918828" y="2962275"/>
                  </a:moveTo>
                  <a:lnTo>
                    <a:pt x="2890253" y="2962275"/>
                  </a:lnTo>
                  <a:lnTo>
                    <a:pt x="2890253" y="2971800"/>
                  </a:lnTo>
                  <a:lnTo>
                    <a:pt x="2918828" y="2971800"/>
                  </a:lnTo>
                  <a:lnTo>
                    <a:pt x="2918828" y="2962275"/>
                  </a:lnTo>
                  <a:close/>
                </a:path>
                <a:path extrusionOk="0" h="2971800" w="4724400">
                  <a:moveTo>
                    <a:pt x="2930194" y="0"/>
                  </a:moveTo>
                  <a:lnTo>
                    <a:pt x="2901619" y="0"/>
                  </a:lnTo>
                  <a:lnTo>
                    <a:pt x="2901619" y="9525"/>
                  </a:lnTo>
                  <a:lnTo>
                    <a:pt x="2930194" y="9525"/>
                  </a:lnTo>
                  <a:lnTo>
                    <a:pt x="2930194" y="0"/>
                  </a:lnTo>
                  <a:close/>
                </a:path>
                <a:path extrusionOk="0" h="2971800" w="4724400">
                  <a:moveTo>
                    <a:pt x="2966389" y="2962275"/>
                  </a:moveTo>
                  <a:lnTo>
                    <a:pt x="2937814" y="2962275"/>
                  </a:lnTo>
                  <a:lnTo>
                    <a:pt x="2937814" y="2971800"/>
                  </a:lnTo>
                  <a:lnTo>
                    <a:pt x="2966389" y="2971800"/>
                  </a:lnTo>
                  <a:lnTo>
                    <a:pt x="2966389" y="2962275"/>
                  </a:lnTo>
                  <a:close/>
                </a:path>
                <a:path extrusionOk="0" h="2971800" w="4724400">
                  <a:moveTo>
                    <a:pt x="2977756" y="0"/>
                  </a:moveTo>
                  <a:lnTo>
                    <a:pt x="2949181" y="0"/>
                  </a:lnTo>
                  <a:lnTo>
                    <a:pt x="2949181" y="9525"/>
                  </a:lnTo>
                  <a:lnTo>
                    <a:pt x="2977756" y="9525"/>
                  </a:lnTo>
                  <a:lnTo>
                    <a:pt x="2977756" y="0"/>
                  </a:lnTo>
                  <a:close/>
                </a:path>
                <a:path extrusionOk="0" h="2971800" w="4724400">
                  <a:moveTo>
                    <a:pt x="3013951" y="2962275"/>
                  </a:moveTo>
                  <a:lnTo>
                    <a:pt x="2985376" y="2962275"/>
                  </a:lnTo>
                  <a:lnTo>
                    <a:pt x="2985376" y="2971800"/>
                  </a:lnTo>
                  <a:lnTo>
                    <a:pt x="3013951" y="2971800"/>
                  </a:lnTo>
                  <a:lnTo>
                    <a:pt x="3013951" y="2962275"/>
                  </a:lnTo>
                  <a:close/>
                </a:path>
                <a:path extrusionOk="0" h="2971800" w="4724400">
                  <a:moveTo>
                    <a:pt x="3025330" y="0"/>
                  </a:moveTo>
                  <a:lnTo>
                    <a:pt x="2996755" y="0"/>
                  </a:lnTo>
                  <a:lnTo>
                    <a:pt x="2996755" y="9525"/>
                  </a:lnTo>
                  <a:lnTo>
                    <a:pt x="3025330" y="9525"/>
                  </a:lnTo>
                  <a:lnTo>
                    <a:pt x="3025330" y="0"/>
                  </a:lnTo>
                  <a:close/>
                </a:path>
                <a:path extrusionOk="0" h="2971800" w="4724400">
                  <a:moveTo>
                    <a:pt x="3061525" y="2962275"/>
                  </a:moveTo>
                  <a:lnTo>
                    <a:pt x="3032950" y="2962275"/>
                  </a:lnTo>
                  <a:lnTo>
                    <a:pt x="3032950" y="2971800"/>
                  </a:lnTo>
                  <a:lnTo>
                    <a:pt x="3061525" y="2971800"/>
                  </a:lnTo>
                  <a:lnTo>
                    <a:pt x="3061525" y="2962275"/>
                  </a:lnTo>
                  <a:close/>
                </a:path>
                <a:path extrusionOk="0" h="2971800" w="4724400">
                  <a:moveTo>
                    <a:pt x="3072892" y="0"/>
                  </a:moveTo>
                  <a:lnTo>
                    <a:pt x="3044317" y="0"/>
                  </a:lnTo>
                  <a:lnTo>
                    <a:pt x="3044317" y="9525"/>
                  </a:lnTo>
                  <a:lnTo>
                    <a:pt x="3072892" y="9525"/>
                  </a:lnTo>
                  <a:lnTo>
                    <a:pt x="3072892" y="0"/>
                  </a:lnTo>
                  <a:close/>
                </a:path>
                <a:path extrusionOk="0" h="2971800" w="4724400">
                  <a:moveTo>
                    <a:pt x="3109087" y="2962275"/>
                  </a:moveTo>
                  <a:lnTo>
                    <a:pt x="3080512" y="2962275"/>
                  </a:lnTo>
                  <a:lnTo>
                    <a:pt x="3080512" y="2971800"/>
                  </a:lnTo>
                  <a:lnTo>
                    <a:pt x="3109087" y="2971800"/>
                  </a:lnTo>
                  <a:lnTo>
                    <a:pt x="3109087" y="2962275"/>
                  </a:lnTo>
                  <a:close/>
                </a:path>
                <a:path extrusionOk="0" h="2971800" w="4724400">
                  <a:moveTo>
                    <a:pt x="3120453" y="0"/>
                  </a:moveTo>
                  <a:lnTo>
                    <a:pt x="3091878" y="0"/>
                  </a:lnTo>
                  <a:lnTo>
                    <a:pt x="3091878" y="9525"/>
                  </a:lnTo>
                  <a:lnTo>
                    <a:pt x="3120453" y="9525"/>
                  </a:lnTo>
                  <a:lnTo>
                    <a:pt x="3120453" y="0"/>
                  </a:lnTo>
                  <a:close/>
                </a:path>
                <a:path extrusionOk="0" h="2971800" w="4724400">
                  <a:moveTo>
                    <a:pt x="3156648" y="2962275"/>
                  </a:moveTo>
                  <a:lnTo>
                    <a:pt x="3128073" y="2962275"/>
                  </a:lnTo>
                  <a:lnTo>
                    <a:pt x="3128073" y="2971800"/>
                  </a:lnTo>
                  <a:lnTo>
                    <a:pt x="3156648" y="2971800"/>
                  </a:lnTo>
                  <a:lnTo>
                    <a:pt x="3156648" y="2962275"/>
                  </a:lnTo>
                  <a:close/>
                </a:path>
                <a:path extrusionOk="0" h="2971800" w="4724400">
                  <a:moveTo>
                    <a:pt x="3168015" y="0"/>
                  </a:moveTo>
                  <a:lnTo>
                    <a:pt x="3139440" y="0"/>
                  </a:lnTo>
                  <a:lnTo>
                    <a:pt x="3139440" y="9525"/>
                  </a:lnTo>
                  <a:lnTo>
                    <a:pt x="3168015" y="9525"/>
                  </a:lnTo>
                  <a:lnTo>
                    <a:pt x="3168015" y="0"/>
                  </a:lnTo>
                  <a:close/>
                </a:path>
                <a:path extrusionOk="0" h="2971800" w="4724400">
                  <a:moveTo>
                    <a:pt x="3204222" y="2962275"/>
                  </a:moveTo>
                  <a:lnTo>
                    <a:pt x="3175647" y="2962275"/>
                  </a:lnTo>
                  <a:lnTo>
                    <a:pt x="3175647" y="2971800"/>
                  </a:lnTo>
                  <a:lnTo>
                    <a:pt x="3204222" y="2971800"/>
                  </a:lnTo>
                  <a:lnTo>
                    <a:pt x="3204222" y="2962275"/>
                  </a:lnTo>
                  <a:close/>
                </a:path>
                <a:path extrusionOk="0" h="2971800" w="4724400">
                  <a:moveTo>
                    <a:pt x="3215589" y="0"/>
                  </a:moveTo>
                  <a:lnTo>
                    <a:pt x="3187014" y="0"/>
                  </a:lnTo>
                  <a:lnTo>
                    <a:pt x="3187014" y="9525"/>
                  </a:lnTo>
                  <a:lnTo>
                    <a:pt x="3215589" y="9525"/>
                  </a:lnTo>
                  <a:lnTo>
                    <a:pt x="3215589" y="0"/>
                  </a:lnTo>
                  <a:close/>
                </a:path>
                <a:path extrusionOk="0" h="2971800" w="4724400">
                  <a:moveTo>
                    <a:pt x="3251784" y="2962275"/>
                  </a:moveTo>
                  <a:lnTo>
                    <a:pt x="3223209" y="2962275"/>
                  </a:lnTo>
                  <a:lnTo>
                    <a:pt x="3223209" y="2971800"/>
                  </a:lnTo>
                  <a:lnTo>
                    <a:pt x="3251784" y="2971800"/>
                  </a:lnTo>
                  <a:lnTo>
                    <a:pt x="3251784" y="2962275"/>
                  </a:lnTo>
                  <a:close/>
                </a:path>
                <a:path extrusionOk="0" h="2971800" w="4724400">
                  <a:moveTo>
                    <a:pt x="3263150" y="0"/>
                  </a:moveTo>
                  <a:lnTo>
                    <a:pt x="3234575" y="0"/>
                  </a:lnTo>
                  <a:lnTo>
                    <a:pt x="3234575" y="9525"/>
                  </a:lnTo>
                  <a:lnTo>
                    <a:pt x="3263150" y="9525"/>
                  </a:lnTo>
                  <a:lnTo>
                    <a:pt x="3263150" y="0"/>
                  </a:lnTo>
                  <a:close/>
                </a:path>
                <a:path extrusionOk="0" h="2971800" w="4724400">
                  <a:moveTo>
                    <a:pt x="3299345" y="2962275"/>
                  </a:moveTo>
                  <a:lnTo>
                    <a:pt x="3270770" y="2962275"/>
                  </a:lnTo>
                  <a:lnTo>
                    <a:pt x="3270770" y="2971800"/>
                  </a:lnTo>
                  <a:lnTo>
                    <a:pt x="3299345" y="2971800"/>
                  </a:lnTo>
                  <a:lnTo>
                    <a:pt x="3299345" y="2962275"/>
                  </a:lnTo>
                  <a:close/>
                </a:path>
                <a:path extrusionOk="0" h="2971800" w="4724400">
                  <a:moveTo>
                    <a:pt x="3310712" y="0"/>
                  </a:moveTo>
                  <a:lnTo>
                    <a:pt x="3282137" y="0"/>
                  </a:lnTo>
                  <a:lnTo>
                    <a:pt x="3282137" y="9525"/>
                  </a:lnTo>
                  <a:lnTo>
                    <a:pt x="3310712" y="9525"/>
                  </a:lnTo>
                  <a:lnTo>
                    <a:pt x="3310712" y="0"/>
                  </a:lnTo>
                  <a:close/>
                </a:path>
                <a:path extrusionOk="0" h="2971800" w="4724400">
                  <a:moveTo>
                    <a:pt x="3346920" y="2962275"/>
                  </a:moveTo>
                  <a:lnTo>
                    <a:pt x="3318345" y="2962275"/>
                  </a:lnTo>
                  <a:lnTo>
                    <a:pt x="3318345" y="2971800"/>
                  </a:lnTo>
                  <a:lnTo>
                    <a:pt x="3346920" y="2971800"/>
                  </a:lnTo>
                  <a:lnTo>
                    <a:pt x="3346920" y="2962275"/>
                  </a:lnTo>
                  <a:close/>
                </a:path>
                <a:path extrusionOk="0" h="2971800" w="4724400">
                  <a:moveTo>
                    <a:pt x="3358286" y="0"/>
                  </a:moveTo>
                  <a:lnTo>
                    <a:pt x="3329711" y="0"/>
                  </a:lnTo>
                  <a:lnTo>
                    <a:pt x="3329711" y="9525"/>
                  </a:lnTo>
                  <a:lnTo>
                    <a:pt x="3358286" y="9525"/>
                  </a:lnTo>
                  <a:lnTo>
                    <a:pt x="3358286" y="0"/>
                  </a:lnTo>
                  <a:close/>
                </a:path>
                <a:path extrusionOk="0" h="2971800" w="4724400">
                  <a:moveTo>
                    <a:pt x="3394481" y="2962275"/>
                  </a:moveTo>
                  <a:lnTo>
                    <a:pt x="3365906" y="2962275"/>
                  </a:lnTo>
                  <a:lnTo>
                    <a:pt x="3365906" y="2971800"/>
                  </a:lnTo>
                  <a:lnTo>
                    <a:pt x="3394481" y="2971800"/>
                  </a:lnTo>
                  <a:lnTo>
                    <a:pt x="3394481" y="2962275"/>
                  </a:lnTo>
                  <a:close/>
                </a:path>
                <a:path extrusionOk="0" h="2971800" w="4724400">
                  <a:moveTo>
                    <a:pt x="3405848" y="0"/>
                  </a:moveTo>
                  <a:lnTo>
                    <a:pt x="3377273" y="0"/>
                  </a:lnTo>
                  <a:lnTo>
                    <a:pt x="3377273" y="9525"/>
                  </a:lnTo>
                  <a:lnTo>
                    <a:pt x="3405848" y="9525"/>
                  </a:lnTo>
                  <a:lnTo>
                    <a:pt x="3405848" y="0"/>
                  </a:lnTo>
                  <a:close/>
                </a:path>
                <a:path extrusionOk="0" h="2971800" w="4724400">
                  <a:moveTo>
                    <a:pt x="3442043" y="2962275"/>
                  </a:moveTo>
                  <a:lnTo>
                    <a:pt x="3413468" y="2962275"/>
                  </a:lnTo>
                  <a:lnTo>
                    <a:pt x="3413468" y="2971800"/>
                  </a:lnTo>
                  <a:lnTo>
                    <a:pt x="3442043" y="2971800"/>
                  </a:lnTo>
                  <a:lnTo>
                    <a:pt x="3442043" y="2962275"/>
                  </a:lnTo>
                  <a:close/>
                </a:path>
                <a:path extrusionOk="0" h="2971800" w="4724400">
                  <a:moveTo>
                    <a:pt x="3453409" y="0"/>
                  </a:moveTo>
                  <a:lnTo>
                    <a:pt x="3424834" y="0"/>
                  </a:lnTo>
                  <a:lnTo>
                    <a:pt x="3424834" y="9525"/>
                  </a:lnTo>
                  <a:lnTo>
                    <a:pt x="3453409" y="9525"/>
                  </a:lnTo>
                  <a:lnTo>
                    <a:pt x="3453409" y="0"/>
                  </a:lnTo>
                  <a:close/>
                </a:path>
                <a:path extrusionOk="0" h="2971800" w="4724400">
                  <a:moveTo>
                    <a:pt x="3489617" y="2962275"/>
                  </a:moveTo>
                  <a:lnTo>
                    <a:pt x="3461042" y="2962275"/>
                  </a:lnTo>
                  <a:lnTo>
                    <a:pt x="3461042" y="2971800"/>
                  </a:lnTo>
                  <a:lnTo>
                    <a:pt x="3489617" y="2971800"/>
                  </a:lnTo>
                  <a:lnTo>
                    <a:pt x="3489617" y="2962275"/>
                  </a:lnTo>
                  <a:close/>
                </a:path>
                <a:path extrusionOk="0" h="2971800" w="4724400">
                  <a:moveTo>
                    <a:pt x="3500983" y="0"/>
                  </a:moveTo>
                  <a:lnTo>
                    <a:pt x="3472408" y="0"/>
                  </a:lnTo>
                  <a:lnTo>
                    <a:pt x="3472408" y="9525"/>
                  </a:lnTo>
                  <a:lnTo>
                    <a:pt x="3500983" y="9525"/>
                  </a:lnTo>
                  <a:lnTo>
                    <a:pt x="3500983" y="0"/>
                  </a:lnTo>
                  <a:close/>
                </a:path>
                <a:path extrusionOk="0" h="2971800" w="4724400">
                  <a:moveTo>
                    <a:pt x="3537178" y="2962275"/>
                  </a:moveTo>
                  <a:lnTo>
                    <a:pt x="3508603" y="2962275"/>
                  </a:lnTo>
                  <a:lnTo>
                    <a:pt x="3508603" y="2971800"/>
                  </a:lnTo>
                  <a:lnTo>
                    <a:pt x="3537178" y="2971800"/>
                  </a:lnTo>
                  <a:lnTo>
                    <a:pt x="3537178" y="2962275"/>
                  </a:lnTo>
                  <a:close/>
                </a:path>
                <a:path extrusionOk="0" h="2971800" w="4724400">
                  <a:moveTo>
                    <a:pt x="3548545" y="0"/>
                  </a:moveTo>
                  <a:lnTo>
                    <a:pt x="3519970" y="0"/>
                  </a:lnTo>
                  <a:lnTo>
                    <a:pt x="3519970" y="9525"/>
                  </a:lnTo>
                  <a:lnTo>
                    <a:pt x="3548545" y="9525"/>
                  </a:lnTo>
                  <a:lnTo>
                    <a:pt x="3548545" y="0"/>
                  </a:lnTo>
                  <a:close/>
                </a:path>
                <a:path extrusionOk="0" h="2971800" w="4724400">
                  <a:moveTo>
                    <a:pt x="3584740" y="2962275"/>
                  </a:moveTo>
                  <a:lnTo>
                    <a:pt x="3556165" y="2962275"/>
                  </a:lnTo>
                  <a:lnTo>
                    <a:pt x="3556165" y="2971800"/>
                  </a:lnTo>
                  <a:lnTo>
                    <a:pt x="3584740" y="2971800"/>
                  </a:lnTo>
                  <a:lnTo>
                    <a:pt x="3584740" y="2962275"/>
                  </a:lnTo>
                  <a:close/>
                </a:path>
                <a:path extrusionOk="0" h="2971800" w="4724400">
                  <a:moveTo>
                    <a:pt x="3596106" y="0"/>
                  </a:moveTo>
                  <a:lnTo>
                    <a:pt x="3567531" y="0"/>
                  </a:lnTo>
                  <a:lnTo>
                    <a:pt x="3567531" y="9525"/>
                  </a:lnTo>
                  <a:lnTo>
                    <a:pt x="3596106" y="9525"/>
                  </a:lnTo>
                  <a:lnTo>
                    <a:pt x="3596106" y="0"/>
                  </a:lnTo>
                  <a:close/>
                </a:path>
                <a:path extrusionOk="0" h="2971800" w="4724400">
                  <a:moveTo>
                    <a:pt x="3632301" y="2962275"/>
                  </a:moveTo>
                  <a:lnTo>
                    <a:pt x="3603726" y="2962275"/>
                  </a:lnTo>
                  <a:lnTo>
                    <a:pt x="3603726" y="2971800"/>
                  </a:lnTo>
                  <a:lnTo>
                    <a:pt x="3632301" y="2971800"/>
                  </a:lnTo>
                  <a:lnTo>
                    <a:pt x="3632301" y="2962275"/>
                  </a:lnTo>
                  <a:close/>
                </a:path>
                <a:path extrusionOk="0" h="2971800" w="4724400">
                  <a:moveTo>
                    <a:pt x="3643680" y="0"/>
                  </a:moveTo>
                  <a:lnTo>
                    <a:pt x="3615105" y="0"/>
                  </a:lnTo>
                  <a:lnTo>
                    <a:pt x="3615105" y="9525"/>
                  </a:lnTo>
                  <a:lnTo>
                    <a:pt x="3643680" y="9525"/>
                  </a:lnTo>
                  <a:lnTo>
                    <a:pt x="3643680" y="0"/>
                  </a:lnTo>
                  <a:close/>
                </a:path>
                <a:path extrusionOk="0" h="2971800" w="4724400">
                  <a:moveTo>
                    <a:pt x="3679875" y="2962275"/>
                  </a:moveTo>
                  <a:lnTo>
                    <a:pt x="3651300" y="2962275"/>
                  </a:lnTo>
                  <a:lnTo>
                    <a:pt x="3651300" y="2971800"/>
                  </a:lnTo>
                  <a:lnTo>
                    <a:pt x="3679875" y="2971800"/>
                  </a:lnTo>
                  <a:lnTo>
                    <a:pt x="3679875" y="2962275"/>
                  </a:lnTo>
                  <a:close/>
                </a:path>
                <a:path extrusionOk="0" h="2971800" w="4724400">
                  <a:moveTo>
                    <a:pt x="3691242" y="0"/>
                  </a:moveTo>
                  <a:lnTo>
                    <a:pt x="3662667" y="0"/>
                  </a:lnTo>
                  <a:lnTo>
                    <a:pt x="3662667" y="9525"/>
                  </a:lnTo>
                  <a:lnTo>
                    <a:pt x="3691242" y="9525"/>
                  </a:lnTo>
                  <a:lnTo>
                    <a:pt x="3691242" y="0"/>
                  </a:lnTo>
                  <a:close/>
                </a:path>
                <a:path extrusionOk="0" h="2971800" w="4724400">
                  <a:moveTo>
                    <a:pt x="3727437" y="2962275"/>
                  </a:moveTo>
                  <a:lnTo>
                    <a:pt x="3698862" y="2962275"/>
                  </a:lnTo>
                  <a:lnTo>
                    <a:pt x="3698862" y="2971800"/>
                  </a:lnTo>
                  <a:lnTo>
                    <a:pt x="3727437" y="2971800"/>
                  </a:lnTo>
                  <a:lnTo>
                    <a:pt x="3727437" y="2962275"/>
                  </a:lnTo>
                  <a:close/>
                </a:path>
                <a:path extrusionOk="0" h="2971800" w="4724400">
                  <a:moveTo>
                    <a:pt x="3738803" y="0"/>
                  </a:moveTo>
                  <a:lnTo>
                    <a:pt x="3710228" y="0"/>
                  </a:lnTo>
                  <a:lnTo>
                    <a:pt x="3710228" y="9525"/>
                  </a:lnTo>
                  <a:lnTo>
                    <a:pt x="3738803" y="9525"/>
                  </a:lnTo>
                  <a:lnTo>
                    <a:pt x="3738803" y="0"/>
                  </a:lnTo>
                  <a:close/>
                </a:path>
                <a:path extrusionOk="0" h="2971800" w="4724400">
                  <a:moveTo>
                    <a:pt x="3774998" y="2962275"/>
                  </a:moveTo>
                  <a:lnTo>
                    <a:pt x="3746423" y="2962275"/>
                  </a:lnTo>
                  <a:lnTo>
                    <a:pt x="3746423" y="2971800"/>
                  </a:lnTo>
                  <a:lnTo>
                    <a:pt x="3774998" y="2971800"/>
                  </a:lnTo>
                  <a:lnTo>
                    <a:pt x="3774998" y="2962275"/>
                  </a:lnTo>
                  <a:close/>
                </a:path>
                <a:path extrusionOk="0" h="2971800" w="4724400">
                  <a:moveTo>
                    <a:pt x="3786365" y="0"/>
                  </a:moveTo>
                  <a:lnTo>
                    <a:pt x="3757790" y="0"/>
                  </a:lnTo>
                  <a:lnTo>
                    <a:pt x="3757790" y="9525"/>
                  </a:lnTo>
                  <a:lnTo>
                    <a:pt x="3786365" y="9525"/>
                  </a:lnTo>
                  <a:lnTo>
                    <a:pt x="3786365" y="0"/>
                  </a:lnTo>
                  <a:close/>
                </a:path>
                <a:path extrusionOk="0" h="2971800" w="4724400">
                  <a:moveTo>
                    <a:pt x="3822573" y="2962275"/>
                  </a:moveTo>
                  <a:lnTo>
                    <a:pt x="3793998" y="2962275"/>
                  </a:lnTo>
                  <a:lnTo>
                    <a:pt x="3793998" y="2971800"/>
                  </a:lnTo>
                  <a:lnTo>
                    <a:pt x="3822573" y="2971800"/>
                  </a:lnTo>
                  <a:lnTo>
                    <a:pt x="3822573" y="2962275"/>
                  </a:lnTo>
                  <a:close/>
                </a:path>
                <a:path extrusionOk="0" h="2971800" w="4724400">
                  <a:moveTo>
                    <a:pt x="3833939" y="0"/>
                  </a:moveTo>
                  <a:lnTo>
                    <a:pt x="3805364" y="0"/>
                  </a:lnTo>
                  <a:lnTo>
                    <a:pt x="3805364" y="9525"/>
                  </a:lnTo>
                  <a:lnTo>
                    <a:pt x="3833939" y="9525"/>
                  </a:lnTo>
                  <a:lnTo>
                    <a:pt x="3833939" y="0"/>
                  </a:lnTo>
                  <a:close/>
                </a:path>
                <a:path extrusionOk="0" h="2971800" w="4724400">
                  <a:moveTo>
                    <a:pt x="3870134" y="2962275"/>
                  </a:moveTo>
                  <a:lnTo>
                    <a:pt x="3841559" y="2962275"/>
                  </a:lnTo>
                  <a:lnTo>
                    <a:pt x="3841559" y="2971800"/>
                  </a:lnTo>
                  <a:lnTo>
                    <a:pt x="3870134" y="2971800"/>
                  </a:lnTo>
                  <a:lnTo>
                    <a:pt x="3870134" y="2962275"/>
                  </a:lnTo>
                  <a:close/>
                </a:path>
                <a:path extrusionOk="0" h="2971800" w="4724400">
                  <a:moveTo>
                    <a:pt x="3881501" y="0"/>
                  </a:moveTo>
                  <a:lnTo>
                    <a:pt x="3852926" y="0"/>
                  </a:lnTo>
                  <a:lnTo>
                    <a:pt x="3852926" y="9525"/>
                  </a:lnTo>
                  <a:lnTo>
                    <a:pt x="3881501" y="9525"/>
                  </a:lnTo>
                  <a:lnTo>
                    <a:pt x="3881501" y="0"/>
                  </a:lnTo>
                  <a:close/>
                </a:path>
                <a:path extrusionOk="0" h="2971800" w="4724400">
                  <a:moveTo>
                    <a:pt x="3917696" y="2962275"/>
                  </a:moveTo>
                  <a:lnTo>
                    <a:pt x="3889121" y="2962275"/>
                  </a:lnTo>
                  <a:lnTo>
                    <a:pt x="3889121" y="2971800"/>
                  </a:lnTo>
                  <a:lnTo>
                    <a:pt x="3917696" y="2971800"/>
                  </a:lnTo>
                  <a:lnTo>
                    <a:pt x="3917696" y="2962275"/>
                  </a:lnTo>
                  <a:close/>
                </a:path>
                <a:path extrusionOk="0" h="2971800" w="4724400">
                  <a:moveTo>
                    <a:pt x="3929062" y="0"/>
                  </a:moveTo>
                  <a:lnTo>
                    <a:pt x="3900487" y="0"/>
                  </a:lnTo>
                  <a:lnTo>
                    <a:pt x="3900487" y="9525"/>
                  </a:lnTo>
                  <a:lnTo>
                    <a:pt x="3929062" y="9525"/>
                  </a:lnTo>
                  <a:lnTo>
                    <a:pt x="3929062" y="0"/>
                  </a:lnTo>
                  <a:close/>
                </a:path>
                <a:path extrusionOk="0" h="2971800" w="4724400">
                  <a:moveTo>
                    <a:pt x="3965270" y="2962275"/>
                  </a:moveTo>
                  <a:lnTo>
                    <a:pt x="3936695" y="2962275"/>
                  </a:lnTo>
                  <a:lnTo>
                    <a:pt x="3936695" y="2971800"/>
                  </a:lnTo>
                  <a:lnTo>
                    <a:pt x="3965270" y="2971800"/>
                  </a:lnTo>
                  <a:lnTo>
                    <a:pt x="3965270" y="2962275"/>
                  </a:lnTo>
                  <a:close/>
                </a:path>
                <a:path extrusionOk="0" h="2971800" w="4724400">
                  <a:moveTo>
                    <a:pt x="3976636" y="0"/>
                  </a:moveTo>
                  <a:lnTo>
                    <a:pt x="3948061" y="0"/>
                  </a:lnTo>
                  <a:lnTo>
                    <a:pt x="3948061" y="9525"/>
                  </a:lnTo>
                  <a:lnTo>
                    <a:pt x="3976636" y="9525"/>
                  </a:lnTo>
                  <a:lnTo>
                    <a:pt x="3976636" y="0"/>
                  </a:lnTo>
                  <a:close/>
                </a:path>
                <a:path extrusionOk="0" h="2971800" w="4724400">
                  <a:moveTo>
                    <a:pt x="4012831" y="2962275"/>
                  </a:moveTo>
                  <a:lnTo>
                    <a:pt x="3984256" y="2962275"/>
                  </a:lnTo>
                  <a:lnTo>
                    <a:pt x="3984256" y="2971800"/>
                  </a:lnTo>
                  <a:lnTo>
                    <a:pt x="4012831" y="2971800"/>
                  </a:lnTo>
                  <a:lnTo>
                    <a:pt x="4012831" y="2962275"/>
                  </a:lnTo>
                  <a:close/>
                </a:path>
                <a:path extrusionOk="0" h="2971800" w="4724400">
                  <a:moveTo>
                    <a:pt x="4024198" y="0"/>
                  </a:moveTo>
                  <a:lnTo>
                    <a:pt x="3995623" y="0"/>
                  </a:lnTo>
                  <a:lnTo>
                    <a:pt x="3995623" y="9525"/>
                  </a:lnTo>
                  <a:lnTo>
                    <a:pt x="4024198" y="9525"/>
                  </a:lnTo>
                  <a:lnTo>
                    <a:pt x="4024198" y="0"/>
                  </a:lnTo>
                  <a:close/>
                </a:path>
                <a:path extrusionOk="0" h="2971800" w="4724400">
                  <a:moveTo>
                    <a:pt x="4060393" y="2962275"/>
                  </a:moveTo>
                  <a:lnTo>
                    <a:pt x="4031818" y="2962275"/>
                  </a:lnTo>
                  <a:lnTo>
                    <a:pt x="4031818" y="2971800"/>
                  </a:lnTo>
                  <a:lnTo>
                    <a:pt x="4060393" y="2971800"/>
                  </a:lnTo>
                  <a:lnTo>
                    <a:pt x="4060393" y="2962275"/>
                  </a:lnTo>
                  <a:close/>
                </a:path>
                <a:path extrusionOk="0" h="2971800" w="4724400">
                  <a:moveTo>
                    <a:pt x="4071759" y="0"/>
                  </a:moveTo>
                  <a:lnTo>
                    <a:pt x="4043184" y="0"/>
                  </a:lnTo>
                  <a:lnTo>
                    <a:pt x="4043184" y="9525"/>
                  </a:lnTo>
                  <a:lnTo>
                    <a:pt x="4071759" y="9525"/>
                  </a:lnTo>
                  <a:lnTo>
                    <a:pt x="4071759" y="0"/>
                  </a:lnTo>
                  <a:close/>
                </a:path>
                <a:path extrusionOk="0" h="2971800" w="4724400">
                  <a:moveTo>
                    <a:pt x="4107967" y="2962275"/>
                  </a:moveTo>
                  <a:lnTo>
                    <a:pt x="4079392" y="2962275"/>
                  </a:lnTo>
                  <a:lnTo>
                    <a:pt x="4079392" y="2971800"/>
                  </a:lnTo>
                  <a:lnTo>
                    <a:pt x="4107967" y="2971800"/>
                  </a:lnTo>
                  <a:lnTo>
                    <a:pt x="4107967" y="2962275"/>
                  </a:lnTo>
                  <a:close/>
                </a:path>
                <a:path extrusionOk="0" h="2971800" w="4724400">
                  <a:moveTo>
                    <a:pt x="4119334" y="0"/>
                  </a:moveTo>
                  <a:lnTo>
                    <a:pt x="4090759" y="0"/>
                  </a:lnTo>
                  <a:lnTo>
                    <a:pt x="4090759" y="9525"/>
                  </a:lnTo>
                  <a:lnTo>
                    <a:pt x="4119334" y="9525"/>
                  </a:lnTo>
                  <a:lnTo>
                    <a:pt x="4119334" y="0"/>
                  </a:lnTo>
                  <a:close/>
                </a:path>
                <a:path extrusionOk="0" h="2971800" w="4724400">
                  <a:moveTo>
                    <a:pt x="4155529" y="2962275"/>
                  </a:moveTo>
                  <a:lnTo>
                    <a:pt x="4126954" y="2962275"/>
                  </a:lnTo>
                  <a:lnTo>
                    <a:pt x="4126954" y="2971800"/>
                  </a:lnTo>
                  <a:lnTo>
                    <a:pt x="4155529" y="2971800"/>
                  </a:lnTo>
                  <a:lnTo>
                    <a:pt x="4155529" y="2962275"/>
                  </a:lnTo>
                  <a:close/>
                </a:path>
                <a:path extrusionOk="0" h="2971800" w="4724400">
                  <a:moveTo>
                    <a:pt x="4166895" y="0"/>
                  </a:moveTo>
                  <a:lnTo>
                    <a:pt x="4138320" y="0"/>
                  </a:lnTo>
                  <a:lnTo>
                    <a:pt x="4138320" y="9525"/>
                  </a:lnTo>
                  <a:lnTo>
                    <a:pt x="4166895" y="9525"/>
                  </a:lnTo>
                  <a:lnTo>
                    <a:pt x="4166895" y="0"/>
                  </a:lnTo>
                  <a:close/>
                </a:path>
                <a:path extrusionOk="0" h="2971800" w="4724400">
                  <a:moveTo>
                    <a:pt x="4203090" y="2962275"/>
                  </a:moveTo>
                  <a:lnTo>
                    <a:pt x="4174515" y="2962275"/>
                  </a:lnTo>
                  <a:lnTo>
                    <a:pt x="4174515" y="2971800"/>
                  </a:lnTo>
                  <a:lnTo>
                    <a:pt x="4203090" y="2971800"/>
                  </a:lnTo>
                  <a:lnTo>
                    <a:pt x="4203090" y="2962275"/>
                  </a:lnTo>
                  <a:close/>
                </a:path>
                <a:path extrusionOk="0" h="2971800" w="4724400">
                  <a:moveTo>
                    <a:pt x="4214457" y="0"/>
                  </a:moveTo>
                  <a:lnTo>
                    <a:pt x="4185882" y="0"/>
                  </a:lnTo>
                  <a:lnTo>
                    <a:pt x="4185882" y="9525"/>
                  </a:lnTo>
                  <a:lnTo>
                    <a:pt x="4214457" y="9525"/>
                  </a:lnTo>
                  <a:lnTo>
                    <a:pt x="4214457" y="0"/>
                  </a:lnTo>
                  <a:close/>
                </a:path>
                <a:path extrusionOk="0" h="2971800" w="4724400">
                  <a:moveTo>
                    <a:pt x="4250652" y="2962275"/>
                  </a:moveTo>
                  <a:lnTo>
                    <a:pt x="4222089" y="2962275"/>
                  </a:lnTo>
                  <a:lnTo>
                    <a:pt x="4222089" y="2971800"/>
                  </a:lnTo>
                  <a:lnTo>
                    <a:pt x="4250652" y="2971800"/>
                  </a:lnTo>
                  <a:lnTo>
                    <a:pt x="4250652" y="2962275"/>
                  </a:lnTo>
                  <a:close/>
                </a:path>
                <a:path extrusionOk="0" h="2971800" w="4724400">
                  <a:moveTo>
                    <a:pt x="4262031" y="0"/>
                  </a:moveTo>
                  <a:lnTo>
                    <a:pt x="4233456" y="0"/>
                  </a:lnTo>
                  <a:lnTo>
                    <a:pt x="4233456" y="9525"/>
                  </a:lnTo>
                  <a:lnTo>
                    <a:pt x="4262031" y="9525"/>
                  </a:lnTo>
                  <a:lnTo>
                    <a:pt x="4262031" y="0"/>
                  </a:lnTo>
                  <a:close/>
                </a:path>
                <a:path extrusionOk="0" h="2971800" w="4724400">
                  <a:moveTo>
                    <a:pt x="4298226" y="2962275"/>
                  </a:moveTo>
                  <a:lnTo>
                    <a:pt x="4269651" y="2962275"/>
                  </a:lnTo>
                  <a:lnTo>
                    <a:pt x="4269651" y="2971800"/>
                  </a:lnTo>
                  <a:lnTo>
                    <a:pt x="4298226" y="2971800"/>
                  </a:lnTo>
                  <a:lnTo>
                    <a:pt x="4298226" y="2962275"/>
                  </a:lnTo>
                  <a:close/>
                </a:path>
                <a:path extrusionOk="0" h="2971800" w="4724400">
                  <a:moveTo>
                    <a:pt x="4309592" y="0"/>
                  </a:moveTo>
                  <a:lnTo>
                    <a:pt x="4281017" y="0"/>
                  </a:lnTo>
                  <a:lnTo>
                    <a:pt x="4281017" y="9525"/>
                  </a:lnTo>
                  <a:lnTo>
                    <a:pt x="4309592" y="9525"/>
                  </a:lnTo>
                  <a:lnTo>
                    <a:pt x="4309592" y="0"/>
                  </a:lnTo>
                  <a:close/>
                </a:path>
                <a:path extrusionOk="0" h="2971800" w="4724400">
                  <a:moveTo>
                    <a:pt x="4345787" y="2962275"/>
                  </a:moveTo>
                  <a:lnTo>
                    <a:pt x="4317212" y="2962275"/>
                  </a:lnTo>
                  <a:lnTo>
                    <a:pt x="4317212" y="2971800"/>
                  </a:lnTo>
                  <a:lnTo>
                    <a:pt x="4345787" y="2971800"/>
                  </a:lnTo>
                  <a:lnTo>
                    <a:pt x="4345787" y="2962275"/>
                  </a:lnTo>
                  <a:close/>
                </a:path>
                <a:path extrusionOk="0" h="2971800" w="4724400">
                  <a:moveTo>
                    <a:pt x="4357154" y="0"/>
                  </a:moveTo>
                  <a:lnTo>
                    <a:pt x="4328579" y="0"/>
                  </a:lnTo>
                  <a:lnTo>
                    <a:pt x="4328579" y="9525"/>
                  </a:lnTo>
                  <a:lnTo>
                    <a:pt x="4357154" y="9525"/>
                  </a:lnTo>
                  <a:lnTo>
                    <a:pt x="4357154" y="0"/>
                  </a:lnTo>
                  <a:close/>
                </a:path>
                <a:path extrusionOk="0" h="2971800" w="4724400">
                  <a:moveTo>
                    <a:pt x="4393349" y="2962275"/>
                  </a:moveTo>
                  <a:lnTo>
                    <a:pt x="4364774" y="2962275"/>
                  </a:lnTo>
                  <a:lnTo>
                    <a:pt x="4364774" y="2971800"/>
                  </a:lnTo>
                  <a:lnTo>
                    <a:pt x="4393349" y="2971800"/>
                  </a:lnTo>
                  <a:lnTo>
                    <a:pt x="4393349" y="2962275"/>
                  </a:lnTo>
                  <a:close/>
                </a:path>
                <a:path extrusionOk="0" h="2971800" w="4724400">
                  <a:moveTo>
                    <a:pt x="4404728" y="0"/>
                  </a:moveTo>
                  <a:lnTo>
                    <a:pt x="4376153" y="0"/>
                  </a:lnTo>
                  <a:lnTo>
                    <a:pt x="4376153" y="9525"/>
                  </a:lnTo>
                  <a:lnTo>
                    <a:pt x="4404728" y="9525"/>
                  </a:lnTo>
                  <a:lnTo>
                    <a:pt x="4404728" y="0"/>
                  </a:lnTo>
                  <a:close/>
                </a:path>
                <a:path extrusionOk="0" h="2971800" w="4724400">
                  <a:moveTo>
                    <a:pt x="4440923" y="2962275"/>
                  </a:moveTo>
                  <a:lnTo>
                    <a:pt x="4412348" y="2962275"/>
                  </a:lnTo>
                  <a:lnTo>
                    <a:pt x="4412348" y="2971800"/>
                  </a:lnTo>
                  <a:lnTo>
                    <a:pt x="4440923" y="2971800"/>
                  </a:lnTo>
                  <a:lnTo>
                    <a:pt x="4440923" y="2962275"/>
                  </a:lnTo>
                  <a:close/>
                </a:path>
                <a:path extrusionOk="0" h="2971800" w="4724400">
                  <a:moveTo>
                    <a:pt x="4452290" y="0"/>
                  </a:moveTo>
                  <a:lnTo>
                    <a:pt x="4423715" y="0"/>
                  </a:lnTo>
                  <a:lnTo>
                    <a:pt x="4423715" y="9525"/>
                  </a:lnTo>
                  <a:lnTo>
                    <a:pt x="4452290" y="9525"/>
                  </a:lnTo>
                  <a:lnTo>
                    <a:pt x="4452290" y="0"/>
                  </a:lnTo>
                  <a:close/>
                </a:path>
                <a:path extrusionOk="0" h="2971800" w="4724400">
                  <a:moveTo>
                    <a:pt x="4488485" y="2962275"/>
                  </a:moveTo>
                  <a:lnTo>
                    <a:pt x="4459910" y="2962275"/>
                  </a:lnTo>
                  <a:lnTo>
                    <a:pt x="4459910" y="2971800"/>
                  </a:lnTo>
                  <a:lnTo>
                    <a:pt x="4488485" y="2971800"/>
                  </a:lnTo>
                  <a:lnTo>
                    <a:pt x="4488485" y="2962275"/>
                  </a:lnTo>
                  <a:close/>
                </a:path>
                <a:path extrusionOk="0" h="2971800" w="4724400">
                  <a:moveTo>
                    <a:pt x="4499851" y="0"/>
                  </a:moveTo>
                  <a:lnTo>
                    <a:pt x="4471276" y="0"/>
                  </a:lnTo>
                  <a:lnTo>
                    <a:pt x="4471276" y="9525"/>
                  </a:lnTo>
                  <a:lnTo>
                    <a:pt x="4499851" y="9525"/>
                  </a:lnTo>
                  <a:lnTo>
                    <a:pt x="4499851" y="0"/>
                  </a:lnTo>
                  <a:close/>
                </a:path>
                <a:path extrusionOk="0" h="2971800" w="4724400">
                  <a:moveTo>
                    <a:pt x="4536046" y="2962275"/>
                  </a:moveTo>
                  <a:lnTo>
                    <a:pt x="4507471" y="2962275"/>
                  </a:lnTo>
                  <a:lnTo>
                    <a:pt x="4507471" y="2971800"/>
                  </a:lnTo>
                  <a:lnTo>
                    <a:pt x="4536046" y="2971800"/>
                  </a:lnTo>
                  <a:lnTo>
                    <a:pt x="4536046" y="2962275"/>
                  </a:lnTo>
                  <a:close/>
                </a:path>
                <a:path extrusionOk="0" h="2971800" w="4724400">
                  <a:moveTo>
                    <a:pt x="4547413" y="0"/>
                  </a:moveTo>
                  <a:lnTo>
                    <a:pt x="4518838" y="0"/>
                  </a:lnTo>
                  <a:lnTo>
                    <a:pt x="4518838" y="9525"/>
                  </a:lnTo>
                  <a:lnTo>
                    <a:pt x="4547413" y="9525"/>
                  </a:lnTo>
                  <a:lnTo>
                    <a:pt x="4547413" y="0"/>
                  </a:lnTo>
                  <a:close/>
                </a:path>
                <a:path extrusionOk="0" h="2971800" w="4724400">
                  <a:moveTo>
                    <a:pt x="4583620" y="2962275"/>
                  </a:moveTo>
                  <a:lnTo>
                    <a:pt x="4555045" y="2962275"/>
                  </a:lnTo>
                  <a:lnTo>
                    <a:pt x="4555045" y="2971800"/>
                  </a:lnTo>
                  <a:lnTo>
                    <a:pt x="4583620" y="2971800"/>
                  </a:lnTo>
                  <a:lnTo>
                    <a:pt x="4583620" y="2962275"/>
                  </a:lnTo>
                  <a:close/>
                </a:path>
                <a:path extrusionOk="0" h="2971800" w="4724400">
                  <a:moveTo>
                    <a:pt x="4594987" y="0"/>
                  </a:moveTo>
                  <a:lnTo>
                    <a:pt x="4566412" y="0"/>
                  </a:lnTo>
                  <a:lnTo>
                    <a:pt x="4566412" y="9525"/>
                  </a:lnTo>
                  <a:lnTo>
                    <a:pt x="4594987" y="9525"/>
                  </a:lnTo>
                  <a:lnTo>
                    <a:pt x="4594987" y="0"/>
                  </a:lnTo>
                  <a:close/>
                </a:path>
                <a:path extrusionOk="0" h="2971800" w="4724400">
                  <a:moveTo>
                    <a:pt x="4631080" y="2971711"/>
                  </a:moveTo>
                  <a:lnTo>
                    <a:pt x="4630979" y="2962275"/>
                  </a:lnTo>
                  <a:lnTo>
                    <a:pt x="4602607" y="2962275"/>
                  </a:lnTo>
                  <a:lnTo>
                    <a:pt x="4602607" y="2971711"/>
                  </a:lnTo>
                  <a:lnTo>
                    <a:pt x="4631080" y="2971711"/>
                  </a:lnTo>
                  <a:close/>
                </a:path>
                <a:path extrusionOk="0" h="2971800" w="4724400">
                  <a:moveTo>
                    <a:pt x="4642078" y="977"/>
                  </a:moveTo>
                  <a:lnTo>
                    <a:pt x="4638535" y="457"/>
                  </a:lnTo>
                  <a:lnTo>
                    <a:pt x="4629150" y="0"/>
                  </a:lnTo>
                  <a:lnTo>
                    <a:pt x="4613973" y="0"/>
                  </a:lnTo>
                  <a:lnTo>
                    <a:pt x="4613973" y="9525"/>
                  </a:lnTo>
                  <a:lnTo>
                    <a:pt x="4629150" y="9525"/>
                  </a:lnTo>
                  <a:lnTo>
                    <a:pt x="4637595" y="9944"/>
                  </a:lnTo>
                  <a:lnTo>
                    <a:pt x="4640796" y="10414"/>
                  </a:lnTo>
                  <a:lnTo>
                    <a:pt x="4640910" y="9525"/>
                  </a:lnTo>
                  <a:lnTo>
                    <a:pt x="4642078" y="977"/>
                  </a:lnTo>
                  <a:close/>
                </a:path>
                <a:path extrusionOk="0" h="2971800" w="4724400">
                  <a:moveTo>
                    <a:pt x="4676597" y="2959049"/>
                  </a:moveTo>
                  <a:lnTo>
                    <a:pt x="4671822" y="2950819"/>
                  </a:lnTo>
                  <a:lnTo>
                    <a:pt x="4669612" y="2952140"/>
                  </a:lnTo>
                  <a:lnTo>
                    <a:pt x="4661967" y="2955760"/>
                  </a:lnTo>
                  <a:lnTo>
                    <a:pt x="4654004" y="2958604"/>
                  </a:lnTo>
                  <a:lnTo>
                    <a:pt x="4647603" y="2960217"/>
                  </a:lnTo>
                  <a:lnTo>
                    <a:pt x="4647679" y="2960547"/>
                  </a:lnTo>
                  <a:lnTo>
                    <a:pt x="4649622" y="2969514"/>
                  </a:lnTo>
                  <a:lnTo>
                    <a:pt x="4656760" y="2967723"/>
                  </a:lnTo>
                  <a:lnTo>
                    <a:pt x="4665611" y="2964548"/>
                  </a:lnTo>
                  <a:lnTo>
                    <a:pt x="4674095" y="2960547"/>
                  </a:lnTo>
                  <a:lnTo>
                    <a:pt x="4676597" y="2959049"/>
                  </a:lnTo>
                  <a:close/>
                </a:path>
                <a:path extrusionOk="0" h="2971800" w="4724400">
                  <a:moveTo>
                    <a:pt x="4686147" y="19062"/>
                  </a:moveTo>
                  <a:lnTo>
                    <a:pt x="4682083" y="16040"/>
                  </a:lnTo>
                  <a:lnTo>
                    <a:pt x="4674095" y="11264"/>
                  </a:lnTo>
                  <a:lnTo>
                    <a:pt x="4665611" y="7251"/>
                  </a:lnTo>
                  <a:lnTo>
                    <a:pt x="4660900" y="5562"/>
                  </a:lnTo>
                  <a:lnTo>
                    <a:pt x="4657725" y="14541"/>
                  </a:lnTo>
                  <a:lnTo>
                    <a:pt x="4661928" y="16040"/>
                  </a:lnTo>
                  <a:lnTo>
                    <a:pt x="4669612" y="19659"/>
                  </a:lnTo>
                  <a:lnTo>
                    <a:pt x="4676787" y="23964"/>
                  </a:lnTo>
                  <a:lnTo>
                    <a:pt x="4680445" y="26682"/>
                  </a:lnTo>
                  <a:lnTo>
                    <a:pt x="4686147" y="19062"/>
                  </a:lnTo>
                  <a:close/>
                </a:path>
                <a:path extrusionOk="0" h="2971800" w="4724400">
                  <a:moveTo>
                    <a:pt x="4710684" y="2925610"/>
                  </a:moveTo>
                  <a:lnTo>
                    <a:pt x="4702543" y="2920695"/>
                  </a:lnTo>
                  <a:lnTo>
                    <a:pt x="4700448" y="2924187"/>
                  </a:lnTo>
                  <a:lnTo>
                    <a:pt x="4695456" y="2930906"/>
                  </a:lnTo>
                  <a:lnTo>
                    <a:pt x="4689767" y="2937167"/>
                  </a:lnTo>
                  <a:lnTo>
                    <a:pt x="4685855" y="2940723"/>
                  </a:lnTo>
                  <a:lnTo>
                    <a:pt x="4692180" y="2947835"/>
                  </a:lnTo>
                  <a:lnTo>
                    <a:pt x="4696511" y="2943910"/>
                  </a:lnTo>
                  <a:lnTo>
                    <a:pt x="4702822" y="2936951"/>
                  </a:lnTo>
                  <a:lnTo>
                    <a:pt x="4708372" y="2929483"/>
                  </a:lnTo>
                  <a:lnTo>
                    <a:pt x="4710684" y="2925610"/>
                  </a:lnTo>
                  <a:close/>
                </a:path>
                <a:path extrusionOk="0" h="2971800" w="4724400">
                  <a:moveTo>
                    <a:pt x="4715929" y="56197"/>
                  </a:moveTo>
                  <a:lnTo>
                    <a:pt x="4713148" y="50304"/>
                  </a:lnTo>
                  <a:lnTo>
                    <a:pt x="4708372" y="42329"/>
                  </a:lnTo>
                  <a:lnTo>
                    <a:pt x="4702822" y="34861"/>
                  </a:lnTo>
                  <a:lnTo>
                    <a:pt x="4700359" y="32143"/>
                  </a:lnTo>
                  <a:lnTo>
                    <a:pt x="4693234" y="38442"/>
                  </a:lnTo>
                  <a:lnTo>
                    <a:pt x="4695456" y="40894"/>
                  </a:lnTo>
                  <a:lnTo>
                    <a:pt x="4700448" y="47625"/>
                  </a:lnTo>
                  <a:lnTo>
                    <a:pt x="4704740" y="54800"/>
                  </a:lnTo>
                  <a:lnTo>
                    <a:pt x="4707255" y="60121"/>
                  </a:lnTo>
                  <a:lnTo>
                    <a:pt x="4715929" y="56197"/>
                  </a:lnTo>
                  <a:close/>
                </a:path>
                <a:path extrusionOk="0" h="2971800" w="4724400">
                  <a:moveTo>
                    <a:pt x="4724222" y="2880283"/>
                  </a:moveTo>
                  <a:lnTo>
                    <a:pt x="4714722" y="2879915"/>
                  </a:lnTo>
                  <a:lnTo>
                    <a:pt x="4714697" y="2880283"/>
                  </a:lnTo>
                  <a:lnTo>
                    <a:pt x="4714468" y="2884995"/>
                  </a:lnTo>
                  <a:lnTo>
                    <a:pt x="4713249" y="2893276"/>
                  </a:lnTo>
                  <a:lnTo>
                    <a:pt x="4711204" y="2901404"/>
                  </a:lnTo>
                  <a:lnTo>
                    <a:pt x="4709846" y="2905214"/>
                  </a:lnTo>
                  <a:lnTo>
                    <a:pt x="4718799" y="2908401"/>
                  </a:lnTo>
                  <a:lnTo>
                    <a:pt x="4720323" y="2904159"/>
                  </a:lnTo>
                  <a:lnTo>
                    <a:pt x="4722596" y="2895142"/>
                  </a:lnTo>
                  <a:lnTo>
                    <a:pt x="4723955" y="2885935"/>
                  </a:lnTo>
                  <a:lnTo>
                    <a:pt x="4723993" y="2884995"/>
                  </a:lnTo>
                  <a:lnTo>
                    <a:pt x="4724222" y="2880283"/>
                  </a:lnTo>
                  <a:close/>
                </a:path>
                <a:path extrusionOk="0" h="2971800" w="4724400">
                  <a:moveTo>
                    <a:pt x="4724400" y="2832900"/>
                  </a:moveTo>
                  <a:lnTo>
                    <a:pt x="4714875" y="2832900"/>
                  </a:lnTo>
                  <a:lnTo>
                    <a:pt x="4714875" y="2861475"/>
                  </a:lnTo>
                  <a:lnTo>
                    <a:pt x="4724400" y="2861475"/>
                  </a:lnTo>
                  <a:lnTo>
                    <a:pt x="4724400" y="2832900"/>
                  </a:lnTo>
                  <a:close/>
                </a:path>
                <a:path extrusionOk="0" h="2971800" w="4724400">
                  <a:moveTo>
                    <a:pt x="4724400" y="2785338"/>
                  </a:moveTo>
                  <a:lnTo>
                    <a:pt x="4714875" y="2785338"/>
                  </a:lnTo>
                  <a:lnTo>
                    <a:pt x="4714875" y="2813913"/>
                  </a:lnTo>
                  <a:lnTo>
                    <a:pt x="4724400" y="2813913"/>
                  </a:lnTo>
                  <a:lnTo>
                    <a:pt x="4724400" y="2785338"/>
                  </a:lnTo>
                  <a:close/>
                </a:path>
                <a:path extrusionOk="0" h="2971800" w="4724400">
                  <a:moveTo>
                    <a:pt x="4724400" y="2737789"/>
                  </a:moveTo>
                  <a:lnTo>
                    <a:pt x="4714875" y="2737789"/>
                  </a:lnTo>
                  <a:lnTo>
                    <a:pt x="4714875" y="2766364"/>
                  </a:lnTo>
                  <a:lnTo>
                    <a:pt x="4724400" y="2766364"/>
                  </a:lnTo>
                  <a:lnTo>
                    <a:pt x="4724400" y="2737789"/>
                  </a:lnTo>
                  <a:close/>
                </a:path>
                <a:path extrusionOk="0" h="2971800" w="4724400">
                  <a:moveTo>
                    <a:pt x="4724400" y="2690215"/>
                  </a:moveTo>
                  <a:lnTo>
                    <a:pt x="4714875" y="2690215"/>
                  </a:lnTo>
                  <a:lnTo>
                    <a:pt x="4714875" y="2718790"/>
                  </a:lnTo>
                  <a:lnTo>
                    <a:pt x="4724400" y="2718790"/>
                  </a:lnTo>
                  <a:lnTo>
                    <a:pt x="4724400" y="2690215"/>
                  </a:lnTo>
                  <a:close/>
                </a:path>
                <a:path extrusionOk="0" h="2971800" w="4724400">
                  <a:moveTo>
                    <a:pt x="4724400" y="2642641"/>
                  </a:moveTo>
                  <a:lnTo>
                    <a:pt x="4714875" y="2642641"/>
                  </a:lnTo>
                  <a:lnTo>
                    <a:pt x="4714875" y="2671216"/>
                  </a:lnTo>
                  <a:lnTo>
                    <a:pt x="4724400" y="2671216"/>
                  </a:lnTo>
                  <a:lnTo>
                    <a:pt x="4724400" y="2642641"/>
                  </a:lnTo>
                  <a:close/>
                </a:path>
                <a:path extrusionOk="0" h="2971800" w="4724400">
                  <a:moveTo>
                    <a:pt x="4724400" y="2595080"/>
                  </a:moveTo>
                  <a:lnTo>
                    <a:pt x="4714875" y="2595080"/>
                  </a:lnTo>
                  <a:lnTo>
                    <a:pt x="4714875" y="2623655"/>
                  </a:lnTo>
                  <a:lnTo>
                    <a:pt x="4724400" y="2623655"/>
                  </a:lnTo>
                  <a:lnTo>
                    <a:pt x="4724400" y="2595080"/>
                  </a:lnTo>
                  <a:close/>
                </a:path>
                <a:path extrusionOk="0" h="2971800" w="4724400">
                  <a:moveTo>
                    <a:pt x="4724400" y="2547505"/>
                  </a:moveTo>
                  <a:lnTo>
                    <a:pt x="4714875" y="2547505"/>
                  </a:lnTo>
                  <a:lnTo>
                    <a:pt x="4714875" y="2576080"/>
                  </a:lnTo>
                  <a:lnTo>
                    <a:pt x="4724400" y="2576080"/>
                  </a:lnTo>
                  <a:lnTo>
                    <a:pt x="4724400" y="2547505"/>
                  </a:lnTo>
                  <a:close/>
                </a:path>
                <a:path extrusionOk="0" h="2971800" w="4724400">
                  <a:moveTo>
                    <a:pt x="4724400" y="2499957"/>
                  </a:moveTo>
                  <a:lnTo>
                    <a:pt x="4714875" y="2499957"/>
                  </a:lnTo>
                  <a:lnTo>
                    <a:pt x="4714875" y="2528532"/>
                  </a:lnTo>
                  <a:lnTo>
                    <a:pt x="4724400" y="2528532"/>
                  </a:lnTo>
                  <a:lnTo>
                    <a:pt x="4724400" y="2499957"/>
                  </a:lnTo>
                  <a:close/>
                </a:path>
                <a:path extrusionOk="0" h="2971800" w="4724400">
                  <a:moveTo>
                    <a:pt x="4724400" y="2452395"/>
                  </a:moveTo>
                  <a:lnTo>
                    <a:pt x="4714875" y="2452395"/>
                  </a:lnTo>
                  <a:lnTo>
                    <a:pt x="4714875" y="2480970"/>
                  </a:lnTo>
                  <a:lnTo>
                    <a:pt x="4724400" y="2480970"/>
                  </a:lnTo>
                  <a:lnTo>
                    <a:pt x="4724400" y="2452395"/>
                  </a:lnTo>
                  <a:close/>
                </a:path>
                <a:path extrusionOk="0" h="2971800" w="4724400">
                  <a:moveTo>
                    <a:pt x="4724400" y="2404821"/>
                  </a:moveTo>
                  <a:lnTo>
                    <a:pt x="4714875" y="2404821"/>
                  </a:lnTo>
                  <a:lnTo>
                    <a:pt x="4714875" y="2433396"/>
                  </a:lnTo>
                  <a:lnTo>
                    <a:pt x="4724400" y="2433396"/>
                  </a:lnTo>
                  <a:lnTo>
                    <a:pt x="4724400" y="2404821"/>
                  </a:lnTo>
                  <a:close/>
                </a:path>
                <a:path extrusionOk="0" h="2971800" w="4724400">
                  <a:moveTo>
                    <a:pt x="4724400" y="2357247"/>
                  </a:moveTo>
                  <a:lnTo>
                    <a:pt x="4714875" y="2357247"/>
                  </a:lnTo>
                  <a:lnTo>
                    <a:pt x="4714875" y="2385822"/>
                  </a:lnTo>
                  <a:lnTo>
                    <a:pt x="4724400" y="2385822"/>
                  </a:lnTo>
                  <a:lnTo>
                    <a:pt x="4724400" y="2357247"/>
                  </a:lnTo>
                  <a:close/>
                </a:path>
                <a:path extrusionOk="0" h="2971800" w="4724400">
                  <a:moveTo>
                    <a:pt x="4724400" y="2309672"/>
                  </a:moveTo>
                  <a:lnTo>
                    <a:pt x="4714875" y="2309672"/>
                  </a:lnTo>
                  <a:lnTo>
                    <a:pt x="4714875" y="2338247"/>
                  </a:lnTo>
                  <a:lnTo>
                    <a:pt x="4724400" y="2338247"/>
                  </a:lnTo>
                  <a:lnTo>
                    <a:pt x="4724400" y="2309672"/>
                  </a:lnTo>
                  <a:close/>
                </a:path>
                <a:path extrusionOk="0" h="2971800" w="4724400">
                  <a:moveTo>
                    <a:pt x="4724400" y="2262124"/>
                  </a:moveTo>
                  <a:lnTo>
                    <a:pt x="4714875" y="2262124"/>
                  </a:lnTo>
                  <a:lnTo>
                    <a:pt x="4714875" y="2290699"/>
                  </a:lnTo>
                  <a:lnTo>
                    <a:pt x="4724400" y="2290699"/>
                  </a:lnTo>
                  <a:lnTo>
                    <a:pt x="4724400" y="2262124"/>
                  </a:lnTo>
                  <a:close/>
                </a:path>
                <a:path extrusionOk="0" h="2971800" w="4724400">
                  <a:moveTo>
                    <a:pt x="4724400" y="2214562"/>
                  </a:moveTo>
                  <a:lnTo>
                    <a:pt x="4714875" y="2214562"/>
                  </a:lnTo>
                  <a:lnTo>
                    <a:pt x="4714875" y="2243137"/>
                  </a:lnTo>
                  <a:lnTo>
                    <a:pt x="4724400" y="2243137"/>
                  </a:lnTo>
                  <a:lnTo>
                    <a:pt x="4724400" y="2214562"/>
                  </a:lnTo>
                  <a:close/>
                </a:path>
                <a:path extrusionOk="0" h="2971800" w="4724400">
                  <a:moveTo>
                    <a:pt x="4724400" y="2166988"/>
                  </a:moveTo>
                  <a:lnTo>
                    <a:pt x="4714875" y="2166988"/>
                  </a:lnTo>
                  <a:lnTo>
                    <a:pt x="4714875" y="2195563"/>
                  </a:lnTo>
                  <a:lnTo>
                    <a:pt x="4724400" y="2195563"/>
                  </a:lnTo>
                  <a:lnTo>
                    <a:pt x="4724400" y="2166988"/>
                  </a:lnTo>
                  <a:close/>
                </a:path>
                <a:path extrusionOk="0" h="2971800" w="4724400">
                  <a:moveTo>
                    <a:pt x="4724400" y="2119426"/>
                  </a:moveTo>
                  <a:lnTo>
                    <a:pt x="4714875" y="2119426"/>
                  </a:lnTo>
                  <a:lnTo>
                    <a:pt x="4714875" y="2148001"/>
                  </a:lnTo>
                  <a:lnTo>
                    <a:pt x="4724400" y="2148001"/>
                  </a:lnTo>
                  <a:lnTo>
                    <a:pt x="4724400" y="2119426"/>
                  </a:lnTo>
                  <a:close/>
                </a:path>
                <a:path extrusionOk="0" h="2971800" w="4724400">
                  <a:moveTo>
                    <a:pt x="4724400" y="2071852"/>
                  </a:moveTo>
                  <a:lnTo>
                    <a:pt x="4714875" y="2071852"/>
                  </a:lnTo>
                  <a:lnTo>
                    <a:pt x="4714875" y="2100427"/>
                  </a:lnTo>
                  <a:lnTo>
                    <a:pt x="4724400" y="2100427"/>
                  </a:lnTo>
                  <a:lnTo>
                    <a:pt x="4724400" y="2071852"/>
                  </a:lnTo>
                  <a:close/>
                </a:path>
                <a:path extrusionOk="0" h="2971800" w="4724400">
                  <a:moveTo>
                    <a:pt x="4724400" y="2024303"/>
                  </a:moveTo>
                  <a:lnTo>
                    <a:pt x="4714875" y="2024303"/>
                  </a:lnTo>
                  <a:lnTo>
                    <a:pt x="4714875" y="2052878"/>
                  </a:lnTo>
                  <a:lnTo>
                    <a:pt x="4724400" y="2052878"/>
                  </a:lnTo>
                  <a:lnTo>
                    <a:pt x="4724400" y="2024303"/>
                  </a:lnTo>
                  <a:close/>
                </a:path>
                <a:path extrusionOk="0" h="2971800" w="4724400">
                  <a:moveTo>
                    <a:pt x="4724400" y="1976729"/>
                  </a:moveTo>
                  <a:lnTo>
                    <a:pt x="4714875" y="1976729"/>
                  </a:lnTo>
                  <a:lnTo>
                    <a:pt x="4714875" y="2005304"/>
                  </a:lnTo>
                  <a:lnTo>
                    <a:pt x="4724400" y="2005304"/>
                  </a:lnTo>
                  <a:lnTo>
                    <a:pt x="4724400" y="1976729"/>
                  </a:lnTo>
                  <a:close/>
                </a:path>
                <a:path extrusionOk="0" h="2971800" w="4724400">
                  <a:moveTo>
                    <a:pt x="4724400" y="1929168"/>
                  </a:moveTo>
                  <a:lnTo>
                    <a:pt x="4714875" y="1929168"/>
                  </a:lnTo>
                  <a:lnTo>
                    <a:pt x="4714875" y="1957743"/>
                  </a:lnTo>
                  <a:lnTo>
                    <a:pt x="4724400" y="1957743"/>
                  </a:lnTo>
                  <a:lnTo>
                    <a:pt x="4724400" y="1929168"/>
                  </a:lnTo>
                  <a:close/>
                </a:path>
                <a:path extrusionOk="0" h="2971800" w="4724400">
                  <a:moveTo>
                    <a:pt x="4724400" y="1881593"/>
                  </a:moveTo>
                  <a:lnTo>
                    <a:pt x="4714875" y="1881593"/>
                  </a:lnTo>
                  <a:lnTo>
                    <a:pt x="4714875" y="1910168"/>
                  </a:lnTo>
                  <a:lnTo>
                    <a:pt x="4724400" y="1910168"/>
                  </a:lnTo>
                  <a:lnTo>
                    <a:pt x="4724400" y="1881593"/>
                  </a:lnTo>
                  <a:close/>
                </a:path>
                <a:path extrusionOk="0" h="2971800" w="4724400">
                  <a:moveTo>
                    <a:pt x="4724400" y="1834032"/>
                  </a:moveTo>
                  <a:lnTo>
                    <a:pt x="4714875" y="1834032"/>
                  </a:lnTo>
                  <a:lnTo>
                    <a:pt x="4714875" y="1862607"/>
                  </a:lnTo>
                  <a:lnTo>
                    <a:pt x="4724400" y="1862607"/>
                  </a:lnTo>
                  <a:lnTo>
                    <a:pt x="4724400" y="1834032"/>
                  </a:lnTo>
                  <a:close/>
                </a:path>
                <a:path extrusionOk="0" h="2971800" w="4724400">
                  <a:moveTo>
                    <a:pt x="4724400" y="1786483"/>
                  </a:moveTo>
                  <a:lnTo>
                    <a:pt x="4714875" y="1786483"/>
                  </a:lnTo>
                  <a:lnTo>
                    <a:pt x="4714875" y="1815058"/>
                  </a:lnTo>
                  <a:lnTo>
                    <a:pt x="4724400" y="1815058"/>
                  </a:lnTo>
                  <a:lnTo>
                    <a:pt x="4724400" y="1786483"/>
                  </a:lnTo>
                  <a:close/>
                </a:path>
                <a:path extrusionOk="0" h="2971800" w="4724400">
                  <a:moveTo>
                    <a:pt x="4724400" y="1738909"/>
                  </a:moveTo>
                  <a:lnTo>
                    <a:pt x="4714875" y="1738909"/>
                  </a:lnTo>
                  <a:lnTo>
                    <a:pt x="4714875" y="1767484"/>
                  </a:lnTo>
                  <a:lnTo>
                    <a:pt x="4724400" y="1767484"/>
                  </a:lnTo>
                  <a:lnTo>
                    <a:pt x="4724400" y="1738909"/>
                  </a:lnTo>
                  <a:close/>
                </a:path>
                <a:path extrusionOk="0" h="2971800" w="4724400">
                  <a:moveTo>
                    <a:pt x="4724400" y="1691335"/>
                  </a:moveTo>
                  <a:lnTo>
                    <a:pt x="4714875" y="1691335"/>
                  </a:lnTo>
                  <a:lnTo>
                    <a:pt x="4714875" y="1719910"/>
                  </a:lnTo>
                  <a:lnTo>
                    <a:pt x="4724400" y="1719910"/>
                  </a:lnTo>
                  <a:lnTo>
                    <a:pt x="4724400" y="1691335"/>
                  </a:lnTo>
                  <a:close/>
                </a:path>
                <a:path extrusionOk="0" h="2971800" w="4724400">
                  <a:moveTo>
                    <a:pt x="4724400" y="1643761"/>
                  </a:moveTo>
                  <a:lnTo>
                    <a:pt x="4714875" y="1643761"/>
                  </a:lnTo>
                  <a:lnTo>
                    <a:pt x="4714875" y="1672336"/>
                  </a:lnTo>
                  <a:lnTo>
                    <a:pt x="4724400" y="1672336"/>
                  </a:lnTo>
                  <a:lnTo>
                    <a:pt x="4724400" y="1643761"/>
                  </a:lnTo>
                  <a:close/>
                </a:path>
                <a:path extrusionOk="0" h="2971800" w="4724400">
                  <a:moveTo>
                    <a:pt x="4724400" y="1596199"/>
                  </a:moveTo>
                  <a:lnTo>
                    <a:pt x="4714875" y="1596199"/>
                  </a:lnTo>
                  <a:lnTo>
                    <a:pt x="4714875" y="1624774"/>
                  </a:lnTo>
                  <a:lnTo>
                    <a:pt x="4724400" y="1624774"/>
                  </a:lnTo>
                  <a:lnTo>
                    <a:pt x="4724400" y="1596199"/>
                  </a:lnTo>
                  <a:close/>
                </a:path>
                <a:path extrusionOk="0" h="2971800" w="4724400">
                  <a:moveTo>
                    <a:pt x="4724400" y="1548650"/>
                  </a:moveTo>
                  <a:lnTo>
                    <a:pt x="4714875" y="1548650"/>
                  </a:lnTo>
                  <a:lnTo>
                    <a:pt x="4714875" y="1577225"/>
                  </a:lnTo>
                  <a:lnTo>
                    <a:pt x="4724400" y="1577225"/>
                  </a:lnTo>
                  <a:lnTo>
                    <a:pt x="4724400" y="1548650"/>
                  </a:lnTo>
                  <a:close/>
                </a:path>
                <a:path extrusionOk="0" h="2971800" w="4724400">
                  <a:moveTo>
                    <a:pt x="4724400" y="1501076"/>
                  </a:moveTo>
                  <a:lnTo>
                    <a:pt x="4714875" y="1501076"/>
                  </a:lnTo>
                  <a:lnTo>
                    <a:pt x="4714875" y="1529651"/>
                  </a:lnTo>
                  <a:lnTo>
                    <a:pt x="4724400" y="1529651"/>
                  </a:lnTo>
                  <a:lnTo>
                    <a:pt x="4724400" y="1501076"/>
                  </a:lnTo>
                  <a:close/>
                </a:path>
                <a:path extrusionOk="0" h="2971800" w="4724400">
                  <a:moveTo>
                    <a:pt x="4724400" y="1453515"/>
                  </a:moveTo>
                  <a:lnTo>
                    <a:pt x="4714875" y="1453515"/>
                  </a:lnTo>
                  <a:lnTo>
                    <a:pt x="4714875" y="1482090"/>
                  </a:lnTo>
                  <a:lnTo>
                    <a:pt x="4724400" y="1482090"/>
                  </a:lnTo>
                  <a:lnTo>
                    <a:pt x="4724400" y="1453515"/>
                  </a:lnTo>
                  <a:close/>
                </a:path>
                <a:path extrusionOk="0" h="2971800" w="4724400">
                  <a:moveTo>
                    <a:pt x="4724400" y="1405940"/>
                  </a:moveTo>
                  <a:lnTo>
                    <a:pt x="4714875" y="1405940"/>
                  </a:lnTo>
                  <a:lnTo>
                    <a:pt x="4714875" y="1434515"/>
                  </a:lnTo>
                  <a:lnTo>
                    <a:pt x="4724400" y="1434515"/>
                  </a:lnTo>
                  <a:lnTo>
                    <a:pt x="4724400" y="1405940"/>
                  </a:lnTo>
                  <a:close/>
                </a:path>
                <a:path extrusionOk="0" h="2971800" w="4724400">
                  <a:moveTo>
                    <a:pt x="4724400" y="1358366"/>
                  </a:moveTo>
                  <a:lnTo>
                    <a:pt x="4714875" y="1358366"/>
                  </a:lnTo>
                  <a:lnTo>
                    <a:pt x="4714875" y="1386941"/>
                  </a:lnTo>
                  <a:lnTo>
                    <a:pt x="4724400" y="1386941"/>
                  </a:lnTo>
                  <a:lnTo>
                    <a:pt x="4724400" y="1358366"/>
                  </a:lnTo>
                  <a:close/>
                </a:path>
                <a:path extrusionOk="0" h="2971800" w="4724400">
                  <a:moveTo>
                    <a:pt x="4724400" y="1310817"/>
                  </a:moveTo>
                  <a:lnTo>
                    <a:pt x="4714875" y="1310817"/>
                  </a:lnTo>
                  <a:lnTo>
                    <a:pt x="4714875" y="1339392"/>
                  </a:lnTo>
                  <a:lnTo>
                    <a:pt x="4724400" y="1339392"/>
                  </a:lnTo>
                  <a:lnTo>
                    <a:pt x="4724400" y="1310817"/>
                  </a:lnTo>
                  <a:close/>
                </a:path>
                <a:path extrusionOk="0" h="2971800" w="4724400">
                  <a:moveTo>
                    <a:pt x="4724400" y="1263256"/>
                  </a:moveTo>
                  <a:lnTo>
                    <a:pt x="4714875" y="1263256"/>
                  </a:lnTo>
                  <a:lnTo>
                    <a:pt x="4714875" y="1291831"/>
                  </a:lnTo>
                  <a:lnTo>
                    <a:pt x="4724400" y="1291831"/>
                  </a:lnTo>
                  <a:lnTo>
                    <a:pt x="4724400" y="1263256"/>
                  </a:lnTo>
                  <a:close/>
                </a:path>
                <a:path extrusionOk="0" h="2971800" w="4724400">
                  <a:moveTo>
                    <a:pt x="4724400" y="1215682"/>
                  </a:moveTo>
                  <a:lnTo>
                    <a:pt x="4714875" y="1215682"/>
                  </a:lnTo>
                  <a:lnTo>
                    <a:pt x="4714875" y="1244257"/>
                  </a:lnTo>
                  <a:lnTo>
                    <a:pt x="4724400" y="1244257"/>
                  </a:lnTo>
                  <a:lnTo>
                    <a:pt x="4724400" y="1215682"/>
                  </a:lnTo>
                  <a:close/>
                </a:path>
                <a:path extrusionOk="0" h="2971800" w="4724400">
                  <a:moveTo>
                    <a:pt x="4724400" y="1168120"/>
                  </a:moveTo>
                  <a:lnTo>
                    <a:pt x="4714875" y="1168120"/>
                  </a:lnTo>
                  <a:lnTo>
                    <a:pt x="4714875" y="1196695"/>
                  </a:lnTo>
                  <a:lnTo>
                    <a:pt x="4724400" y="1196695"/>
                  </a:lnTo>
                  <a:lnTo>
                    <a:pt x="4724400" y="1168120"/>
                  </a:lnTo>
                  <a:close/>
                </a:path>
                <a:path extrusionOk="0" h="2971800" w="4724400">
                  <a:moveTo>
                    <a:pt x="4724400" y="1120546"/>
                  </a:moveTo>
                  <a:lnTo>
                    <a:pt x="4714875" y="1120546"/>
                  </a:lnTo>
                  <a:lnTo>
                    <a:pt x="4714875" y="1149121"/>
                  </a:lnTo>
                  <a:lnTo>
                    <a:pt x="4724400" y="1149121"/>
                  </a:lnTo>
                  <a:lnTo>
                    <a:pt x="4724400" y="1120546"/>
                  </a:lnTo>
                  <a:close/>
                </a:path>
                <a:path extrusionOk="0" h="2971800" w="4724400">
                  <a:moveTo>
                    <a:pt x="4724400" y="1072984"/>
                  </a:moveTo>
                  <a:lnTo>
                    <a:pt x="4714875" y="1072984"/>
                  </a:lnTo>
                  <a:lnTo>
                    <a:pt x="4714875" y="1101559"/>
                  </a:lnTo>
                  <a:lnTo>
                    <a:pt x="4724400" y="1101559"/>
                  </a:lnTo>
                  <a:lnTo>
                    <a:pt x="4724400" y="1072984"/>
                  </a:lnTo>
                  <a:close/>
                </a:path>
                <a:path extrusionOk="0" h="2971800" w="4724400">
                  <a:moveTo>
                    <a:pt x="4724400" y="1025423"/>
                  </a:moveTo>
                  <a:lnTo>
                    <a:pt x="4714875" y="1025423"/>
                  </a:lnTo>
                  <a:lnTo>
                    <a:pt x="4714875" y="1053998"/>
                  </a:lnTo>
                  <a:lnTo>
                    <a:pt x="4724400" y="1053998"/>
                  </a:lnTo>
                  <a:lnTo>
                    <a:pt x="4724400" y="1025423"/>
                  </a:lnTo>
                  <a:close/>
                </a:path>
                <a:path extrusionOk="0" h="2971800" w="4724400">
                  <a:moveTo>
                    <a:pt x="4724400" y="977849"/>
                  </a:moveTo>
                  <a:lnTo>
                    <a:pt x="4714875" y="977849"/>
                  </a:lnTo>
                  <a:lnTo>
                    <a:pt x="4714875" y="1006424"/>
                  </a:lnTo>
                  <a:lnTo>
                    <a:pt x="4724400" y="1006424"/>
                  </a:lnTo>
                  <a:lnTo>
                    <a:pt x="4724400" y="977849"/>
                  </a:lnTo>
                  <a:close/>
                </a:path>
                <a:path extrusionOk="0" h="2971800" w="4724400">
                  <a:moveTo>
                    <a:pt x="4724400" y="930287"/>
                  </a:moveTo>
                  <a:lnTo>
                    <a:pt x="4714875" y="930287"/>
                  </a:lnTo>
                  <a:lnTo>
                    <a:pt x="4714875" y="958862"/>
                  </a:lnTo>
                  <a:lnTo>
                    <a:pt x="4724400" y="958862"/>
                  </a:lnTo>
                  <a:lnTo>
                    <a:pt x="4724400" y="930287"/>
                  </a:lnTo>
                  <a:close/>
                </a:path>
                <a:path extrusionOk="0" h="2971800" w="4724400">
                  <a:moveTo>
                    <a:pt x="4724400" y="882713"/>
                  </a:moveTo>
                  <a:lnTo>
                    <a:pt x="4714875" y="882713"/>
                  </a:lnTo>
                  <a:lnTo>
                    <a:pt x="4714875" y="911288"/>
                  </a:lnTo>
                  <a:lnTo>
                    <a:pt x="4724400" y="911288"/>
                  </a:lnTo>
                  <a:lnTo>
                    <a:pt x="4724400" y="882713"/>
                  </a:lnTo>
                  <a:close/>
                </a:path>
                <a:path extrusionOk="0" h="2971800" w="4724400">
                  <a:moveTo>
                    <a:pt x="4724400" y="835164"/>
                  </a:moveTo>
                  <a:lnTo>
                    <a:pt x="4714875" y="835164"/>
                  </a:lnTo>
                  <a:lnTo>
                    <a:pt x="4714875" y="863739"/>
                  </a:lnTo>
                  <a:lnTo>
                    <a:pt x="4724400" y="863739"/>
                  </a:lnTo>
                  <a:lnTo>
                    <a:pt x="4724400" y="835164"/>
                  </a:lnTo>
                  <a:close/>
                </a:path>
                <a:path extrusionOk="0" h="2971800" w="4724400">
                  <a:moveTo>
                    <a:pt x="4724400" y="787603"/>
                  </a:moveTo>
                  <a:lnTo>
                    <a:pt x="4714875" y="787603"/>
                  </a:lnTo>
                  <a:lnTo>
                    <a:pt x="4714875" y="816178"/>
                  </a:lnTo>
                  <a:lnTo>
                    <a:pt x="4724400" y="816178"/>
                  </a:lnTo>
                  <a:lnTo>
                    <a:pt x="4724400" y="787603"/>
                  </a:lnTo>
                  <a:close/>
                </a:path>
                <a:path extrusionOk="0" h="2971800" w="4724400">
                  <a:moveTo>
                    <a:pt x="4724400" y="740029"/>
                  </a:moveTo>
                  <a:lnTo>
                    <a:pt x="4714875" y="740029"/>
                  </a:lnTo>
                  <a:lnTo>
                    <a:pt x="4714875" y="768604"/>
                  </a:lnTo>
                  <a:lnTo>
                    <a:pt x="4724400" y="768604"/>
                  </a:lnTo>
                  <a:lnTo>
                    <a:pt x="4724400" y="740029"/>
                  </a:lnTo>
                  <a:close/>
                </a:path>
                <a:path extrusionOk="0" h="2971800" w="4724400">
                  <a:moveTo>
                    <a:pt x="4724400" y="692454"/>
                  </a:moveTo>
                  <a:lnTo>
                    <a:pt x="4714875" y="692454"/>
                  </a:lnTo>
                  <a:lnTo>
                    <a:pt x="4714875" y="721029"/>
                  </a:lnTo>
                  <a:lnTo>
                    <a:pt x="4724400" y="721029"/>
                  </a:lnTo>
                  <a:lnTo>
                    <a:pt x="4724400" y="692454"/>
                  </a:lnTo>
                  <a:close/>
                </a:path>
                <a:path extrusionOk="0" h="2971800" w="4724400">
                  <a:moveTo>
                    <a:pt x="4724400" y="644893"/>
                  </a:moveTo>
                  <a:lnTo>
                    <a:pt x="4714875" y="644893"/>
                  </a:lnTo>
                  <a:lnTo>
                    <a:pt x="4714875" y="673468"/>
                  </a:lnTo>
                  <a:lnTo>
                    <a:pt x="4724400" y="673468"/>
                  </a:lnTo>
                  <a:lnTo>
                    <a:pt x="4724400" y="644893"/>
                  </a:lnTo>
                  <a:close/>
                </a:path>
                <a:path extrusionOk="0" h="2971800" w="4724400">
                  <a:moveTo>
                    <a:pt x="4724400" y="597344"/>
                  </a:moveTo>
                  <a:lnTo>
                    <a:pt x="4714875" y="597344"/>
                  </a:lnTo>
                  <a:lnTo>
                    <a:pt x="4714875" y="625919"/>
                  </a:lnTo>
                  <a:lnTo>
                    <a:pt x="4724400" y="625919"/>
                  </a:lnTo>
                  <a:lnTo>
                    <a:pt x="4724400" y="597344"/>
                  </a:lnTo>
                  <a:close/>
                </a:path>
                <a:path extrusionOk="0" h="2971800" w="4724400">
                  <a:moveTo>
                    <a:pt x="4724400" y="549770"/>
                  </a:moveTo>
                  <a:lnTo>
                    <a:pt x="4714875" y="549770"/>
                  </a:lnTo>
                  <a:lnTo>
                    <a:pt x="4714875" y="578345"/>
                  </a:lnTo>
                  <a:lnTo>
                    <a:pt x="4724400" y="578345"/>
                  </a:lnTo>
                  <a:lnTo>
                    <a:pt x="4724400" y="549770"/>
                  </a:lnTo>
                  <a:close/>
                </a:path>
                <a:path extrusionOk="0" h="2971800" w="4724400">
                  <a:moveTo>
                    <a:pt x="4724400" y="502208"/>
                  </a:moveTo>
                  <a:lnTo>
                    <a:pt x="4714875" y="502208"/>
                  </a:lnTo>
                  <a:lnTo>
                    <a:pt x="4714875" y="530783"/>
                  </a:lnTo>
                  <a:lnTo>
                    <a:pt x="4724400" y="530783"/>
                  </a:lnTo>
                  <a:lnTo>
                    <a:pt x="4724400" y="502208"/>
                  </a:lnTo>
                  <a:close/>
                </a:path>
                <a:path extrusionOk="0" h="2971800" w="4724400">
                  <a:moveTo>
                    <a:pt x="4724400" y="454621"/>
                  </a:moveTo>
                  <a:lnTo>
                    <a:pt x="4714875" y="454621"/>
                  </a:lnTo>
                  <a:lnTo>
                    <a:pt x="4714875" y="483196"/>
                  </a:lnTo>
                  <a:lnTo>
                    <a:pt x="4724400" y="483196"/>
                  </a:lnTo>
                  <a:lnTo>
                    <a:pt x="4724400" y="454621"/>
                  </a:lnTo>
                  <a:close/>
                </a:path>
                <a:path extrusionOk="0" h="2971800" w="4724400">
                  <a:moveTo>
                    <a:pt x="4724400" y="407060"/>
                  </a:moveTo>
                  <a:lnTo>
                    <a:pt x="4714875" y="407060"/>
                  </a:lnTo>
                  <a:lnTo>
                    <a:pt x="4714875" y="435635"/>
                  </a:lnTo>
                  <a:lnTo>
                    <a:pt x="4724400" y="435635"/>
                  </a:lnTo>
                  <a:lnTo>
                    <a:pt x="4724400" y="407060"/>
                  </a:lnTo>
                  <a:close/>
                </a:path>
                <a:path extrusionOk="0" h="2971800" w="4724400">
                  <a:moveTo>
                    <a:pt x="4724400" y="359511"/>
                  </a:moveTo>
                  <a:lnTo>
                    <a:pt x="4714875" y="359511"/>
                  </a:lnTo>
                  <a:lnTo>
                    <a:pt x="4714875" y="388086"/>
                  </a:lnTo>
                  <a:lnTo>
                    <a:pt x="4724400" y="388086"/>
                  </a:lnTo>
                  <a:lnTo>
                    <a:pt x="4724400" y="359511"/>
                  </a:lnTo>
                  <a:close/>
                </a:path>
                <a:path extrusionOk="0" h="2971800" w="4724400">
                  <a:moveTo>
                    <a:pt x="4724400" y="311937"/>
                  </a:moveTo>
                  <a:lnTo>
                    <a:pt x="4714875" y="311937"/>
                  </a:lnTo>
                  <a:lnTo>
                    <a:pt x="4714875" y="340512"/>
                  </a:lnTo>
                  <a:lnTo>
                    <a:pt x="4724400" y="340512"/>
                  </a:lnTo>
                  <a:lnTo>
                    <a:pt x="4724400" y="311937"/>
                  </a:lnTo>
                  <a:close/>
                </a:path>
                <a:path extrusionOk="0" h="2971800" w="4724400">
                  <a:moveTo>
                    <a:pt x="4724400" y="264375"/>
                  </a:moveTo>
                  <a:lnTo>
                    <a:pt x="4714875" y="264375"/>
                  </a:lnTo>
                  <a:lnTo>
                    <a:pt x="4714875" y="292950"/>
                  </a:lnTo>
                  <a:lnTo>
                    <a:pt x="4724400" y="292950"/>
                  </a:lnTo>
                  <a:lnTo>
                    <a:pt x="4724400" y="264375"/>
                  </a:lnTo>
                  <a:close/>
                </a:path>
                <a:path extrusionOk="0" h="2971800" w="4724400">
                  <a:moveTo>
                    <a:pt x="4724400" y="216801"/>
                  </a:moveTo>
                  <a:lnTo>
                    <a:pt x="4714875" y="216801"/>
                  </a:lnTo>
                  <a:lnTo>
                    <a:pt x="4714875" y="245376"/>
                  </a:lnTo>
                  <a:lnTo>
                    <a:pt x="4724400" y="245376"/>
                  </a:lnTo>
                  <a:lnTo>
                    <a:pt x="4724400" y="216801"/>
                  </a:lnTo>
                  <a:close/>
                </a:path>
                <a:path extrusionOk="0" h="2971800" w="4724400">
                  <a:moveTo>
                    <a:pt x="4724400" y="169240"/>
                  </a:moveTo>
                  <a:lnTo>
                    <a:pt x="4714875" y="169240"/>
                  </a:lnTo>
                  <a:lnTo>
                    <a:pt x="4714875" y="197815"/>
                  </a:lnTo>
                  <a:lnTo>
                    <a:pt x="4724400" y="197815"/>
                  </a:lnTo>
                  <a:lnTo>
                    <a:pt x="4724400" y="169240"/>
                  </a:lnTo>
                  <a:close/>
                </a:path>
                <a:path extrusionOk="0" h="2971800" w="4724400">
                  <a:moveTo>
                    <a:pt x="4724400" y="121678"/>
                  </a:moveTo>
                  <a:lnTo>
                    <a:pt x="4714875" y="121678"/>
                  </a:lnTo>
                  <a:lnTo>
                    <a:pt x="4714875" y="150253"/>
                  </a:lnTo>
                  <a:lnTo>
                    <a:pt x="4724400" y="150253"/>
                  </a:lnTo>
                  <a:lnTo>
                    <a:pt x="4724400" y="121678"/>
                  </a:lnTo>
                  <a:close/>
                </a:path>
                <a:path extrusionOk="0" h="2971800" w="4724400">
                  <a:moveTo>
                    <a:pt x="4724400" y="95250"/>
                  </a:moveTo>
                  <a:lnTo>
                    <a:pt x="4723955" y="85877"/>
                  </a:lnTo>
                  <a:lnTo>
                    <a:pt x="4722596" y="76669"/>
                  </a:lnTo>
                  <a:lnTo>
                    <a:pt x="4722088" y="74650"/>
                  </a:lnTo>
                  <a:lnTo>
                    <a:pt x="4712970" y="76669"/>
                  </a:lnTo>
                  <a:lnTo>
                    <a:pt x="4712779" y="76669"/>
                  </a:lnTo>
                  <a:lnTo>
                    <a:pt x="4713249" y="78524"/>
                  </a:lnTo>
                  <a:lnTo>
                    <a:pt x="4714468" y="86804"/>
                  </a:lnTo>
                  <a:lnTo>
                    <a:pt x="4714875" y="95250"/>
                  </a:lnTo>
                  <a:lnTo>
                    <a:pt x="4714875" y="102692"/>
                  </a:lnTo>
                  <a:lnTo>
                    <a:pt x="4724400" y="102692"/>
                  </a:lnTo>
                  <a:lnTo>
                    <a:pt x="4724400" y="95250"/>
                  </a:ln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29"/>
            <p:cNvSpPr/>
            <p:nvPr/>
          </p:nvSpPr>
          <p:spPr>
            <a:xfrm>
              <a:off x="5758432" y="2919883"/>
              <a:ext cx="880110" cy="550545"/>
            </a:xfrm>
            <a:custGeom>
              <a:rect b="b" l="l" r="r" t="t"/>
              <a:pathLst>
                <a:path extrusionOk="0" h="550545" w="880109">
                  <a:moveTo>
                    <a:pt x="841901" y="550043"/>
                  </a:moveTo>
                  <a:lnTo>
                    <a:pt x="38168" y="550043"/>
                  </a:lnTo>
                  <a:lnTo>
                    <a:pt x="32555" y="548927"/>
                  </a:lnTo>
                  <a:lnTo>
                    <a:pt x="1116" y="517488"/>
                  </a:lnTo>
                  <a:lnTo>
                    <a:pt x="0" y="511875"/>
                  </a:lnTo>
                  <a:lnTo>
                    <a:pt x="0" y="38168"/>
                  </a:lnTo>
                  <a:lnTo>
                    <a:pt x="21773" y="5582"/>
                  </a:lnTo>
                  <a:lnTo>
                    <a:pt x="38168" y="0"/>
                  </a:lnTo>
                  <a:lnTo>
                    <a:pt x="44003" y="0"/>
                  </a:lnTo>
                  <a:lnTo>
                    <a:pt x="841901" y="0"/>
                  </a:lnTo>
                  <a:lnTo>
                    <a:pt x="874487" y="21773"/>
                  </a:lnTo>
                  <a:lnTo>
                    <a:pt x="880070" y="38168"/>
                  </a:lnTo>
                  <a:lnTo>
                    <a:pt x="880070" y="511875"/>
                  </a:lnTo>
                  <a:lnTo>
                    <a:pt x="858297" y="544461"/>
                  </a:lnTo>
                  <a:lnTo>
                    <a:pt x="847515" y="548927"/>
                  </a:lnTo>
                  <a:lnTo>
                    <a:pt x="841901" y="550043"/>
                  </a:lnTo>
                  <a:close/>
                </a:path>
              </a:pathLst>
            </a:custGeom>
            <a:solidFill>
              <a:srgbClr val="0567E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29"/>
            <p:cNvSpPr/>
            <p:nvPr/>
          </p:nvSpPr>
          <p:spPr>
            <a:xfrm>
              <a:off x="5758432" y="2919883"/>
              <a:ext cx="880110" cy="550545"/>
            </a:xfrm>
            <a:custGeom>
              <a:rect b="b" l="l" r="r" t="t"/>
              <a:pathLst>
                <a:path extrusionOk="0" h="550545" w="880109">
                  <a:moveTo>
                    <a:pt x="44003" y="0"/>
                  </a:moveTo>
                  <a:lnTo>
                    <a:pt x="836066" y="0"/>
                  </a:lnTo>
                  <a:lnTo>
                    <a:pt x="841901" y="0"/>
                  </a:lnTo>
                  <a:lnTo>
                    <a:pt x="847515" y="1116"/>
                  </a:lnTo>
                  <a:lnTo>
                    <a:pt x="876720" y="27164"/>
                  </a:lnTo>
                  <a:lnTo>
                    <a:pt x="878953" y="32555"/>
                  </a:lnTo>
                  <a:lnTo>
                    <a:pt x="880070" y="38168"/>
                  </a:lnTo>
                  <a:lnTo>
                    <a:pt x="880070" y="44003"/>
                  </a:lnTo>
                  <a:lnTo>
                    <a:pt x="880070" y="506040"/>
                  </a:lnTo>
                  <a:lnTo>
                    <a:pt x="880070" y="511875"/>
                  </a:lnTo>
                  <a:lnTo>
                    <a:pt x="878953" y="517488"/>
                  </a:lnTo>
                  <a:lnTo>
                    <a:pt x="852906" y="546694"/>
                  </a:lnTo>
                  <a:lnTo>
                    <a:pt x="836066" y="550043"/>
                  </a:lnTo>
                  <a:lnTo>
                    <a:pt x="44003" y="550043"/>
                  </a:lnTo>
                  <a:lnTo>
                    <a:pt x="8762" y="533029"/>
                  </a:lnTo>
                  <a:lnTo>
                    <a:pt x="3349" y="522879"/>
                  </a:lnTo>
                  <a:lnTo>
                    <a:pt x="1116" y="517488"/>
                  </a:lnTo>
                  <a:lnTo>
                    <a:pt x="0" y="511875"/>
                  </a:lnTo>
                  <a:lnTo>
                    <a:pt x="0" y="506040"/>
                  </a:lnTo>
                  <a:lnTo>
                    <a:pt x="0" y="44003"/>
                  </a:lnTo>
                  <a:lnTo>
                    <a:pt x="12888" y="12888"/>
                  </a:lnTo>
                  <a:lnTo>
                    <a:pt x="17014" y="8762"/>
                  </a:lnTo>
                  <a:lnTo>
                    <a:pt x="21773" y="5582"/>
                  </a:lnTo>
                  <a:lnTo>
                    <a:pt x="27164" y="3349"/>
                  </a:lnTo>
                  <a:lnTo>
                    <a:pt x="32555" y="1116"/>
                  </a:lnTo>
                  <a:lnTo>
                    <a:pt x="38168" y="0"/>
                  </a:lnTo>
                  <a:lnTo>
                    <a:pt x="44003" y="0"/>
                  </a:lnTo>
                  <a:close/>
                </a:path>
              </a:pathLst>
            </a:custGeom>
            <a:noFill/>
            <a:ln cap="flat" cmpd="sng" w="110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7" name="Google Shape;657;p29"/>
          <p:cNvSpPr txBox="1"/>
          <p:nvPr/>
        </p:nvSpPr>
        <p:spPr>
          <a:xfrm>
            <a:off x="6138912" y="3073792"/>
            <a:ext cx="118745" cy="221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12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8" name="Google Shape;658;p29"/>
          <p:cNvGrpSpPr/>
          <p:nvPr/>
        </p:nvGrpSpPr>
        <p:grpSpPr>
          <a:xfrm>
            <a:off x="6858520" y="2919883"/>
            <a:ext cx="880110" cy="550545"/>
            <a:chOff x="6858520" y="2919883"/>
            <a:chExt cx="880110" cy="550545"/>
          </a:xfrm>
        </p:grpSpPr>
        <p:sp>
          <p:nvSpPr>
            <p:cNvPr id="659" name="Google Shape;659;p29"/>
            <p:cNvSpPr/>
            <p:nvPr/>
          </p:nvSpPr>
          <p:spPr>
            <a:xfrm>
              <a:off x="6858520" y="2919883"/>
              <a:ext cx="880110" cy="550545"/>
            </a:xfrm>
            <a:custGeom>
              <a:rect b="b" l="l" r="r" t="t"/>
              <a:pathLst>
                <a:path extrusionOk="0" h="550545" w="880109">
                  <a:moveTo>
                    <a:pt x="841901" y="550043"/>
                  </a:moveTo>
                  <a:lnTo>
                    <a:pt x="38168" y="550043"/>
                  </a:lnTo>
                  <a:lnTo>
                    <a:pt x="32555" y="548927"/>
                  </a:lnTo>
                  <a:lnTo>
                    <a:pt x="1116" y="517488"/>
                  </a:lnTo>
                  <a:lnTo>
                    <a:pt x="0" y="511875"/>
                  </a:lnTo>
                  <a:lnTo>
                    <a:pt x="0" y="38168"/>
                  </a:lnTo>
                  <a:lnTo>
                    <a:pt x="21772" y="5582"/>
                  </a:lnTo>
                  <a:lnTo>
                    <a:pt x="38168" y="0"/>
                  </a:lnTo>
                  <a:lnTo>
                    <a:pt x="44003" y="0"/>
                  </a:lnTo>
                  <a:lnTo>
                    <a:pt x="841901" y="0"/>
                  </a:lnTo>
                  <a:lnTo>
                    <a:pt x="874487" y="21773"/>
                  </a:lnTo>
                  <a:lnTo>
                    <a:pt x="880070" y="38168"/>
                  </a:lnTo>
                  <a:lnTo>
                    <a:pt x="880070" y="511875"/>
                  </a:lnTo>
                  <a:lnTo>
                    <a:pt x="858297" y="544461"/>
                  </a:lnTo>
                  <a:lnTo>
                    <a:pt x="847514" y="548927"/>
                  </a:lnTo>
                  <a:lnTo>
                    <a:pt x="841901" y="550043"/>
                  </a:lnTo>
                  <a:close/>
                </a:path>
              </a:pathLst>
            </a:custGeom>
            <a:solidFill>
              <a:srgbClr val="0D122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29"/>
            <p:cNvSpPr/>
            <p:nvPr/>
          </p:nvSpPr>
          <p:spPr>
            <a:xfrm>
              <a:off x="6858520" y="2919883"/>
              <a:ext cx="880110" cy="550545"/>
            </a:xfrm>
            <a:custGeom>
              <a:rect b="b" l="l" r="r" t="t"/>
              <a:pathLst>
                <a:path extrusionOk="0" h="550545" w="880109">
                  <a:moveTo>
                    <a:pt x="44003" y="0"/>
                  </a:moveTo>
                  <a:lnTo>
                    <a:pt x="836066" y="0"/>
                  </a:lnTo>
                  <a:lnTo>
                    <a:pt x="841901" y="0"/>
                  </a:lnTo>
                  <a:lnTo>
                    <a:pt x="847514" y="1116"/>
                  </a:lnTo>
                  <a:lnTo>
                    <a:pt x="852906" y="3349"/>
                  </a:lnTo>
                  <a:lnTo>
                    <a:pt x="858297" y="5582"/>
                  </a:lnTo>
                  <a:lnTo>
                    <a:pt x="863055" y="8762"/>
                  </a:lnTo>
                  <a:lnTo>
                    <a:pt x="867181" y="12888"/>
                  </a:lnTo>
                  <a:lnTo>
                    <a:pt x="871308" y="17014"/>
                  </a:lnTo>
                  <a:lnTo>
                    <a:pt x="880070" y="44003"/>
                  </a:lnTo>
                  <a:lnTo>
                    <a:pt x="880070" y="506040"/>
                  </a:lnTo>
                  <a:lnTo>
                    <a:pt x="867181" y="537155"/>
                  </a:lnTo>
                  <a:lnTo>
                    <a:pt x="863055" y="541281"/>
                  </a:lnTo>
                  <a:lnTo>
                    <a:pt x="836066" y="550043"/>
                  </a:lnTo>
                  <a:lnTo>
                    <a:pt x="44003" y="550043"/>
                  </a:lnTo>
                  <a:lnTo>
                    <a:pt x="38168" y="550043"/>
                  </a:lnTo>
                  <a:lnTo>
                    <a:pt x="32555" y="548927"/>
                  </a:lnTo>
                  <a:lnTo>
                    <a:pt x="27164" y="546694"/>
                  </a:lnTo>
                  <a:lnTo>
                    <a:pt x="21772" y="544461"/>
                  </a:lnTo>
                  <a:lnTo>
                    <a:pt x="17014" y="541281"/>
                  </a:lnTo>
                  <a:lnTo>
                    <a:pt x="12888" y="537155"/>
                  </a:lnTo>
                  <a:lnTo>
                    <a:pt x="8762" y="533029"/>
                  </a:lnTo>
                  <a:lnTo>
                    <a:pt x="5582" y="528270"/>
                  </a:lnTo>
                  <a:lnTo>
                    <a:pt x="3349" y="522879"/>
                  </a:lnTo>
                  <a:lnTo>
                    <a:pt x="1116" y="517488"/>
                  </a:lnTo>
                  <a:lnTo>
                    <a:pt x="0" y="511875"/>
                  </a:lnTo>
                  <a:lnTo>
                    <a:pt x="0" y="506040"/>
                  </a:lnTo>
                  <a:lnTo>
                    <a:pt x="0" y="44003"/>
                  </a:lnTo>
                  <a:lnTo>
                    <a:pt x="12888" y="12888"/>
                  </a:lnTo>
                  <a:lnTo>
                    <a:pt x="17014" y="8762"/>
                  </a:lnTo>
                  <a:lnTo>
                    <a:pt x="21772" y="5582"/>
                  </a:lnTo>
                  <a:lnTo>
                    <a:pt x="27163" y="3349"/>
                  </a:lnTo>
                  <a:lnTo>
                    <a:pt x="32555" y="1116"/>
                  </a:lnTo>
                  <a:lnTo>
                    <a:pt x="38168" y="0"/>
                  </a:lnTo>
                  <a:lnTo>
                    <a:pt x="44003" y="0"/>
                  </a:lnTo>
                  <a:close/>
                </a:path>
              </a:pathLst>
            </a:custGeom>
            <a:noFill/>
            <a:ln cap="flat" cmpd="sng" w="11000">
              <a:solidFill>
                <a:srgbClr val="94A2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1" name="Google Shape;661;p29"/>
          <p:cNvSpPr txBox="1"/>
          <p:nvPr/>
        </p:nvSpPr>
        <p:spPr>
          <a:xfrm>
            <a:off x="7148115" y="3098555"/>
            <a:ext cx="300990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Free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662" name="Google Shape;662;p29"/>
          <p:cNvGrpSpPr/>
          <p:nvPr/>
        </p:nvGrpSpPr>
        <p:grpSpPr>
          <a:xfrm>
            <a:off x="7958608" y="2919883"/>
            <a:ext cx="880110" cy="550545"/>
            <a:chOff x="7958608" y="2919883"/>
            <a:chExt cx="880110" cy="550545"/>
          </a:xfrm>
        </p:grpSpPr>
        <p:sp>
          <p:nvSpPr>
            <p:cNvPr id="663" name="Google Shape;663;p29"/>
            <p:cNvSpPr/>
            <p:nvPr/>
          </p:nvSpPr>
          <p:spPr>
            <a:xfrm>
              <a:off x="7958608" y="2919883"/>
              <a:ext cx="880110" cy="550545"/>
            </a:xfrm>
            <a:custGeom>
              <a:rect b="b" l="l" r="r" t="t"/>
              <a:pathLst>
                <a:path extrusionOk="0" h="550545" w="880109">
                  <a:moveTo>
                    <a:pt x="841902" y="550043"/>
                  </a:moveTo>
                  <a:lnTo>
                    <a:pt x="38168" y="550043"/>
                  </a:lnTo>
                  <a:lnTo>
                    <a:pt x="32555" y="548927"/>
                  </a:lnTo>
                  <a:lnTo>
                    <a:pt x="1116" y="517488"/>
                  </a:lnTo>
                  <a:lnTo>
                    <a:pt x="0" y="511875"/>
                  </a:lnTo>
                  <a:lnTo>
                    <a:pt x="0" y="38168"/>
                  </a:lnTo>
                  <a:lnTo>
                    <a:pt x="21773" y="5582"/>
                  </a:lnTo>
                  <a:lnTo>
                    <a:pt x="38168" y="0"/>
                  </a:lnTo>
                  <a:lnTo>
                    <a:pt x="44003" y="0"/>
                  </a:lnTo>
                  <a:lnTo>
                    <a:pt x="841902" y="0"/>
                  </a:lnTo>
                  <a:lnTo>
                    <a:pt x="874487" y="21773"/>
                  </a:lnTo>
                  <a:lnTo>
                    <a:pt x="880070" y="38168"/>
                  </a:lnTo>
                  <a:lnTo>
                    <a:pt x="880070" y="511875"/>
                  </a:lnTo>
                  <a:lnTo>
                    <a:pt x="858296" y="544461"/>
                  </a:lnTo>
                  <a:lnTo>
                    <a:pt x="847515" y="548927"/>
                  </a:lnTo>
                  <a:lnTo>
                    <a:pt x="841902" y="550043"/>
                  </a:lnTo>
                  <a:close/>
                </a:path>
              </a:pathLst>
            </a:custGeom>
            <a:solidFill>
              <a:srgbClr val="FF8B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29"/>
            <p:cNvSpPr/>
            <p:nvPr/>
          </p:nvSpPr>
          <p:spPr>
            <a:xfrm>
              <a:off x="7958608" y="2919883"/>
              <a:ext cx="880110" cy="550545"/>
            </a:xfrm>
            <a:custGeom>
              <a:rect b="b" l="l" r="r" t="t"/>
              <a:pathLst>
                <a:path extrusionOk="0" h="550545" w="880109">
                  <a:moveTo>
                    <a:pt x="44003" y="0"/>
                  </a:moveTo>
                  <a:lnTo>
                    <a:pt x="836066" y="0"/>
                  </a:lnTo>
                  <a:lnTo>
                    <a:pt x="841902" y="0"/>
                  </a:lnTo>
                  <a:lnTo>
                    <a:pt x="847515" y="1116"/>
                  </a:lnTo>
                  <a:lnTo>
                    <a:pt x="852905" y="3349"/>
                  </a:lnTo>
                  <a:lnTo>
                    <a:pt x="858296" y="5582"/>
                  </a:lnTo>
                  <a:lnTo>
                    <a:pt x="863055" y="8762"/>
                  </a:lnTo>
                  <a:lnTo>
                    <a:pt x="880070" y="44003"/>
                  </a:lnTo>
                  <a:lnTo>
                    <a:pt x="880070" y="506040"/>
                  </a:lnTo>
                  <a:lnTo>
                    <a:pt x="863055" y="541281"/>
                  </a:lnTo>
                  <a:lnTo>
                    <a:pt x="852905" y="546694"/>
                  </a:lnTo>
                  <a:lnTo>
                    <a:pt x="847515" y="548927"/>
                  </a:lnTo>
                  <a:lnTo>
                    <a:pt x="841902" y="550043"/>
                  </a:lnTo>
                  <a:lnTo>
                    <a:pt x="836066" y="550043"/>
                  </a:lnTo>
                  <a:lnTo>
                    <a:pt x="44003" y="550043"/>
                  </a:lnTo>
                  <a:lnTo>
                    <a:pt x="8762" y="533029"/>
                  </a:lnTo>
                  <a:lnTo>
                    <a:pt x="3349" y="522879"/>
                  </a:lnTo>
                  <a:lnTo>
                    <a:pt x="1116" y="517488"/>
                  </a:lnTo>
                  <a:lnTo>
                    <a:pt x="0" y="511875"/>
                  </a:lnTo>
                  <a:lnTo>
                    <a:pt x="0" y="506040"/>
                  </a:lnTo>
                  <a:lnTo>
                    <a:pt x="0" y="44003"/>
                  </a:lnTo>
                  <a:lnTo>
                    <a:pt x="12888" y="12888"/>
                  </a:lnTo>
                  <a:lnTo>
                    <a:pt x="17014" y="8762"/>
                  </a:lnTo>
                  <a:lnTo>
                    <a:pt x="21773" y="5582"/>
                  </a:lnTo>
                  <a:lnTo>
                    <a:pt x="27164" y="3349"/>
                  </a:lnTo>
                  <a:lnTo>
                    <a:pt x="32555" y="1116"/>
                  </a:lnTo>
                  <a:lnTo>
                    <a:pt x="38168" y="0"/>
                  </a:lnTo>
                  <a:lnTo>
                    <a:pt x="44003" y="0"/>
                  </a:lnTo>
                  <a:close/>
                </a:path>
              </a:pathLst>
            </a:custGeom>
            <a:noFill/>
            <a:ln cap="flat" cmpd="sng" w="110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5" name="Google Shape;665;p29"/>
          <p:cNvSpPr txBox="1"/>
          <p:nvPr/>
        </p:nvSpPr>
        <p:spPr>
          <a:xfrm>
            <a:off x="8326535" y="3073792"/>
            <a:ext cx="147955" cy="221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 sz="12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6" name="Google Shape;666;p29"/>
          <p:cNvGrpSpPr/>
          <p:nvPr/>
        </p:nvGrpSpPr>
        <p:grpSpPr>
          <a:xfrm>
            <a:off x="9058696" y="2919883"/>
            <a:ext cx="880110" cy="550545"/>
            <a:chOff x="9058696" y="2919883"/>
            <a:chExt cx="880110" cy="550545"/>
          </a:xfrm>
        </p:grpSpPr>
        <p:sp>
          <p:nvSpPr>
            <p:cNvPr id="667" name="Google Shape;667;p29"/>
            <p:cNvSpPr/>
            <p:nvPr/>
          </p:nvSpPr>
          <p:spPr>
            <a:xfrm>
              <a:off x="9058696" y="2919883"/>
              <a:ext cx="880110" cy="550545"/>
            </a:xfrm>
            <a:custGeom>
              <a:rect b="b" l="l" r="r" t="t"/>
              <a:pathLst>
                <a:path extrusionOk="0" h="550545" w="880109">
                  <a:moveTo>
                    <a:pt x="841901" y="550043"/>
                  </a:moveTo>
                  <a:lnTo>
                    <a:pt x="38167" y="550043"/>
                  </a:lnTo>
                  <a:lnTo>
                    <a:pt x="32554" y="548927"/>
                  </a:lnTo>
                  <a:lnTo>
                    <a:pt x="1116" y="517488"/>
                  </a:lnTo>
                  <a:lnTo>
                    <a:pt x="0" y="511875"/>
                  </a:lnTo>
                  <a:lnTo>
                    <a:pt x="0" y="38168"/>
                  </a:lnTo>
                  <a:lnTo>
                    <a:pt x="21772" y="5582"/>
                  </a:lnTo>
                  <a:lnTo>
                    <a:pt x="38167" y="0"/>
                  </a:lnTo>
                  <a:lnTo>
                    <a:pt x="44003" y="0"/>
                  </a:lnTo>
                  <a:lnTo>
                    <a:pt x="841901" y="0"/>
                  </a:lnTo>
                  <a:lnTo>
                    <a:pt x="874486" y="21773"/>
                  </a:lnTo>
                  <a:lnTo>
                    <a:pt x="880069" y="38168"/>
                  </a:lnTo>
                  <a:lnTo>
                    <a:pt x="880069" y="511875"/>
                  </a:lnTo>
                  <a:lnTo>
                    <a:pt x="858296" y="544461"/>
                  </a:lnTo>
                  <a:lnTo>
                    <a:pt x="847514" y="548927"/>
                  </a:lnTo>
                  <a:lnTo>
                    <a:pt x="841901" y="550043"/>
                  </a:lnTo>
                  <a:close/>
                </a:path>
              </a:pathLst>
            </a:custGeom>
            <a:solidFill>
              <a:srgbClr val="0567E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29"/>
            <p:cNvSpPr/>
            <p:nvPr/>
          </p:nvSpPr>
          <p:spPr>
            <a:xfrm>
              <a:off x="9058696" y="2919883"/>
              <a:ext cx="880110" cy="550545"/>
            </a:xfrm>
            <a:custGeom>
              <a:rect b="b" l="l" r="r" t="t"/>
              <a:pathLst>
                <a:path extrusionOk="0" h="550545" w="880109">
                  <a:moveTo>
                    <a:pt x="44003" y="0"/>
                  </a:moveTo>
                  <a:lnTo>
                    <a:pt x="836066" y="0"/>
                  </a:lnTo>
                  <a:lnTo>
                    <a:pt x="841901" y="0"/>
                  </a:lnTo>
                  <a:lnTo>
                    <a:pt x="847514" y="1116"/>
                  </a:lnTo>
                  <a:lnTo>
                    <a:pt x="876720" y="27164"/>
                  </a:lnTo>
                  <a:lnTo>
                    <a:pt x="880070" y="44003"/>
                  </a:lnTo>
                  <a:lnTo>
                    <a:pt x="880070" y="506040"/>
                  </a:lnTo>
                  <a:lnTo>
                    <a:pt x="863054" y="541281"/>
                  </a:lnTo>
                  <a:lnTo>
                    <a:pt x="836066" y="550043"/>
                  </a:lnTo>
                  <a:lnTo>
                    <a:pt x="44003" y="550043"/>
                  </a:lnTo>
                  <a:lnTo>
                    <a:pt x="38167" y="550043"/>
                  </a:lnTo>
                  <a:lnTo>
                    <a:pt x="32554" y="548927"/>
                  </a:lnTo>
                  <a:lnTo>
                    <a:pt x="27163" y="546694"/>
                  </a:lnTo>
                  <a:lnTo>
                    <a:pt x="21772" y="544461"/>
                  </a:lnTo>
                  <a:lnTo>
                    <a:pt x="17014" y="541281"/>
                  </a:lnTo>
                  <a:lnTo>
                    <a:pt x="12888" y="537155"/>
                  </a:lnTo>
                  <a:lnTo>
                    <a:pt x="8761" y="533029"/>
                  </a:lnTo>
                  <a:lnTo>
                    <a:pt x="5582" y="528270"/>
                  </a:lnTo>
                  <a:lnTo>
                    <a:pt x="3349" y="522879"/>
                  </a:lnTo>
                  <a:lnTo>
                    <a:pt x="1116" y="517488"/>
                  </a:lnTo>
                  <a:lnTo>
                    <a:pt x="0" y="511875"/>
                  </a:lnTo>
                  <a:lnTo>
                    <a:pt x="0" y="506040"/>
                  </a:lnTo>
                  <a:lnTo>
                    <a:pt x="0" y="44003"/>
                  </a:lnTo>
                  <a:lnTo>
                    <a:pt x="0" y="38168"/>
                  </a:lnTo>
                  <a:lnTo>
                    <a:pt x="1116" y="32555"/>
                  </a:lnTo>
                  <a:lnTo>
                    <a:pt x="3349" y="27164"/>
                  </a:lnTo>
                  <a:lnTo>
                    <a:pt x="5582" y="21773"/>
                  </a:lnTo>
                  <a:lnTo>
                    <a:pt x="8761" y="17014"/>
                  </a:lnTo>
                  <a:lnTo>
                    <a:pt x="12888" y="12888"/>
                  </a:lnTo>
                  <a:lnTo>
                    <a:pt x="17014" y="8762"/>
                  </a:lnTo>
                  <a:lnTo>
                    <a:pt x="21772" y="5582"/>
                  </a:lnTo>
                  <a:lnTo>
                    <a:pt x="27163" y="3349"/>
                  </a:lnTo>
                  <a:lnTo>
                    <a:pt x="32554" y="1116"/>
                  </a:lnTo>
                  <a:lnTo>
                    <a:pt x="38167" y="0"/>
                  </a:lnTo>
                  <a:lnTo>
                    <a:pt x="44003" y="0"/>
                  </a:lnTo>
                  <a:close/>
                </a:path>
              </a:pathLst>
            </a:custGeom>
            <a:noFill/>
            <a:ln cap="flat" cmpd="sng" w="110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9" name="Google Shape;669;p29"/>
          <p:cNvSpPr txBox="1"/>
          <p:nvPr/>
        </p:nvSpPr>
        <p:spPr>
          <a:xfrm>
            <a:off x="9435455" y="3073792"/>
            <a:ext cx="128905" cy="221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sz="12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0" name="Google Shape;670;p29"/>
          <p:cNvGrpSpPr/>
          <p:nvPr/>
        </p:nvGrpSpPr>
        <p:grpSpPr>
          <a:xfrm>
            <a:off x="5758432" y="3689945"/>
            <a:ext cx="880110" cy="550545"/>
            <a:chOff x="5758432" y="3689945"/>
            <a:chExt cx="880110" cy="550545"/>
          </a:xfrm>
        </p:grpSpPr>
        <p:sp>
          <p:nvSpPr>
            <p:cNvPr id="671" name="Google Shape;671;p29"/>
            <p:cNvSpPr/>
            <p:nvPr/>
          </p:nvSpPr>
          <p:spPr>
            <a:xfrm>
              <a:off x="5758432" y="3689945"/>
              <a:ext cx="880110" cy="550545"/>
            </a:xfrm>
            <a:custGeom>
              <a:rect b="b" l="l" r="r" t="t"/>
              <a:pathLst>
                <a:path extrusionOk="0" h="550545" w="880109">
                  <a:moveTo>
                    <a:pt x="841901" y="550043"/>
                  </a:moveTo>
                  <a:lnTo>
                    <a:pt x="38168" y="550043"/>
                  </a:lnTo>
                  <a:lnTo>
                    <a:pt x="32555" y="548927"/>
                  </a:lnTo>
                  <a:lnTo>
                    <a:pt x="1116" y="517488"/>
                  </a:lnTo>
                  <a:lnTo>
                    <a:pt x="0" y="511875"/>
                  </a:lnTo>
                  <a:lnTo>
                    <a:pt x="0" y="38168"/>
                  </a:lnTo>
                  <a:lnTo>
                    <a:pt x="21773" y="5582"/>
                  </a:lnTo>
                  <a:lnTo>
                    <a:pt x="38168" y="0"/>
                  </a:lnTo>
                  <a:lnTo>
                    <a:pt x="44003" y="0"/>
                  </a:lnTo>
                  <a:lnTo>
                    <a:pt x="841901" y="0"/>
                  </a:lnTo>
                  <a:lnTo>
                    <a:pt x="874487" y="21772"/>
                  </a:lnTo>
                  <a:lnTo>
                    <a:pt x="880070" y="38168"/>
                  </a:lnTo>
                  <a:lnTo>
                    <a:pt x="880070" y="511875"/>
                  </a:lnTo>
                  <a:lnTo>
                    <a:pt x="858297" y="544461"/>
                  </a:lnTo>
                  <a:lnTo>
                    <a:pt x="847515" y="548927"/>
                  </a:lnTo>
                  <a:lnTo>
                    <a:pt x="841901" y="550043"/>
                  </a:lnTo>
                  <a:close/>
                </a:path>
              </a:pathLst>
            </a:custGeom>
            <a:solidFill>
              <a:srgbClr val="FF8B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29"/>
            <p:cNvSpPr/>
            <p:nvPr/>
          </p:nvSpPr>
          <p:spPr>
            <a:xfrm>
              <a:off x="5758432" y="3689945"/>
              <a:ext cx="880110" cy="550545"/>
            </a:xfrm>
            <a:custGeom>
              <a:rect b="b" l="l" r="r" t="t"/>
              <a:pathLst>
                <a:path extrusionOk="0" h="550545" w="880109">
                  <a:moveTo>
                    <a:pt x="44003" y="0"/>
                  </a:moveTo>
                  <a:lnTo>
                    <a:pt x="836066" y="0"/>
                  </a:lnTo>
                  <a:lnTo>
                    <a:pt x="841901" y="0"/>
                  </a:lnTo>
                  <a:lnTo>
                    <a:pt x="847515" y="1116"/>
                  </a:lnTo>
                  <a:lnTo>
                    <a:pt x="852906" y="3349"/>
                  </a:lnTo>
                  <a:lnTo>
                    <a:pt x="858297" y="5582"/>
                  </a:lnTo>
                  <a:lnTo>
                    <a:pt x="863055" y="8762"/>
                  </a:lnTo>
                  <a:lnTo>
                    <a:pt x="867181" y="12888"/>
                  </a:lnTo>
                  <a:lnTo>
                    <a:pt x="871307" y="17014"/>
                  </a:lnTo>
                  <a:lnTo>
                    <a:pt x="874487" y="21772"/>
                  </a:lnTo>
                  <a:lnTo>
                    <a:pt x="876720" y="27163"/>
                  </a:lnTo>
                  <a:lnTo>
                    <a:pt x="878953" y="32555"/>
                  </a:lnTo>
                  <a:lnTo>
                    <a:pt x="880070" y="38168"/>
                  </a:lnTo>
                  <a:lnTo>
                    <a:pt x="880070" y="44003"/>
                  </a:lnTo>
                  <a:lnTo>
                    <a:pt x="880070" y="506040"/>
                  </a:lnTo>
                  <a:lnTo>
                    <a:pt x="880070" y="511875"/>
                  </a:lnTo>
                  <a:lnTo>
                    <a:pt x="878953" y="517488"/>
                  </a:lnTo>
                  <a:lnTo>
                    <a:pt x="852906" y="546694"/>
                  </a:lnTo>
                  <a:lnTo>
                    <a:pt x="836066" y="550043"/>
                  </a:lnTo>
                  <a:lnTo>
                    <a:pt x="44003" y="550043"/>
                  </a:lnTo>
                  <a:lnTo>
                    <a:pt x="8762" y="533029"/>
                  </a:lnTo>
                  <a:lnTo>
                    <a:pt x="0" y="511875"/>
                  </a:lnTo>
                  <a:lnTo>
                    <a:pt x="0" y="506040"/>
                  </a:lnTo>
                  <a:lnTo>
                    <a:pt x="0" y="44003"/>
                  </a:lnTo>
                  <a:lnTo>
                    <a:pt x="0" y="38168"/>
                  </a:lnTo>
                  <a:lnTo>
                    <a:pt x="1116" y="32555"/>
                  </a:lnTo>
                  <a:lnTo>
                    <a:pt x="3349" y="27163"/>
                  </a:lnTo>
                  <a:lnTo>
                    <a:pt x="5582" y="21772"/>
                  </a:lnTo>
                  <a:lnTo>
                    <a:pt x="8762" y="17014"/>
                  </a:lnTo>
                  <a:lnTo>
                    <a:pt x="12888" y="12888"/>
                  </a:lnTo>
                  <a:lnTo>
                    <a:pt x="17014" y="8762"/>
                  </a:lnTo>
                  <a:lnTo>
                    <a:pt x="21773" y="5582"/>
                  </a:lnTo>
                  <a:lnTo>
                    <a:pt x="27164" y="3349"/>
                  </a:lnTo>
                  <a:lnTo>
                    <a:pt x="32555" y="1116"/>
                  </a:lnTo>
                  <a:lnTo>
                    <a:pt x="38168" y="0"/>
                  </a:lnTo>
                  <a:lnTo>
                    <a:pt x="44003" y="0"/>
                  </a:lnTo>
                  <a:close/>
                </a:path>
              </a:pathLst>
            </a:custGeom>
            <a:noFill/>
            <a:ln cap="flat" cmpd="sng" w="110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3" name="Google Shape;673;p29"/>
          <p:cNvSpPr txBox="1"/>
          <p:nvPr/>
        </p:nvSpPr>
        <p:spPr>
          <a:xfrm>
            <a:off x="6126410" y="3843828"/>
            <a:ext cx="147955" cy="221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 sz="12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4" name="Google Shape;674;p29"/>
          <p:cNvGrpSpPr/>
          <p:nvPr/>
        </p:nvGrpSpPr>
        <p:grpSpPr>
          <a:xfrm>
            <a:off x="6858520" y="3689945"/>
            <a:ext cx="1980564" cy="550545"/>
            <a:chOff x="6858520" y="3689945"/>
            <a:chExt cx="1980564" cy="550545"/>
          </a:xfrm>
        </p:grpSpPr>
        <p:sp>
          <p:nvSpPr>
            <p:cNvPr id="675" name="Google Shape;675;p29"/>
            <p:cNvSpPr/>
            <p:nvPr/>
          </p:nvSpPr>
          <p:spPr>
            <a:xfrm>
              <a:off x="6858520" y="3689945"/>
              <a:ext cx="1980564" cy="550545"/>
            </a:xfrm>
            <a:custGeom>
              <a:rect b="b" l="l" r="r" t="t"/>
              <a:pathLst>
                <a:path extrusionOk="0" h="550545" w="1980565">
                  <a:moveTo>
                    <a:pt x="1941989" y="550043"/>
                  </a:moveTo>
                  <a:lnTo>
                    <a:pt x="38168" y="550043"/>
                  </a:lnTo>
                  <a:lnTo>
                    <a:pt x="32555" y="548927"/>
                  </a:lnTo>
                  <a:lnTo>
                    <a:pt x="1116" y="517488"/>
                  </a:lnTo>
                  <a:lnTo>
                    <a:pt x="0" y="511875"/>
                  </a:lnTo>
                  <a:lnTo>
                    <a:pt x="0" y="38168"/>
                  </a:lnTo>
                  <a:lnTo>
                    <a:pt x="21772" y="5582"/>
                  </a:lnTo>
                  <a:lnTo>
                    <a:pt x="38168" y="0"/>
                  </a:lnTo>
                  <a:lnTo>
                    <a:pt x="44003" y="0"/>
                  </a:lnTo>
                  <a:lnTo>
                    <a:pt x="1941989" y="0"/>
                  </a:lnTo>
                  <a:lnTo>
                    <a:pt x="1974575" y="21772"/>
                  </a:lnTo>
                  <a:lnTo>
                    <a:pt x="1980157" y="38168"/>
                  </a:lnTo>
                  <a:lnTo>
                    <a:pt x="1980157" y="511875"/>
                  </a:lnTo>
                  <a:lnTo>
                    <a:pt x="1958384" y="544461"/>
                  </a:lnTo>
                  <a:lnTo>
                    <a:pt x="1947602" y="548927"/>
                  </a:lnTo>
                  <a:lnTo>
                    <a:pt x="1941989" y="550043"/>
                  </a:lnTo>
                  <a:close/>
                </a:path>
              </a:pathLst>
            </a:custGeom>
            <a:solidFill>
              <a:srgbClr val="FF8B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29"/>
            <p:cNvSpPr/>
            <p:nvPr/>
          </p:nvSpPr>
          <p:spPr>
            <a:xfrm>
              <a:off x="6858520" y="3689945"/>
              <a:ext cx="1980564" cy="550545"/>
            </a:xfrm>
            <a:custGeom>
              <a:rect b="b" l="l" r="r" t="t"/>
              <a:pathLst>
                <a:path extrusionOk="0" h="550545" w="1980565">
                  <a:moveTo>
                    <a:pt x="44003" y="0"/>
                  </a:moveTo>
                  <a:lnTo>
                    <a:pt x="1936154" y="0"/>
                  </a:lnTo>
                  <a:lnTo>
                    <a:pt x="1941989" y="0"/>
                  </a:lnTo>
                  <a:lnTo>
                    <a:pt x="1947602" y="1116"/>
                  </a:lnTo>
                  <a:lnTo>
                    <a:pt x="1952993" y="3349"/>
                  </a:lnTo>
                  <a:lnTo>
                    <a:pt x="1958384" y="5582"/>
                  </a:lnTo>
                  <a:lnTo>
                    <a:pt x="1963143" y="8762"/>
                  </a:lnTo>
                  <a:lnTo>
                    <a:pt x="1980158" y="44003"/>
                  </a:lnTo>
                  <a:lnTo>
                    <a:pt x="1980158" y="506040"/>
                  </a:lnTo>
                  <a:lnTo>
                    <a:pt x="1963143" y="541281"/>
                  </a:lnTo>
                  <a:lnTo>
                    <a:pt x="1952993" y="546694"/>
                  </a:lnTo>
                  <a:lnTo>
                    <a:pt x="1947602" y="548927"/>
                  </a:lnTo>
                  <a:lnTo>
                    <a:pt x="1941989" y="550043"/>
                  </a:lnTo>
                  <a:lnTo>
                    <a:pt x="1936154" y="550043"/>
                  </a:lnTo>
                  <a:lnTo>
                    <a:pt x="44003" y="550043"/>
                  </a:lnTo>
                  <a:lnTo>
                    <a:pt x="38168" y="550043"/>
                  </a:lnTo>
                  <a:lnTo>
                    <a:pt x="32555" y="548927"/>
                  </a:lnTo>
                  <a:lnTo>
                    <a:pt x="27164" y="546694"/>
                  </a:lnTo>
                  <a:lnTo>
                    <a:pt x="21772" y="544461"/>
                  </a:lnTo>
                  <a:lnTo>
                    <a:pt x="0" y="511875"/>
                  </a:lnTo>
                  <a:lnTo>
                    <a:pt x="0" y="506040"/>
                  </a:lnTo>
                  <a:lnTo>
                    <a:pt x="0" y="44003"/>
                  </a:lnTo>
                  <a:lnTo>
                    <a:pt x="12888" y="12888"/>
                  </a:lnTo>
                  <a:lnTo>
                    <a:pt x="17014" y="8762"/>
                  </a:lnTo>
                  <a:lnTo>
                    <a:pt x="21772" y="5582"/>
                  </a:lnTo>
                  <a:lnTo>
                    <a:pt x="27163" y="3349"/>
                  </a:lnTo>
                  <a:lnTo>
                    <a:pt x="32555" y="1116"/>
                  </a:lnTo>
                  <a:lnTo>
                    <a:pt x="38168" y="0"/>
                  </a:lnTo>
                  <a:lnTo>
                    <a:pt x="44003" y="0"/>
                  </a:lnTo>
                  <a:close/>
                </a:path>
              </a:pathLst>
            </a:custGeom>
            <a:noFill/>
            <a:ln cap="flat" cmpd="sng" w="16500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7" name="Google Shape;677;p29"/>
          <p:cNvSpPr txBox="1"/>
          <p:nvPr/>
        </p:nvSpPr>
        <p:spPr>
          <a:xfrm>
            <a:off x="7286525" y="3841838"/>
            <a:ext cx="1116330" cy="224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Humongous </a:t>
            </a:r>
            <a:r>
              <a:rPr b="1" lang="en-US" sz="1300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en-US" sz="1150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1" lang="en-US" sz="1300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8" name="Google Shape;678;p29"/>
          <p:cNvGrpSpPr/>
          <p:nvPr/>
        </p:nvGrpSpPr>
        <p:grpSpPr>
          <a:xfrm>
            <a:off x="9058696" y="3689945"/>
            <a:ext cx="880110" cy="550545"/>
            <a:chOff x="9058696" y="3689945"/>
            <a:chExt cx="880110" cy="550545"/>
          </a:xfrm>
        </p:grpSpPr>
        <p:sp>
          <p:nvSpPr>
            <p:cNvPr id="679" name="Google Shape;679;p29"/>
            <p:cNvSpPr/>
            <p:nvPr/>
          </p:nvSpPr>
          <p:spPr>
            <a:xfrm>
              <a:off x="9058696" y="3689945"/>
              <a:ext cx="880110" cy="550545"/>
            </a:xfrm>
            <a:custGeom>
              <a:rect b="b" l="l" r="r" t="t"/>
              <a:pathLst>
                <a:path extrusionOk="0" h="550545" w="880109">
                  <a:moveTo>
                    <a:pt x="841901" y="550043"/>
                  </a:moveTo>
                  <a:lnTo>
                    <a:pt x="38167" y="550043"/>
                  </a:lnTo>
                  <a:lnTo>
                    <a:pt x="32554" y="548927"/>
                  </a:lnTo>
                  <a:lnTo>
                    <a:pt x="1116" y="517488"/>
                  </a:lnTo>
                  <a:lnTo>
                    <a:pt x="0" y="511875"/>
                  </a:lnTo>
                  <a:lnTo>
                    <a:pt x="0" y="38168"/>
                  </a:lnTo>
                  <a:lnTo>
                    <a:pt x="21772" y="5582"/>
                  </a:lnTo>
                  <a:lnTo>
                    <a:pt x="38167" y="0"/>
                  </a:lnTo>
                  <a:lnTo>
                    <a:pt x="44003" y="0"/>
                  </a:lnTo>
                  <a:lnTo>
                    <a:pt x="841901" y="0"/>
                  </a:lnTo>
                  <a:lnTo>
                    <a:pt x="874486" y="21772"/>
                  </a:lnTo>
                  <a:lnTo>
                    <a:pt x="880069" y="38168"/>
                  </a:lnTo>
                  <a:lnTo>
                    <a:pt x="880069" y="511875"/>
                  </a:lnTo>
                  <a:lnTo>
                    <a:pt x="858296" y="544461"/>
                  </a:lnTo>
                  <a:lnTo>
                    <a:pt x="847514" y="548927"/>
                  </a:lnTo>
                  <a:lnTo>
                    <a:pt x="841901" y="550043"/>
                  </a:lnTo>
                  <a:close/>
                </a:path>
              </a:pathLst>
            </a:custGeom>
            <a:solidFill>
              <a:srgbClr val="0567E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29"/>
            <p:cNvSpPr/>
            <p:nvPr/>
          </p:nvSpPr>
          <p:spPr>
            <a:xfrm>
              <a:off x="9058696" y="3689945"/>
              <a:ext cx="880110" cy="550545"/>
            </a:xfrm>
            <a:custGeom>
              <a:rect b="b" l="l" r="r" t="t"/>
              <a:pathLst>
                <a:path extrusionOk="0" h="550545" w="880109">
                  <a:moveTo>
                    <a:pt x="44003" y="0"/>
                  </a:moveTo>
                  <a:lnTo>
                    <a:pt x="836066" y="0"/>
                  </a:lnTo>
                  <a:lnTo>
                    <a:pt x="841901" y="0"/>
                  </a:lnTo>
                  <a:lnTo>
                    <a:pt x="847514" y="1116"/>
                  </a:lnTo>
                  <a:lnTo>
                    <a:pt x="852905" y="3349"/>
                  </a:lnTo>
                  <a:lnTo>
                    <a:pt x="858296" y="5582"/>
                  </a:lnTo>
                  <a:lnTo>
                    <a:pt x="863054" y="8762"/>
                  </a:lnTo>
                  <a:lnTo>
                    <a:pt x="880070" y="44003"/>
                  </a:lnTo>
                  <a:lnTo>
                    <a:pt x="880070" y="506040"/>
                  </a:lnTo>
                  <a:lnTo>
                    <a:pt x="863054" y="541281"/>
                  </a:lnTo>
                  <a:lnTo>
                    <a:pt x="836066" y="550043"/>
                  </a:lnTo>
                  <a:lnTo>
                    <a:pt x="44003" y="550043"/>
                  </a:lnTo>
                  <a:lnTo>
                    <a:pt x="38167" y="550043"/>
                  </a:lnTo>
                  <a:lnTo>
                    <a:pt x="32554" y="548927"/>
                  </a:lnTo>
                  <a:lnTo>
                    <a:pt x="27163" y="546694"/>
                  </a:lnTo>
                  <a:lnTo>
                    <a:pt x="21772" y="544461"/>
                  </a:lnTo>
                  <a:lnTo>
                    <a:pt x="17014" y="541281"/>
                  </a:lnTo>
                  <a:lnTo>
                    <a:pt x="12888" y="537155"/>
                  </a:lnTo>
                  <a:lnTo>
                    <a:pt x="8761" y="533029"/>
                  </a:lnTo>
                  <a:lnTo>
                    <a:pt x="5582" y="528270"/>
                  </a:lnTo>
                  <a:lnTo>
                    <a:pt x="3349" y="522879"/>
                  </a:lnTo>
                  <a:lnTo>
                    <a:pt x="1116" y="517488"/>
                  </a:lnTo>
                  <a:lnTo>
                    <a:pt x="0" y="511875"/>
                  </a:lnTo>
                  <a:lnTo>
                    <a:pt x="0" y="506040"/>
                  </a:lnTo>
                  <a:lnTo>
                    <a:pt x="0" y="44003"/>
                  </a:lnTo>
                  <a:lnTo>
                    <a:pt x="0" y="38168"/>
                  </a:lnTo>
                  <a:lnTo>
                    <a:pt x="1116" y="32555"/>
                  </a:lnTo>
                  <a:lnTo>
                    <a:pt x="3349" y="27163"/>
                  </a:lnTo>
                  <a:lnTo>
                    <a:pt x="5582" y="21772"/>
                  </a:lnTo>
                  <a:lnTo>
                    <a:pt x="8761" y="17014"/>
                  </a:lnTo>
                  <a:lnTo>
                    <a:pt x="12888" y="12888"/>
                  </a:lnTo>
                  <a:lnTo>
                    <a:pt x="17014" y="8762"/>
                  </a:lnTo>
                  <a:lnTo>
                    <a:pt x="21772" y="5582"/>
                  </a:lnTo>
                  <a:lnTo>
                    <a:pt x="27163" y="3349"/>
                  </a:lnTo>
                  <a:lnTo>
                    <a:pt x="32554" y="1116"/>
                  </a:lnTo>
                  <a:lnTo>
                    <a:pt x="38167" y="0"/>
                  </a:lnTo>
                  <a:lnTo>
                    <a:pt x="44003" y="0"/>
                  </a:lnTo>
                  <a:close/>
                </a:path>
              </a:pathLst>
            </a:custGeom>
            <a:noFill/>
            <a:ln cap="flat" cmpd="sng" w="110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81" name="Google Shape;681;p29"/>
          <p:cNvSpPr txBox="1"/>
          <p:nvPr/>
        </p:nvSpPr>
        <p:spPr>
          <a:xfrm>
            <a:off x="9439175" y="3843828"/>
            <a:ext cx="118745" cy="221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12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29"/>
          <p:cNvSpPr txBox="1"/>
          <p:nvPr/>
        </p:nvSpPr>
        <p:spPr>
          <a:xfrm>
            <a:off x="692150" y="3877206"/>
            <a:ext cx="4360545" cy="203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Regions dynamically assign to Young (E, S) or Old (O) generations.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83" name="Google Shape;68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225" y="3946525"/>
            <a:ext cx="50800" cy="8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4" name="Google Shape;68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225" y="4222750"/>
            <a:ext cx="50800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29"/>
          <p:cNvSpPr txBox="1"/>
          <p:nvPr/>
        </p:nvSpPr>
        <p:spPr>
          <a:xfrm>
            <a:off x="692150" y="4131834"/>
            <a:ext cx="4418330" cy="873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303530" rtl="0" algn="l">
              <a:lnSpc>
                <a:spcPct val="106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Humongous Regions 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): </a:t>
            </a: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Contiguous memory blocks used for objects that exceed 50% of standard region size.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087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G1 prioritizes collecting regions with the most garbage first, helping meet configured pause-time goals.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86" name="Google Shape;68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225" y="4679950"/>
            <a:ext cx="50800" cy="8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691" name="Google Shape;691;p30"/>
          <p:cNvSpPr txBox="1"/>
          <p:nvPr>
            <p:ph type="title"/>
          </p:nvPr>
        </p:nvSpPr>
        <p:spPr>
          <a:xfrm>
            <a:off x="463549" y="409883"/>
            <a:ext cx="3494404" cy="353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FF8B00"/>
                </a:solidFill>
              </a:rPr>
              <a:t>30. </a:t>
            </a:r>
            <a:r>
              <a:rPr lang="en-US"/>
              <a:t>G</a:t>
            </a:r>
            <a:r>
              <a:rPr lang="en-US" sz="2050"/>
              <a:t>1 </a:t>
            </a:r>
            <a:r>
              <a:rPr lang="en-US"/>
              <a:t>GC Performance Flags</a:t>
            </a:r>
            <a:endParaRPr sz="2050"/>
          </a:p>
        </p:txBody>
      </p:sp>
      <p:grpSp>
        <p:nvGrpSpPr>
          <p:cNvPr id="692" name="Google Shape;692;p30"/>
          <p:cNvGrpSpPr/>
          <p:nvPr/>
        </p:nvGrpSpPr>
        <p:grpSpPr>
          <a:xfrm>
            <a:off x="8943974" y="495278"/>
            <a:ext cx="1266825" cy="228621"/>
            <a:chOff x="8943974" y="495278"/>
            <a:chExt cx="1266825" cy="228621"/>
          </a:xfrm>
        </p:grpSpPr>
        <p:sp>
          <p:nvSpPr>
            <p:cNvPr id="693" name="Google Shape;693;p30"/>
            <p:cNvSpPr/>
            <p:nvPr/>
          </p:nvSpPr>
          <p:spPr>
            <a:xfrm>
              <a:off x="8943974" y="495278"/>
              <a:ext cx="1266825" cy="228600"/>
            </a:xfrm>
            <a:custGeom>
              <a:rect b="b" l="l" r="r" t="t"/>
              <a:pathLst>
                <a:path extrusionOk="0" h="228600" w="1266825">
                  <a:moveTo>
                    <a:pt x="1152524" y="228599"/>
                  </a:moveTo>
                  <a:lnTo>
                    <a:pt x="114299" y="228599"/>
                  </a:lnTo>
                  <a:lnTo>
                    <a:pt x="103040" y="228056"/>
                  </a:lnTo>
                  <a:lnTo>
                    <a:pt x="60363" y="215088"/>
                  </a:lnTo>
                  <a:lnTo>
                    <a:pt x="25899" y="186775"/>
                  </a:lnTo>
                  <a:lnTo>
                    <a:pt x="4893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1" y="60364"/>
                  </a:lnTo>
                  <a:lnTo>
                    <a:pt x="41823" y="25900"/>
                  </a:lnTo>
                  <a:lnTo>
                    <a:pt x="81168" y="4894"/>
                  </a:lnTo>
                  <a:lnTo>
                    <a:pt x="114299" y="0"/>
                  </a:lnTo>
                  <a:lnTo>
                    <a:pt x="1152524" y="0"/>
                  </a:lnTo>
                  <a:lnTo>
                    <a:pt x="1196264" y="8700"/>
                  </a:lnTo>
                  <a:lnTo>
                    <a:pt x="1233346" y="33477"/>
                  </a:lnTo>
                  <a:lnTo>
                    <a:pt x="1258122" y="70559"/>
                  </a:lnTo>
                  <a:lnTo>
                    <a:pt x="1266824" y="114299"/>
                  </a:lnTo>
                  <a:lnTo>
                    <a:pt x="1266280" y="125559"/>
                  </a:lnTo>
                  <a:lnTo>
                    <a:pt x="1253311" y="168235"/>
                  </a:lnTo>
                  <a:lnTo>
                    <a:pt x="1225000" y="202699"/>
                  </a:lnTo>
                  <a:lnTo>
                    <a:pt x="1185653" y="223705"/>
                  </a:lnTo>
                  <a:lnTo>
                    <a:pt x="1152524" y="228599"/>
                  </a:lnTo>
                  <a:close/>
                </a:path>
              </a:pathLst>
            </a:custGeom>
            <a:solidFill>
              <a:srgbClr val="0567E1">
                <a:alpha val="1215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30"/>
            <p:cNvSpPr/>
            <p:nvPr/>
          </p:nvSpPr>
          <p:spPr>
            <a:xfrm>
              <a:off x="8943974" y="495299"/>
              <a:ext cx="1266825" cy="228600"/>
            </a:xfrm>
            <a:custGeom>
              <a:rect b="b" l="l" r="r" t="t"/>
              <a:pathLst>
                <a:path extrusionOk="0" h="228600" w="1266825">
                  <a:moveTo>
                    <a:pt x="1152524" y="228599"/>
                  </a:moveTo>
                  <a:lnTo>
                    <a:pt x="114299" y="228599"/>
                  </a:lnTo>
                  <a:lnTo>
                    <a:pt x="103040" y="228056"/>
                  </a:lnTo>
                  <a:lnTo>
                    <a:pt x="60363" y="215088"/>
                  </a:lnTo>
                  <a:lnTo>
                    <a:pt x="25899" y="186775"/>
                  </a:lnTo>
                  <a:lnTo>
                    <a:pt x="4893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1" y="60364"/>
                  </a:lnTo>
                  <a:lnTo>
                    <a:pt x="41823" y="25900"/>
                  </a:lnTo>
                  <a:lnTo>
                    <a:pt x="81168" y="4894"/>
                  </a:lnTo>
                  <a:lnTo>
                    <a:pt x="114299" y="0"/>
                  </a:lnTo>
                  <a:lnTo>
                    <a:pt x="1152524" y="0"/>
                  </a:lnTo>
                  <a:lnTo>
                    <a:pt x="1196264" y="8700"/>
                  </a:lnTo>
                  <a:lnTo>
                    <a:pt x="1198011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121179"/>
                  </a:lnTo>
                  <a:lnTo>
                    <a:pt x="20133" y="160751"/>
                  </a:lnTo>
                  <a:lnTo>
                    <a:pt x="45077" y="193251"/>
                  </a:lnTo>
                  <a:lnTo>
                    <a:pt x="80560" y="213732"/>
                  </a:lnTo>
                  <a:lnTo>
                    <a:pt x="107420" y="219074"/>
                  </a:lnTo>
                  <a:lnTo>
                    <a:pt x="1198010" y="219074"/>
                  </a:lnTo>
                  <a:lnTo>
                    <a:pt x="1196264" y="219899"/>
                  </a:lnTo>
                  <a:lnTo>
                    <a:pt x="1185653" y="223705"/>
                  </a:lnTo>
                  <a:lnTo>
                    <a:pt x="1174826" y="226424"/>
                  </a:lnTo>
                  <a:lnTo>
                    <a:pt x="1163783" y="228056"/>
                  </a:lnTo>
                  <a:lnTo>
                    <a:pt x="1152524" y="228599"/>
                  </a:lnTo>
                  <a:close/>
                </a:path>
                <a:path extrusionOk="0" h="228600" w="1266825">
                  <a:moveTo>
                    <a:pt x="1198010" y="219074"/>
                  </a:moveTo>
                  <a:lnTo>
                    <a:pt x="1159404" y="219074"/>
                  </a:lnTo>
                  <a:lnTo>
                    <a:pt x="1166217" y="218403"/>
                  </a:lnTo>
                  <a:lnTo>
                    <a:pt x="1179712" y="215719"/>
                  </a:lnTo>
                  <a:lnTo>
                    <a:pt x="1216454" y="197595"/>
                  </a:lnTo>
                  <a:lnTo>
                    <a:pt x="1243463" y="166789"/>
                  </a:lnTo>
                  <a:lnTo>
                    <a:pt x="1256628" y="127993"/>
                  </a:lnTo>
                  <a:lnTo>
                    <a:pt x="1257299" y="121179"/>
                  </a:lnTo>
                  <a:lnTo>
                    <a:pt x="1257299" y="107420"/>
                  </a:lnTo>
                  <a:lnTo>
                    <a:pt x="1246691" y="67848"/>
                  </a:lnTo>
                  <a:lnTo>
                    <a:pt x="1221747" y="35348"/>
                  </a:lnTo>
                  <a:lnTo>
                    <a:pt x="1186264" y="14867"/>
                  </a:lnTo>
                  <a:lnTo>
                    <a:pt x="1159404" y="9524"/>
                  </a:lnTo>
                  <a:lnTo>
                    <a:pt x="1198011" y="9524"/>
                  </a:lnTo>
                  <a:lnTo>
                    <a:pt x="1233346" y="33477"/>
                  </a:lnTo>
                  <a:lnTo>
                    <a:pt x="1258122" y="70559"/>
                  </a:lnTo>
                  <a:lnTo>
                    <a:pt x="1266824" y="114299"/>
                  </a:lnTo>
                  <a:lnTo>
                    <a:pt x="1266280" y="125559"/>
                  </a:lnTo>
                  <a:lnTo>
                    <a:pt x="1253311" y="168235"/>
                  </a:lnTo>
                  <a:lnTo>
                    <a:pt x="1225000" y="202699"/>
                  </a:lnTo>
                  <a:lnTo>
                    <a:pt x="1206459" y="215088"/>
                  </a:lnTo>
                  <a:lnTo>
                    <a:pt x="1198010" y="219074"/>
                  </a:lnTo>
                  <a:close/>
                </a:path>
              </a:pathLst>
            </a:custGeom>
            <a:solidFill>
              <a:srgbClr val="0567E1">
                <a:alpha val="3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5" name="Google Shape;695;p30"/>
          <p:cNvSpPr txBox="1"/>
          <p:nvPr/>
        </p:nvSpPr>
        <p:spPr>
          <a:xfrm>
            <a:off x="9054058" y="523830"/>
            <a:ext cx="1031875" cy="159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567E1"/>
                </a:solidFill>
                <a:latin typeface="Arial"/>
                <a:ea typeface="Arial"/>
                <a:cs typeface="Arial"/>
                <a:sym typeface="Arial"/>
              </a:rPr>
              <a:t>G C ME CH AN I CS</a:t>
            </a:r>
            <a:endParaRPr sz="8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30"/>
          <p:cNvSpPr txBox="1"/>
          <p:nvPr/>
        </p:nvSpPr>
        <p:spPr>
          <a:xfrm>
            <a:off x="463549" y="3033879"/>
            <a:ext cx="4500880" cy="210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Configure G1 using these key flags for high-throughput production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7" name="Google Shape;697;p30"/>
          <p:cNvSpPr txBox="1"/>
          <p:nvPr/>
        </p:nvSpPr>
        <p:spPr>
          <a:xfrm>
            <a:off x="463549" y="3252954"/>
            <a:ext cx="756920" cy="210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workloads: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698" name="Google Shape;698;p30"/>
          <p:cNvGrpSpPr/>
          <p:nvPr/>
        </p:nvGrpSpPr>
        <p:grpSpPr>
          <a:xfrm>
            <a:off x="5486399" y="3171803"/>
            <a:ext cx="4724400" cy="1924072"/>
            <a:chOff x="5486399" y="3171803"/>
            <a:chExt cx="4724400" cy="1924072"/>
          </a:xfrm>
        </p:grpSpPr>
        <p:sp>
          <p:nvSpPr>
            <p:cNvPr id="699" name="Google Shape;699;p30"/>
            <p:cNvSpPr/>
            <p:nvPr/>
          </p:nvSpPr>
          <p:spPr>
            <a:xfrm>
              <a:off x="5486399" y="3171803"/>
              <a:ext cx="4724400" cy="1924050"/>
            </a:xfrm>
            <a:custGeom>
              <a:rect b="b" l="l" r="r" t="t"/>
              <a:pathLst>
                <a:path extrusionOk="0" h="1924050" w="4724400">
                  <a:moveTo>
                    <a:pt x="4629149" y="1924049"/>
                  </a:moveTo>
                  <a:lnTo>
                    <a:pt x="95249" y="1924049"/>
                  </a:lnTo>
                  <a:lnTo>
                    <a:pt x="85866" y="1923596"/>
                  </a:lnTo>
                  <a:lnTo>
                    <a:pt x="42321" y="1908011"/>
                  </a:lnTo>
                  <a:lnTo>
                    <a:pt x="11259" y="1873745"/>
                  </a:lnTo>
                  <a:lnTo>
                    <a:pt x="0" y="182879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4629149" y="0"/>
                  </a:lnTo>
                  <a:lnTo>
                    <a:pt x="4674094" y="11259"/>
                  </a:lnTo>
                  <a:lnTo>
                    <a:pt x="4708360" y="42321"/>
                  </a:lnTo>
                  <a:lnTo>
                    <a:pt x="4723945" y="85866"/>
                  </a:lnTo>
                  <a:lnTo>
                    <a:pt x="4724399" y="95249"/>
                  </a:lnTo>
                  <a:lnTo>
                    <a:pt x="4724399" y="1828799"/>
                  </a:lnTo>
                  <a:lnTo>
                    <a:pt x="4713138" y="1873745"/>
                  </a:lnTo>
                  <a:lnTo>
                    <a:pt x="4682076" y="1908011"/>
                  </a:lnTo>
                  <a:lnTo>
                    <a:pt x="4638532" y="1923596"/>
                  </a:lnTo>
                  <a:lnTo>
                    <a:pt x="4629149" y="1924049"/>
                  </a:lnTo>
                  <a:close/>
                </a:path>
              </a:pathLst>
            </a:custGeom>
            <a:solidFill>
              <a:srgbClr val="FFFFFF">
                <a:alpha val="196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30"/>
            <p:cNvSpPr/>
            <p:nvPr/>
          </p:nvSpPr>
          <p:spPr>
            <a:xfrm>
              <a:off x="5486399" y="3171825"/>
              <a:ext cx="4724400" cy="1924050"/>
            </a:xfrm>
            <a:custGeom>
              <a:rect b="b" l="l" r="r" t="t"/>
              <a:pathLst>
                <a:path extrusionOk="0" h="1924050" w="4724400">
                  <a:moveTo>
                    <a:pt x="4629149" y="1924049"/>
                  </a:moveTo>
                  <a:lnTo>
                    <a:pt x="95249" y="1924049"/>
                  </a:lnTo>
                  <a:lnTo>
                    <a:pt x="85866" y="1923596"/>
                  </a:lnTo>
                  <a:lnTo>
                    <a:pt x="42321" y="1908011"/>
                  </a:lnTo>
                  <a:lnTo>
                    <a:pt x="11259" y="1873745"/>
                  </a:lnTo>
                  <a:lnTo>
                    <a:pt x="0" y="182879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4629149" y="0"/>
                  </a:lnTo>
                  <a:lnTo>
                    <a:pt x="4670419" y="9524"/>
                  </a:lnTo>
                  <a:lnTo>
                    <a:pt x="89621" y="9524"/>
                  </a:lnTo>
                  <a:lnTo>
                    <a:pt x="84046" y="10073"/>
                  </a:lnTo>
                  <a:lnTo>
                    <a:pt x="42943" y="27099"/>
                  </a:lnTo>
                  <a:lnTo>
                    <a:pt x="18204" y="57244"/>
                  </a:lnTo>
                  <a:lnTo>
                    <a:pt x="9524" y="89621"/>
                  </a:lnTo>
                  <a:lnTo>
                    <a:pt x="9524" y="1834428"/>
                  </a:lnTo>
                  <a:lnTo>
                    <a:pt x="20844" y="1871745"/>
                  </a:lnTo>
                  <a:lnTo>
                    <a:pt x="52303" y="1903204"/>
                  </a:lnTo>
                  <a:lnTo>
                    <a:pt x="89621" y="1914524"/>
                  </a:lnTo>
                  <a:lnTo>
                    <a:pt x="4670418" y="1914524"/>
                  </a:lnTo>
                  <a:lnTo>
                    <a:pt x="4665599" y="1916799"/>
                  </a:lnTo>
                  <a:lnTo>
                    <a:pt x="4656757" y="1919971"/>
                  </a:lnTo>
                  <a:lnTo>
                    <a:pt x="4647734" y="1922236"/>
                  </a:lnTo>
                  <a:lnTo>
                    <a:pt x="4638532" y="1923596"/>
                  </a:lnTo>
                  <a:lnTo>
                    <a:pt x="4629149" y="1924049"/>
                  </a:lnTo>
                  <a:close/>
                </a:path>
                <a:path extrusionOk="0" h="1924050" w="4724400">
                  <a:moveTo>
                    <a:pt x="4670418" y="1914524"/>
                  </a:moveTo>
                  <a:lnTo>
                    <a:pt x="4634778" y="1914524"/>
                  </a:lnTo>
                  <a:lnTo>
                    <a:pt x="4640352" y="1913975"/>
                  </a:lnTo>
                  <a:lnTo>
                    <a:pt x="4651393" y="1911779"/>
                  </a:lnTo>
                  <a:lnTo>
                    <a:pt x="4685785" y="1893396"/>
                  </a:lnTo>
                  <a:lnTo>
                    <a:pt x="4710502" y="1856405"/>
                  </a:lnTo>
                  <a:lnTo>
                    <a:pt x="4714874" y="1834428"/>
                  </a:lnTo>
                  <a:lnTo>
                    <a:pt x="4714874" y="89621"/>
                  </a:lnTo>
                  <a:lnTo>
                    <a:pt x="4703553" y="52303"/>
                  </a:lnTo>
                  <a:lnTo>
                    <a:pt x="4672094" y="20845"/>
                  </a:lnTo>
                  <a:lnTo>
                    <a:pt x="4634778" y="9524"/>
                  </a:lnTo>
                  <a:lnTo>
                    <a:pt x="4670419" y="9524"/>
                  </a:lnTo>
                  <a:lnTo>
                    <a:pt x="4702815" y="34852"/>
                  </a:lnTo>
                  <a:lnTo>
                    <a:pt x="4722586" y="76663"/>
                  </a:lnTo>
                  <a:lnTo>
                    <a:pt x="4724399" y="1828799"/>
                  </a:lnTo>
                  <a:lnTo>
                    <a:pt x="4723946" y="1838182"/>
                  </a:lnTo>
                  <a:lnTo>
                    <a:pt x="4708360" y="1881727"/>
                  </a:lnTo>
                  <a:lnTo>
                    <a:pt x="4674094" y="1912789"/>
                  </a:lnTo>
                  <a:lnTo>
                    <a:pt x="4670418" y="1914524"/>
                  </a:lnTo>
                  <a:close/>
                </a:path>
              </a:pathLst>
            </a:custGeom>
            <a:solidFill>
              <a:srgbClr val="FFFFFF">
                <a:alpha val="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01" name="Google Shape;701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67374" y="3371849"/>
              <a:ext cx="161925" cy="165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02" name="Google Shape;702;p30"/>
          <p:cNvSpPr txBox="1"/>
          <p:nvPr/>
        </p:nvSpPr>
        <p:spPr>
          <a:xfrm>
            <a:off x="5892800" y="3315299"/>
            <a:ext cx="195961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Production JVM Options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30"/>
          <p:cNvSpPr txBox="1"/>
          <p:nvPr/>
        </p:nvSpPr>
        <p:spPr>
          <a:xfrm>
            <a:off x="5667374" y="3619491"/>
            <a:ext cx="4362450" cy="1295400"/>
          </a:xfrm>
          <a:prstGeom prst="rect">
            <a:avLst/>
          </a:prstGeom>
          <a:solidFill>
            <a:srgbClr val="03050E"/>
          </a:solidFill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52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java -XX:+UseG1GC \</a:t>
            </a:r>
            <a:endParaRPr sz="8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81965" rtl="0" algn="l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-XX:MaxGCPauseMillis=200 \</a:t>
            </a:r>
            <a:endParaRPr sz="8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81965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-XX:InitiatingHeapOccupancyPercent=40 \</a:t>
            </a:r>
            <a:endParaRPr sz="8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81965" rtl="0" algn="l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-XX:G1ReservePercent=15 \</a:t>
            </a:r>
            <a:endParaRPr sz="8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81965" rtl="0" algn="l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-Xms16g -Xmx16g \</a:t>
            </a:r>
            <a:endParaRPr sz="8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81965" rtl="0" algn="l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-jar ringcentral-service.jar</a:t>
            </a:r>
            <a:endParaRPr sz="85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04" name="Google Shape;704;p30"/>
          <p:cNvSpPr txBox="1"/>
          <p:nvPr/>
        </p:nvSpPr>
        <p:spPr>
          <a:xfrm>
            <a:off x="692149" y="3540580"/>
            <a:ext cx="4349115" cy="626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marR="5080" rtl="0" algn="l">
              <a:lnSpc>
                <a:spcPct val="110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94A2B8"/>
                </a:solidFill>
                <a:latin typeface="Courier New"/>
                <a:ea typeface="Courier New"/>
                <a:cs typeface="Courier New"/>
                <a:sym typeface="Courier New"/>
              </a:rPr>
              <a:t>-XX:MaxGCPauseMillis=200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target for maximum pause duration. Avoid setting too low; it can trigger excessive concurrent cycle GC thrashing.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05" name="Google Shape;705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0225" y="3641725"/>
            <a:ext cx="50800" cy="8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6" name="Google Shape;70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0225" y="4298950"/>
            <a:ext cx="50800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30"/>
          <p:cNvSpPr txBox="1"/>
          <p:nvPr/>
        </p:nvSpPr>
        <p:spPr>
          <a:xfrm>
            <a:off x="692149" y="4197804"/>
            <a:ext cx="4461510" cy="893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1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94A2B8"/>
                </a:solidFill>
                <a:latin typeface="Courier New"/>
                <a:ea typeface="Courier New"/>
                <a:cs typeface="Courier New"/>
                <a:sym typeface="Courier New"/>
              </a:rPr>
              <a:t>-XX:InitiatingHeapOccupancyPercent=45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heap utilization threshold that triggers the initial concurrent mark cycle.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406400" rtl="0" algn="l">
              <a:lnSpc>
                <a:spcPct val="1067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94A2B8"/>
                </a:solidFill>
                <a:latin typeface="Courier New"/>
                <a:ea typeface="Courier New"/>
                <a:cs typeface="Courier New"/>
                <a:sym typeface="Courier New"/>
              </a:rPr>
              <a:t>-XX:G1ReservePercent=10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Keeps a reserve buffer to avoid promotion failures and costly full fallback collections.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08" name="Google Shape;70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0225" y="4765674"/>
            <a:ext cx="50800" cy="8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713" name="Google Shape;713;p31"/>
          <p:cNvSpPr txBox="1"/>
          <p:nvPr>
            <p:ph type="title"/>
          </p:nvPr>
        </p:nvSpPr>
        <p:spPr>
          <a:xfrm>
            <a:off x="463549" y="409883"/>
            <a:ext cx="46191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FF8B00"/>
                </a:solidFill>
              </a:rPr>
              <a:t>31. </a:t>
            </a:r>
            <a:r>
              <a:rPr lang="en-US"/>
              <a:t>ZGC</a:t>
            </a:r>
            <a:r>
              <a:rPr lang="en-US" sz="2050"/>
              <a:t>: </a:t>
            </a:r>
            <a:r>
              <a:rPr lang="en-US"/>
              <a:t>Zero Stop</a:t>
            </a:r>
            <a:r>
              <a:rPr lang="en-US" sz="2050"/>
              <a:t>-</a:t>
            </a:r>
            <a:r>
              <a:rPr lang="en-US"/>
              <a:t>The</a:t>
            </a:r>
            <a:r>
              <a:rPr lang="en-US" sz="2050"/>
              <a:t>-</a:t>
            </a:r>
            <a:r>
              <a:rPr lang="en-US"/>
              <a:t>Worl</a:t>
            </a:r>
            <a:r>
              <a:rPr lang="en-US"/>
              <a:t>d </a:t>
            </a:r>
            <a:r>
              <a:rPr lang="en-US"/>
              <a:t>Latency</a:t>
            </a:r>
            <a:endParaRPr sz="2050"/>
          </a:p>
        </p:txBody>
      </p:sp>
      <p:grpSp>
        <p:nvGrpSpPr>
          <p:cNvPr id="714" name="Google Shape;714;p31"/>
          <p:cNvGrpSpPr/>
          <p:nvPr/>
        </p:nvGrpSpPr>
        <p:grpSpPr>
          <a:xfrm>
            <a:off x="8943974" y="495278"/>
            <a:ext cx="1266825" cy="228621"/>
            <a:chOff x="8943974" y="495278"/>
            <a:chExt cx="1266825" cy="228621"/>
          </a:xfrm>
        </p:grpSpPr>
        <p:sp>
          <p:nvSpPr>
            <p:cNvPr id="715" name="Google Shape;715;p31"/>
            <p:cNvSpPr/>
            <p:nvPr/>
          </p:nvSpPr>
          <p:spPr>
            <a:xfrm>
              <a:off x="8943974" y="495278"/>
              <a:ext cx="1266825" cy="228600"/>
            </a:xfrm>
            <a:custGeom>
              <a:rect b="b" l="l" r="r" t="t"/>
              <a:pathLst>
                <a:path extrusionOk="0" h="228600" w="1266825">
                  <a:moveTo>
                    <a:pt x="1152524" y="228599"/>
                  </a:moveTo>
                  <a:lnTo>
                    <a:pt x="114299" y="228599"/>
                  </a:lnTo>
                  <a:lnTo>
                    <a:pt x="103040" y="228056"/>
                  </a:lnTo>
                  <a:lnTo>
                    <a:pt x="60363" y="215088"/>
                  </a:lnTo>
                  <a:lnTo>
                    <a:pt x="25899" y="186775"/>
                  </a:lnTo>
                  <a:lnTo>
                    <a:pt x="4893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1" y="60364"/>
                  </a:lnTo>
                  <a:lnTo>
                    <a:pt x="41823" y="25900"/>
                  </a:lnTo>
                  <a:lnTo>
                    <a:pt x="81168" y="4894"/>
                  </a:lnTo>
                  <a:lnTo>
                    <a:pt x="114299" y="0"/>
                  </a:lnTo>
                  <a:lnTo>
                    <a:pt x="1152524" y="0"/>
                  </a:lnTo>
                  <a:lnTo>
                    <a:pt x="1196264" y="8700"/>
                  </a:lnTo>
                  <a:lnTo>
                    <a:pt x="1233346" y="33477"/>
                  </a:lnTo>
                  <a:lnTo>
                    <a:pt x="1258122" y="70559"/>
                  </a:lnTo>
                  <a:lnTo>
                    <a:pt x="1266824" y="114299"/>
                  </a:lnTo>
                  <a:lnTo>
                    <a:pt x="1266280" y="125559"/>
                  </a:lnTo>
                  <a:lnTo>
                    <a:pt x="1253311" y="168235"/>
                  </a:lnTo>
                  <a:lnTo>
                    <a:pt x="1225000" y="202699"/>
                  </a:lnTo>
                  <a:lnTo>
                    <a:pt x="1185653" y="223705"/>
                  </a:lnTo>
                  <a:lnTo>
                    <a:pt x="1152524" y="228599"/>
                  </a:lnTo>
                  <a:close/>
                </a:path>
              </a:pathLst>
            </a:custGeom>
            <a:solidFill>
              <a:srgbClr val="0567E1">
                <a:alpha val="1215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31"/>
            <p:cNvSpPr/>
            <p:nvPr/>
          </p:nvSpPr>
          <p:spPr>
            <a:xfrm>
              <a:off x="8943974" y="495299"/>
              <a:ext cx="1266825" cy="228600"/>
            </a:xfrm>
            <a:custGeom>
              <a:rect b="b" l="l" r="r" t="t"/>
              <a:pathLst>
                <a:path extrusionOk="0" h="228600" w="1266825">
                  <a:moveTo>
                    <a:pt x="1152524" y="228599"/>
                  </a:moveTo>
                  <a:lnTo>
                    <a:pt x="114299" y="228599"/>
                  </a:lnTo>
                  <a:lnTo>
                    <a:pt x="103040" y="228056"/>
                  </a:lnTo>
                  <a:lnTo>
                    <a:pt x="60363" y="215088"/>
                  </a:lnTo>
                  <a:lnTo>
                    <a:pt x="25899" y="186775"/>
                  </a:lnTo>
                  <a:lnTo>
                    <a:pt x="4893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1" y="60364"/>
                  </a:lnTo>
                  <a:lnTo>
                    <a:pt x="41823" y="25900"/>
                  </a:lnTo>
                  <a:lnTo>
                    <a:pt x="81168" y="4894"/>
                  </a:lnTo>
                  <a:lnTo>
                    <a:pt x="114299" y="0"/>
                  </a:lnTo>
                  <a:lnTo>
                    <a:pt x="1152524" y="0"/>
                  </a:lnTo>
                  <a:lnTo>
                    <a:pt x="1196264" y="8700"/>
                  </a:lnTo>
                  <a:lnTo>
                    <a:pt x="1198011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121179"/>
                  </a:lnTo>
                  <a:lnTo>
                    <a:pt x="20133" y="160751"/>
                  </a:lnTo>
                  <a:lnTo>
                    <a:pt x="45077" y="193251"/>
                  </a:lnTo>
                  <a:lnTo>
                    <a:pt x="80560" y="213732"/>
                  </a:lnTo>
                  <a:lnTo>
                    <a:pt x="107420" y="219074"/>
                  </a:lnTo>
                  <a:lnTo>
                    <a:pt x="1198010" y="219074"/>
                  </a:lnTo>
                  <a:lnTo>
                    <a:pt x="1196264" y="219899"/>
                  </a:lnTo>
                  <a:lnTo>
                    <a:pt x="1185653" y="223705"/>
                  </a:lnTo>
                  <a:lnTo>
                    <a:pt x="1174826" y="226424"/>
                  </a:lnTo>
                  <a:lnTo>
                    <a:pt x="1163783" y="228056"/>
                  </a:lnTo>
                  <a:lnTo>
                    <a:pt x="1152524" y="228599"/>
                  </a:lnTo>
                  <a:close/>
                </a:path>
                <a:path extrusionOk="0" h="228600" w="1266825">
                  <a:moveTo>
                    <a:pt x="1198010" y="219074"/>
                  </a:moveTo>
                  <a:lnTo>
                    <a:pt x="1159404" y="219074"/>
                  </a:lnTo>
                  <a:lnTo>
                    <a:pt x="1166217" y="218403"/>
                  </a:lnTo>
                  <a:lnTo>
                    <a:pt x="1179712" y="215719"/>
                  </a:lnTo>
                  <a:lnTo>
                    <a:pt x="1216454" y="197595"/>
                  </a:lnTo>
                  <a:lnTo>
                    <a:pt x="1243463" y="166789"/>
                  </a:lnTo>
                  <a:lnTo>
                    <a:pt x="1256628" y="127993"/>
                  </a:lnTo>
                  <a:lnTo>
                    <a:pt x="1257299" y="121179"/>
                  </a:lnTo>
                  <a:lnTo>
                    <a:pt x="1257299" y="107420"/>
                  </a:lnTo>
                  <a:lnTo>
                    <a:pt x="1246691" y="67848"/>
                  </a:lnTo>
                  <a:lnTo>
                    <a:pt x="1221747" y="35348"/>
                  </a:lnTo>
                  <a:lnTo>
                    <a:pt x="1186264" y="14867"/>
                  </a:lnTo>
                  <a:lnTo>
                    <a:pt x="1159404" y="9524"/>
                  </a:lnTo>
                  <a:lnTo>
                    <a:pt x="1198011" y="9524"/>
                  </a:lnTo>
                  <a:lnTo>
                    <a:pt x="1233346" y="33477"/>
                  </a:lnTo>
                  <a:lnTo>
                    <a:pt x="1258122" y="70559"/>
                  </a:lnTo>
                  <a:lnTo>
                    <a:pt x="1266824" y="114299"/>
                  </a:lnTo>
                  <a:lnTo>
                    <a:pt x="1266280" y="125559"/>
                  </a:lnTo>
                  <a:lnTo>
                    <a:pt x="1253311" y="168235"/>
                  </a:lnTo>
                  <a:lnTo>
                    <a:pt x="1225000" y="202699"/>
                  </a:lnTo>
                  <a:lnTo>
                    <a:pt x="1206459" y="215088"/>
                  </a:lnTo>
                  <a:lnTo>
                    <a:pt x="1198010" y="219074"/>
                  </a:lnTo>
                  <a:close/>
                </a:path>
              </a:pathLst>
            </a:custGeom>
            <a:solidFill>
              <a:srgbClr val="0567E1">
                <a:alpha val="3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7" name="Google Shape;717;p31"/>
          <p:cNvSpPr txBox="1"/>
          <p:nvPr/>
        </p:nvSpPr>
        <p:spPr>
          <a:xfrm>
            <a:off x="9054058" y="523830"/>
            <a:ext cx="1031875" cy="159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567E1"/>
                </a:solidFill>
                <a:latin typeface="Arial"/>
                <a:ea typeface="Arial"/>
                <a:cs typeface="Arial"/>
                <a:sym typeface="Arial"/>
              </a:rPr>
              <a:t>G C ME CH AN I CS</a:t>
            </a:r>
            <a:endParaRPr sz="8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31"/>
          <p:cNvSpPr txBox="1"/>
          <p:nvPr/>
        </p:nvSpPr>
        <p:spPr>
          <a:xfrm>
            <a:off x="463549" y="3114991"/>
            <a:ext cx="4472305" cy="890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Sub</a:t>
            </a:r>
            <a:r>
              <a:rPr b="1" lang="en-US" sz="16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lang="en-US" sz="15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Millisecond GC Pauses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pause times must stay below 1 millisecond, G1' s Stop-the-World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26923"/>
              </a:lnSpc>
              <a:spcBef>
                <a:spcPts val="16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pauses might be too high. Java' s </a:t>
            </a: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Z Garbage Collector </a:t>
            </a:r>
            <a:r>
              <a:rPr b="1" lang="en-US" sz="13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ZGC</a:t>
            </a:r>
            <a:r>
              <a:rPr b="1" lang="en-US" sz="13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runs concurrently with application threads: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719" name="Google Shape;719;p31"/>
          <p:cNvGrpSpPr/>
          <p:nvPr/>
        </p:nvGrpSpPr>
        <p:grpSpPr>
          <a:xfrm>
            <a:off x="5491161" y="3367078"/>
            <a:ext cx="4714875" cy="1533525"/>
            <a:chOff x="5491161" y="3367078"/>
            <a:chExt cx="4714875" cy="1533525"/>
          </a:xfrm>
        </p:grpSpPr>
        <p:sp>
          <p:nvSpPr>
            <p:cNvPr id="720" name="Google Shape;720;p31"/>
            <p:cNvSpPr/>
            <p:nvPr/>
          </p:nvSpPr>
          <p:spPr>
            <a:xfrm>
              <a:off x="5491161" y="3367078"/>
              <a:ext cx="4714875" cy="1533525"/>
            </a:xfrm>
            <a:custGeom>
              <a:rect b="b" l="l" r="r" t="t"/>
              <a:pathLst>
                <a:path extrusionOk="0" h="1533525" w="4714875">
                  <a:moveTo>
                    <a:pt x="4630329" y="1533505"/>
                  </a:moveTo>
                  <a:lnTo>
                    <a:pt x="84545" y="1533505"/>
                  </a:lnTo>
                  <a:lnTo>
                    <a:pt x="78661" y="1532915"/>
                  </a:lnTo>
                  <a:lnTo>
                    <a:pt x="35275" y="1514941"/>
                  </a:lnTo>
                  <a:lnTo>
                    <a:pt x="9161" y="1483128"/>
                  </a:lnTo>
                  <a:lnTo>
                    <a:pt x="0" y="1448971"/>
                  </a:lnTo>
                  <a:lnTo>
                    <a:pt x="0" y="1443037"/>
                  </a:lnTo>
                  <a:lnTo>
                    <a:pt x="0" y="84553"/>
                  </a:lnTo>
                  <a:lnTo>
                    <a:pt x="11948" y="45129"/>
                  </a:lnTo>
                  <a:lnTo>
                    <a:pt x="45155" y="11925"/>
                  </a:lnTo>
                  <a:lnTo>
                    <a:pt x="84545" y="0"/>
                  </a:lnTo>
                  <a:lnTo>
                    <a:pt x="4630329" y="0"/>
                  </a:lnTo>
                  <a:lnTo>
                    <a:pt x="4669717" y="11925"/>
                  </a:lnTo>
                  <a:lnTo>
                    <a:pt x="4702924" y="45129"/>
                  </a:lnTo>
                  <a:lnTo>
                    <a:pt x="4714875" y="84553"/>
                  </a:lnTo>
                  <a:lnTo>
                    <a:pt x="4714875" y="1448971"/>
                  </a:lnTo>
                  <a:lnTo>
                    <a:pt x="4702924" y="1488338"/>
                  </a:lnTo>
                  <a:lnTo>
                    <a:pt x="4669717" y="1521523"/>
                  </a:lnTo>
                  <a:lnTo>
                    <a:pt x="4636213" y="1532915"/>
                  </a:lnTo>
                  <a:lnTo>
                    <a:pt x="4630329" y="1533505"/>
                  </a:lnTo>
                  <a:close/>
                </a:path>
              </a:pathLst>
            </a:custGeom>
            <a:solidFill>
              <a:srgbClr val="FFFFFF">
                <a:alpha val="196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31"/>
            <p:cNvSpPr/>
            <p:nvPr/>
          </p:nvSpPr>
          <p:spPr>
            <a:xfrm>
              <a:off x="5491161" y="3367078"/>
              <a:ext cx="4714875" cy="1533525"/>
            </a:xfrm>
            <a:custGeom>
              <a:rect b="b" l="l" r="r" t="t"/>
              <a:pathLst>
                <a:path extrusionOk="0" h="1533525" w="4714875">
                  <a:moveTo>
                    <a:pt x="0" y="1443037"/>
                  </a:moveTo>
                  <a:lnTo>
                    <a:pt x="0" y="90487"/>
                  </a:lnTo>
                  <a:lnTo>
                    <a:pt x="0" y="84553"/>
                  </a:lnTo>
                  <a:lnTo>
                    <a:pt x="579" y="78657"/>
                  </a:lnTo>
                  <a:lnTo>
                    <a:pt x="15250" y="40185"/>
                  </a:lnTo>
                  <a:lnTo>
                    <a:pt x="26503" y="26489"/>
                  </a:lnTo>
                  <a:lnTo>
                    <a:pt x="30704" y="22288"/>
                  </a:lnTo>
                  <a:lnTo>
                    <a:pt x="55859" y="6867"/>
                  </a:lnTo>
                  <a:lnTo>
                    <a:pt x="61348" y="4591"/>
                  </a:lnTo>
                  <a:lnTo>
                    <a:pt x="67006" y="2886"/>
                  </a:lnTo>
                  <a:lnTo>
                    <a:pt x="72834" y="1733"/>
                  </a:lnTo>
                  <a:lnTo>
                    <a:pt x="78661" y="581"/>
                  </a:lnTo>
                  <a:lnTo>
                    <a:pt x="84545" y="0"/>
                  </a:lnTo>
                  <a:lnTo>
                    <a:pt x="90488" y="0"/>
                  </a:lnTo>
                  <a:lnTo>
                    <a:pt x="4624387" y="0"/>
                  </a:lnTo>
                  <a:lnTo>
                    <a:pt x="4630329" y="0"/>
                  </a:lnTo>
                  <a:lnTo>
                    <a:pt x="4636213" y="581"/>
                  </a:lnTo>
                  <a:lnTo>
                    <a:pt x="4642040" y="1733"/>
                  </a:lnTo>
                  <a:lnTo>
                    <a:pt x="4647866" y="2886"/>
                  </a:lnTo>
                  <a:lnTo>
                    <a:pt x="4653525" y="4591"/>
                  </a:lnTo>
                  <a:lnTo>
                    <a:pt x="4659014" y="6867"/>
                  </a:lnTo>
                  <a:lnTo>
                    <a:pt x="4664503" y="9134"/>
                  </a:lnTo>
                  <a:lnTo>
                    <a:pt x="4688371" y="26489"/>
                  </a:lnTo>
                  <a:lnTo>
                    <a:pt x="4692571" y="30680"/>
                  </a:lnTo>
                  <a:lnTo>
                    <a:pt x="4711976" y="66989"/>
                  </a:lnTo>
                  <a:lnTo>
                    <a:pt x="4714875" y="84553"/>
                  </a:lnTo>
                  <a:lnTo>
                    <a:pt x="4714875" y="90487"/>
                  </a:lnTo>
                  <a:lnTo>
                    <a:pt x="4714875" y="1443037"/>
                  </a:lnTo>
                  <a:lnTo>
                    <a:pt x="4714875" y="1448971"/>
                  </a:lnTo>
                  <a:lnTo>
                    <a:pt x="4714295" y="1454848"/>
                  </a:lnTo>
                  <a:lnTo>
                    <a:pt x="4713135" y="1460677"/>
                  </a:lnTo>
                  <a:lnTo>
                    <a:pt x="4711976" y="1466497"/>
                  </a:lnTo>
                  <a:lnTo>
                    <a:pt x="4710259" y="1472155"/>
                  </a:lnTo>
                  <a:lnTo>
                    <a:pt x="4707984" y="1477641"/>
                  </a:lnTo>
                  <a:lnTo>
                    <a:pt x="4705711" y="1483128"/>
                  </a:lnTo>
                  <a:lnTo>
                    <a:pt x="4679598" y="1514941"/>
                  </a:lnTo>
                  <a:lnTo>
                    <a:pt x="4642040" y="1531753"/>
                  </a:lnTo>
                  <a:lnTo>
                    <a:pt x="4624387" y="1533524"/>
                  </a:lnTo>
                  <a:lnTo>
                    <a:pt x="90488" y="1533524"/>
                  </a:lnTo>
                  <a:lnTo>
                    <a:pt x="84545" y="1533505"/>
                  </a:lnTo>
                  <a:lnTo>
                    <a:pt x="78661" y="1532915"/>
                  </a:lnTo>
                  <a:lnTo>
                    <a:pt x="72834" y="1531743"/>
                  </a:lnTo>
                  <a:lnTo>
                    <a:pt x="67006" y="1530581"/>
                  </a:lnTo>
                  <a:lnTo>
                    <a:pt x="30704" y="1511198"/>
                  </a:lnTo>
                  <a:lnTo>
                    <a:pt x="6887" y="1477641"/>
                  </a:lnTo>
                  <a:lnTo>
                    <a:pt x="0" y="1448971"/>
                  </a:lnTo>
                  <a:lnTo>
                    <a:pt x="0" y="1443037"/>
                  </a:lnTo>
                  <a:close/>
                </a:path>
              </a:pathLst>
            </a:custGeom>
            <a:noFill/>
            <a:ln cap="flat" cmpd="sng" w="9525">
              <a:solidFill>
                <a:srgbClr val="0567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22" name="Google Shape;722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73724" y="3549649"/>
              <a:ext cx="127000" cy="1714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23" name="Google Shape;723;p31"/>
          <p:cNvSpPr txBox="1"/>
          <p:nvPr/>
        </p:nvSpPr>
        <p:spPr>
          <a:xfrm>
            <a:off x="5654675" y="3420354"/>
            <a:ext cx="4335145" cy="745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150">
            <a:spAutoFit/>
          </a:bodyPr>
          <a:lstStyle/>
          <a:p>
            <a:pPr indent="0" lvl="0" marL="23050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Low</a:t>
            </a:r>
            <a:r>
              <a:rPr b="1" lang="en-US" sz="135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lang="en-US" sz="14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Latency Activation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l">
              <a:lnSpc>
                <a:spcPct val="108000"/>
              </a:lnSpc>
              <a:spcBef>
                <a:spcPts val="46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activate the Z Garbage Collector in modern JDK environments</a:t>
            </a:r>
            <a:r>
              <a:rPr lang="en-US" sz="11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0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 the following startup option</a:t>
            </a:r>
            <a:r>
              <a:rPr lang="en-US" sz="11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4" name="Google Shape;724;p31"/>
          <p:cNvSpPr txBox="1"/>
          <p:nvPr/>
        </p:nvSpPr>
        <p:spPr>
          <a:xfrm>
            <a:off x="5667374" y="4257666"/>
            <a:ext cx="4362450" cy="466725"/>
          </a:xfrm>
          <a:prstGeom prst="rect">
            <a:avLst/>
          </a:prstGeom>
          <a:solidFill>
            <a:srgbClr val="03050E"/>
          </a:solidFill>
          <a:ln>
            <a:noFill/>
          </a:ln>
        </p:spPr>
        <p:txBody>
          <a:bodyPr anchorCtr="0" anchor="t" bIns="0" lIns="0" spcFirstLastPara="1" rIns="0" wrap="square" tIns="209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52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-XX:+UseZGC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25" name="Google Shape;725;p31"/>
          <p:cNvSpPr txBox="1"/>
          <p:nvPr/>
        </p:nvSpPr>
        <p:spPr>
          <a:xfrm>
            <a:off x="692150" y="4103259"/>
            <a:ext cx="436689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5080" rtl="0" algn="l">
              <a:lnSpc>
                <a:spcPct val="106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Colored Reference Pointers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Stores reference metadata directly in the upper bits of reference memory addresses.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26" name="Google Shape;726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0225" y="4194175"/>
            <a:ext cx="50800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31"/>
          <p:cNvSpPr txBox="1"/>
          <p:nvPr/>
        </p:nvSpPr>
        <p:spPr>
          <a:xfrm>
            <a:off x="692150" y="4550229"/>
            <a:ext cx="4173854" cy="436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1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Load Barriers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Intercepts reference access at runtime, patching stale pointers on the fly if an object has relocated.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28" name="Google Shape;728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0225" y="4651375"/>
            <a:ext cx="50800" cy="8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32"/>
          <p:cNvSpPr txBox="1"/>
          <p:nvPr/>
        </p:nvSpPr>
        <p:spPr>
          <a:xfrm>
            <a:off x="463549" y="2967685"/>
            <a:ext cx="1177290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8B00"/>
                </a:solidFill>
                <a:latin typeface="Arial"/>
                <a:ea typeface="Arial"/>
                <a:cs typeface="Arial"/>
                <a:sym typeface="Arial"/>
              </a:rPr>
              <a:t>M O D U L E VI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4" name="Google Shape;73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49" y="3352790"/>
            <a:ext cx="9420224" cy="600074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32"/>
          <p:cNvSpPr txBox="1"/>
          <p:nvPr/>
        </p:nvSpPr>
        <p:spPr>
          <a:xfrm>
            <a:off x="463549" y="4024717"/>
            <a:ext cx="6422390" cy="53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163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Trapping thread deadlocks</a:t>
            </a:r>
            <a:r>
              <a:rPr lang="en-US" sz="14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4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analyzing retained memory roots with Eclipse MAT</a:t>
            </a:r>
            <a:r>
              <a:rPr lang="en-US" sz="14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4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configuring heap recovery dumps</a:t>
            </a:r>
            <a:r>
              <a:rPr lang="en-US" sz="14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740" name="Google Shape;740;p33"/>
          <p:cNvSpPr txBox="1"/>
          <p:nvPr>
            <p:ph type="title"/>
          </p:nvPr>
        </p:nvSpPr>
        <p:spPr>
          <a:xfrm>
            <a:off x="463549" y="409883"/>
            <a:ext cx="5290820" cy="353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FF8B00"/>
                </a:solidFill>
              </a:rPr>
              <a:t>33.  </a:t>
            </a:r>
            <a:r>
              <a:rPr lang="en-US"/>
              <a:t>Thread Dumps </a:t>
            </a:r>
            <a:r>
              <a:rPr lang="en-US" sz="2050"/>
              <a:t>&amp; </a:t>
            </a:r>
            <a:r>
              <a:rPr lang="en-US"/>
              <a:t>Deadlock Checking</a:t>
            </a:r>
            <a:endParaRPr sz="2050"/>
          </a:p>
        </p:txBody>
      </p:sp>
      <p:grpSp>
        <p:nvGrpSpPr>
          <p:cNvPr id="741" name="Google Shape;741;p33"/>
          <p:cNvGrpSpPr/>
          <p:nvPr/>
        </p:nvGrpSpPr>
        <p:grpSpPr>
          <a:xfrm>
            <a:off x="9058274" y="495279"/>
            <a:ext cx="1152525" cy="228620"/>
            <a:chOff x="9058274" y="495279"/>
            <a:chExt cx="1152525" cy="228620"/>
          </a:xfrm>
        </p:grpSpPr>
        <p:sp>
          <p:nvSpPr>
            <p:cNvPr id="742" name="Google Shape;742;p33"/>
            <p:cNvSpPr/>
            <p:nvPr/>
          </p:nvSpPr>
          <p:spPr>
            <a:xfrm>
              <a:off x="9058274" y="495279"/>
              <a:ext cx="1152525" cy="228600"/>
            </a:xfrm>
            <a:custGeom>
              <a:rect b="b" l="l" r="r" t="t"/>
              <a:pathLst>
                <a:path extrusionOk="0" h="228600" w="1152525">
                  <a:moveTo>
                    <a:pt x="1038224" y="228599"/>
                  </a:moveTo>
                  <a:lnTo>
                    <a:pt x="114299" y="228599"/>
                  </a:lnTo>
                  <a:lnTo>
                    <a:pt x="103040" y="228056"/>
                  </a:lnTo>
                  <a:lnTo>
                    <a:pt x="60363" y="215088"/>
                  </a:lnTo>
                  <a:lnTo>
                    <a:pt x="25899" y="186775"/>
                  </a:lnTo>
                  <a:lnTo>
                    <a:pt x="4892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0" y="60364"/>
                  </a:lnTo>
                  <a:lnTo>
                    <a:pt x="41822" y="25900"/>
                  </a:lnTo>
                  <a:lnTo>
                    <a:pt x="81168" y="4894"/>
                  </a:lnTo>
                  <a:lnTo>
                    <a:pt x="114299" y="0"/>
                  </a:lnTo>
                  <a:lnTo>
                    <a:pt x="1038224" y="0"/>
                  </a:lnTo>
                  <a:lnTo>
                    <a:pt x="1081964" y="8700"/>
                  </a:lnTo>
                  <a:lnTo>
                    <a:pt x="1119046" y="33477"/>
                  </a:lnTo>
                  <a:lnTo>
                    <a:pt x="1143822" y="70559"/>
                  </a:lnTo>
                  <a:lnTo>
                    <a:pt x="1152524" y="114299"/>
                  </a:lnTo>
                  <a:lnTo>
                    <a:pt x="1151980" y="125559"/>
                  </a:lnTo>
                  <a:lnTo>
                    <a:pt x="1139011" y="168235"/>
                  </a:lnTo>
                  <a:lnTo>
                    <a:pt x="1110700" y="202699"/>
                  </a:lnTo>
                  <a:lnTo>
                    <a:pt x="1071353" y="223705"/>
                  </a:lnTo>
                  <a:lnTo>
                    <a:pt x="1038224" y="228599"/>
                  </a:lnTo>
                  <a:close/>
                </a:path>
              </a:pathLst>
            </a:custGeom>
            <a:solidFill>
              <a:srgbClr val="0567E1">
                <a:alpha val="1215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33"/>
            <p:cNvSpPr/>
            <p:nvPr/>
          </p:nvSpPr>
          <p:spPr>
            <a:xfrm>
              <a:off x="9058274" y="495299"/>
              <a:ext cx="1152525" cy="228600"/>
            </a:xfrm>
            <a:custGeom>
              <a:rect b="b" l="l" r="r" t="t"/>
              <a:pathLst>
                <a:path extrusionOk="0" h="228600" w="1152525">
                  <a:moveTo>
                    <a:pt x="1038224" y="228599"/>
                  </a:moveTo>
                  <a:lnTo>
                    <a:pt x="114299" y="228599"/>
                  </a:lnTo>
                  <a:lnTo>
                    <a:pt x="103040" y="228056"/>
                  </a:lnTo>
                  <a:lnTo>
                    <a:pt x="60363" y="215088"/>
                  </a:lnTo>
                  <a:lnTo>
                    <a:pt x="25899" y="186775"/>
                  </a:lnTo>
                  <a:lnTo>
                    <a:pt x="4892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0" y="60364"/>
                  </a:lnTo>
                  <a:lnTo>
                    <a:pt x="41822" y="25900"/>
                  </a:lnTo>
                  <a:lnTo>
                    <a:pt x="81168" y="4894"/>
                  </a:lnTo>
                  <a:lnTo>
                    <a:pt x="114299" y="0"/>
                  </a:lnTo>
                  <a:lnTo>
                    <a:pt x="1038224" y="0"/>
                  </a:lnTo>
                  <a:lnTo>
                    <a:pt x="1081964" y="8700"/>
                  </a:lnTo>
                  <a:lnTo>
                    <a:pt x="1083711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121179"/>
                  </a:lnTo>
                  <a:lnTo>
                    <a:pt x="20133" y="160751"/>
                  </a:lnTo>
                  <a:lnTo>
                    <a:pt x="45077" y="193251"/>
                  </a:lnTo>
                  <a:lnTo>
                    <a:pt x="80560" y="213732"/>
                  </a:lnTo>
                  <a:lnTo>
                    <a:pt x="107420" y="219074"/>
                  </a:lnTo>
                  <a:lnTo>
                    <a:pt x="1083710" y="219074"/>
                  </a:lnTo>
                  <a:lnTo>
                    <a:pt x="1081964" y="219899"/>
                  </a:lnTo>
                  <a:lnTo>
                    <a:pt x="1071353" y="223705"/>
                  </a:lnTo>
                  <a:lnTo>
                    <a:pt x="1060526" y="226424"/>
                  </a:lnTo>
                  <a:lnTo>
                    <a:pt x="1049483" y="228056"/>
                  </a:lnTo>
                  <a:lnTo>
                    <a:pt x="1038224" y="228599"/>
                  </a:lnTo>
                  <a:close/>
                </a:path>
                <a:path extrusionOk="0" h="228600" w="1152525">
                  <a:moveTo>
                    <a:pt x="1083710" y="219074"/>
                  </a:moveTo>
                  <a:lnTo>
                    <a:pt x="1045104" y="219074"/>
                  </a:lnTo>
                  <a:lnTo>
                    <a:pt x="1051917" y="218403"/>
                  </a:lnTo>
                  <a:lnTo>
                    <a:pt x="1065412" y="215719"/>
                  </a:lnTo>
                  <a:lnTo>
                    <a:pt x="1102154" y="197595"/>
                  </a:lnTo>
                  <a:lnTo>
                    <a:pt x="1129163" y="166789"/>
                  </a:lnTo>
                  <a:lnTo>
                    <a:pt x="1142328" y="127993"/>
                  </a:lnTo>
                  <a:lnTo>
                    <a:pt x="1142999" y="121179"/>
                  </a:lnTo>
                  <a:lnTo>
                    <a:pt x="1142999" y="107420"/>
                  </a:lnTo>
                  <a:lnTo>
                    <a:pt x="1132391" y="67848"/>
                  </a:lnTo>
                  <a:lnTo>
                    <a:pt x="1107447" y="35348"/>
                  </a:lnTo>
                  <a:lnTo>
                    <a:pt x="1071964" y="14867"/>
                  </a:lnTo>
                  <a:lnTo>
                    <a:pt x="1045104" y="9524"/>
                  </a:lnTo>
                  <a:lnTo>
                    <a:pt x="1083711" y="9524"/>
                  </a:lnTo>
                  <a:lnTo>
                    <a:pt x="1119046" y="33477"/>
                  </a:lnTo>
                  <a:lnTo>
                    <a:pt x="1143822" y="70559"/>
                  </a:lnTo>
                  <a:lnTo>
                    <a:pt x="1152524" y="114299"/>
                  </a:lnTo>
                  <a:lnTo>
                    <a:pt x="1151980" y="125559"/>
                  </a:lnTo>
                  <a:lnTo>
                    <a:pt x="1139011" y="168235"/>
                  </a:lnTo>
                  <a:lnTo>
                    <a:pt x="1110700" y="202699"/>
                  </a:lnTo>
                  <a:lnTo>
                    <a:pt x="1092159" y="215088"/>
                  </a:lnTo>
                  <a:lnTo>
                    <a:pt x="1083710" y="219074"/>
                  </a:lnTo>
                  <a:close/>
                </a:path>
              </a:pathLst>
            </a:custGeom>
            <a:solidFill>
              <a:srgbClr val="0567E1">
                <a:alpha val="3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44" name="Google Shape;744;p33"/>
          <p:cNvSpPr txBox="1"/>
          <p:nvPr/>
        </p:nvSpPr>
        <p:spPr>
          <a:xfrm>
            <a:off x="9169994" y="523830"/>
            <a:ext cx="915669" cy="159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567E1"/>
                </a:solidFill>
                <a:latin typeface="Arial"/>
                <a:ea typeface="Arial"/>
                <a:cs typeface="Arial"/>
                <a:sym typeface="Arial"/>
              </a:rPr>
              <a:t>D I AG N OSTI CS</a:t>
            </a:r>
            <a:endParaRPr sz="8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33"/>
          <p:cNvSpPr txBox="1"/>
          <p:nvPr/>
        </p:nvSpPr>
        <p:spPr>
          <a:xfrm>
            <a:off x="463549" y="3221275"/>
            <a:ext cx="4686935" cy="880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Programmatic Contention Discovery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Waiting for manual thread dumps during a live production outage can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152400" rtl="0" algn="l">
              <a:lnSpc>
                <a:spcPct val="114599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delay recovery. Use Java' s management API to automate deadlock discovery: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746" name="Google Shape;746;p33"/>
          <p:cNvGrpSpPr/>
          <p:nvPr/>
        </p:nvGrpSpPr>
        <p:grpSpPr>
          <a:xfrm>
            <a:off x="5491161" y="2814628"/>
            <a:ext cx="4714875" cy="2524125"/>
            <a:chOff x="5491161" y="2814628"/>
            <a:chExt cx="4714875" cy="2524125"/>
          </a:xfrm>
        </p:grpSpPr>
        <p:sp>
          <p:nvSpPr>
            <p:cNvPr id="747" name="Google Shape;747;p33"/>
            <p:cNvSpPr/>
            <p:nvPr/>
          </p:nvSpPr>
          <p:spPr>
            <a:xfrm>
              <a:off x="5491161" y="2814628"/>
              <a:ext cx="4714875" cy="2524125"/>
            </a:xfrm>
            <a:custGeom>
              <a:rect b="b" l="l" r="r" t="t"/>
              <a:pathLst>
                <a:path extrusionOk="0" h="2524125" w="4714875">
                  <a:moveTo>
                    <a:pt x="0" y="2452687"/>
                  </a:moveTo>
                  <a:lnTo>
                    <a:pt x="0" y="71437"/>
                  </a:lnTo>
                  <a:lnTo>
                    <a:pt x="0" y="66732"/>
                  </a:lnTo>
                  <a:lnTo>
                    <a:pt x="457" y="62083"/>
                  </a:lnTo>
                  <a:lnTo>
                    <a:pt x="1372" y="57464"/>
                  </a:lnTo>
                  <a:lnTo>
                    <a:pt x="2287" y="52873"/>
                  </a:lnTo>
                  <a:lnTo>
                    <a:pt x="3642" y="48386"/>
                  </a:lnTo>
                  <a:lnTo>
                    <a:pt x="5437" y="44053"/>
                  </a:lnTo>
                  <a:lnTo>
                    <a:pt x="7232" y="39719"/>
                  </a:lnTo>
                  <a:lnTo>
                    <a:pt x="9433" y="35585"/>
                  </a:lnTo>
                  <a:lnTo>
                    <a:pt x="12039" y="31699"/>
                  </a:lnTo>
                  <a:lnTo>
                    <a:pt x="14645" y="27812"/>
                  </a:lnTo>
                  <a:lnTo>
                    <a:pt x="31749" y="12020"/>
                  </a:lnTo>
                  <a:lnTo>
                    <a:pt x="35649" y="9410"/>
                  </a:lnTo>
                  <a:lnTo>
                    <a:pt x="57501" y="1362"/>
                  </a:lnTo>
                  <a:lnTo>
                    <a:pt x="62101" y="447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4643437" y="0"/>
                  </a:lnTo>
                  <a:lnTo>
                    <a:pt x="4648126" y="0"/>
                  </a:lnTo>
                  <a:lnTo>
                    <a:pt x="4652772" y="466"/>
                  </a:lnTo>
                  <a:lnTo>
                    <a:pt x="4657372" y="1381"/>
                  </a:lnTo>
                  <a:lnTo>
                    <a:pt x="4661973" y="2285"/>
                  </a:lnTo>
                  <a:lnTo>
                    <a:pt x="4683124" y="12020"/>
                  </a:lnTo>
                  <a:lnTo>
                    <a:pt x="4687025" y="14620"/>
                  </a:lnTo>
                  <a:lnTo>
                    <a:pt x="4702834" y="31699"/>
                  </a:lnTo>
                  <a:lnTo>
                    <a:pt x="4705439" y="35585"/>
                  </a:lnTo>
                  <a:lnTo>
                    <a:pt x="4714875" y="66732"/>
                  </a:lnTo>
                  <a:lnTo>
                    <a:pt x="4714875" y="71437"/>
                  </a:lnTo>
                  <a:lnTo>
                    <a:pt x="4714875" y="2452687"/>
                  </a:lnTo>
                  <a:lnTo>
                    <a:pt x="4714875" y="2457354"/>
                  </a:lnTo>
                  <a:lnTo>
                    <a:pt x="4714417" y="2461993"/>
                  </a:lnTo>
                  <a:lnTo>
                    <a:pt x="4713501" y="2466584"/>
                  </a:lnTo>
                  <a:lnTo>
                    <a:pt x="4712587" y="2471175"/>
                  </a:lnTo>
                  <a:lnTo>
                    <a:pt x="4702834" y="2492349"/>
                  </a:lnTo>
                  <a:lnTo>
                    <a:pt x="4700228" y="2496254"/>
                  </a:lnTo>
                  <a:lnTo>
                    <a:pt x="4683124" y="2512028"/>
                  </a:lnTo>
                  <a:lnTo>
                    <a:pt x="4679225" y="2514656"/>
                  </a:lnTo>
                  <a:lnTo>
                    <a:pt x="4657372" y="2522734"/>
                  </a:lnTo>
                  <a:lnTo>
                    <a:pt x="4652772" y="2523658"/>
                  </a:lnTo>
                  <a:lnTo>
                    <a:pt x="4648126" y="2524124"/>
                  </a:lnTo>
                  <a:lnTo>
                    <a:pt x="4643437" y="2524124"/>
                  </a:lnTo>
                  <a:lnTo>
                    <a:pt x="71438" y="2524124"/>
                  </a:lnTo>
                  <a:lnTo>
                    <a:pt x="66747" y="2524124"/>
                  </a:lnTo>
                  <a:lnTo>
                    <a:pt x="62101" y="2523658"/>
                  </a:lnTo>
                  <a:lnTo>
                    <a:pt x="57501" y="2522734"/>
                  </a:lnTo>
                  <a:lnTo>
                    <a:pt x="52900" y="2521819"/>
                  </a:lnTo>
                  <a:lnTo>
                    <a:pt x="31749" y="2512028"/>
                  </a:lnTo>
                  <a:lnTo>
                    <a:pt x="27848" y="2509446"/>
                  </a:lnTo>
                  <a:lnTo>
                    <a:pt x="5437" y="2479995"/>
                  </a:lnTo>
                  <a:lnTo>
                    <a:pt x="3642" y="2475661"/>
                  </a:lnTo>
                  <a:lnTo>
                    <a:pt x="2287" y="2471194"/>
                  </a:lnTo>
                  <a:lnTo>
                    <a:pt x="1372" y="2466603"/>
                  </a:lnTo>
                  <a:lnTo>
                    <a:pt x="457" y="2462012"/>
                  </a:lnTo>
                  <a:lnTo>
                    <a:pt x="0" y="2457354"/>
                  </a:lnTo>
                  <a:lnTo>
                    <a:pt x="0" y="2452687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33"/>
            <p:cNvSpPr/>
            <p:nvPr/>
          </p:nvSpPr>
          <p:spPr>
            <a:xfrm>
              <a:off x="5495924" y="2819380"/>
              <a:ext cx="4705350" cy="314325"/>
            </a:xfrm>
            <a:custGeom>
              <a:rect b="b" l="l" r="r" t="t"/>
              <a:pathLst>
                <a:path extrusionOk="0" h="314325" w="4705350">
                  <a:moveTo>
                    <a:pt x="4705349" y="314324"/>
                  </a:moveTo>
                  <a:lnTo>
                    <a:pt x="0" y="314324"/>
                  </a:lnTo>
                  <a:lnTo>
                    <a:pt x="0" y="66684"/>
                  </a:lnTo>
                  <a:lnTo>
                    <a:pt x="11226" y="29634"/>
                  </a:lnTo>
                  <a:lnTo>
                    <a:pt x="41158" y="5084"/>
                  </a:lnTo>
                  <a:lnTo>
                    <a:pt x="66675" y="0"/>
                  </a:lnTo>
                  <a:lnTo>
                    <a:pt x="4638675" y="0"/>
                  </a:lnTo>
                  <a:lnTo>
                    <a:pt x="4675723" y="11235"/>
                  </a:lnTo>
                  <a:lnTo>
                    <a:pt x="4700272" y="41168"/>
                  </a:lnTo>
                  <a:lnTo>
                    <a:pt x="4705349" y="314324"/>
                  </a:lnTo>
                  <a:close/>
                </a:path>
              </a:pathLst>
            </a:custGeom>
            <a:solidFill>
              <a:srgbClr val="FFFFFF">
                <a:alpha val="3137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33"/>
            <p:cNvSpPr/>
            <p:nvPr/>
          </p:nvSpPr>
          <p:spPr>
            <a:xfrm>
              <a:off x="5495924" y="3124170"/>
              <a:ext cx="4705350" cy="9525"/>
            </a:xfrm>
            <a:custGeom>
              <a:rect b="b" l="l" r="r" t="t"/>
              <a:pathLst>
                <a:path extrusionOk="0" h="9525" w="4705350">
                  <a:moveTo>
                    <a:pt x="47053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4705349" y="0"/>
                  </a:lnTo>
                  <a:lnTo>
                    <a:pt x="4705349" y="9524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0" name="Google Shape;750;p33"/>
          <p:cNvSpPr txBox="1"/>
          <p:nvPr/>
        </p:nvSpPr>
        <p:spPr>
          <a:xfrm>
            <a:off x="5635625" y="2871416"/>
            <a:ext cx="1668780" cy="176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94A2B8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Runtime Deadlock Scanner</a:t>
            </a:r>
            <a:endParaRPr sz="1000"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751" name="Google Shape;751;p33"/>
          <p:cNvSpPr/>
          <p:nvPr/>
        </p:nvSpPr>
        <p:spPr>
          <a:xfrm>
            <a:off x="5495925" y="3133724"/>
            <a:ext cx="4705350" cy="2200275"/>
          </a:xfrm>
          <a:custGeom>
            <a:rect b="b" l="l" r="r" t="t"/>
            <a:pathLst>
              <a:path extrusionOk="0" h="2200275" w="4705350">
                <a:moveTo>
                  <a:pt x="4638674" y="2200274"/>
                </a:moveTo>
                <a:lnTo>
                  <a:pt x="66674" y="2200274"/>
                </a:lnTo>
                <a:lnTo>
                  <a:pt x="60106" y="2199957"/>
                </a:lnTo>
                <a:lnTo>
                  <a:pt x="24396" y="2185165"/>
                </a:lnTo>
                <a:lnTo>
                  <a:pt x="2854" y="2152925"/>
                </a:lnTo>
                <a:lnTo>
                  <a:pt x="0" y="2133599"/>
                </a:lnTo>
                <a:lnTo>
                  <a:pt x="0" y="0"/>
                </a:lnTo>
                <a:lnTo>
                  <a:pt x="4705349" y="0"/>
                </a:lnTo>
                <a:lnTo>
                  <a:pt x="4705349" y="2133599"/>
                </a:lnTo>
                <a:lnTo>
                  <a:pt x="4694121" y="2170648"/>
                </a:lnTo>
                <a:lnTo>
                  <a:pt x="4664188" y="2195199"/>
                </a:lnTo>
                <a:lnTo>
                  <a:pt x="4638674" y="2200274"/>
                </a:lnTo>
                <a:close/>
              </a:path>
            </a:pathLst>
          </a:custGeom>
          <a:solidFill>
            <a:srgbClr val="03050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33"/>
          <p:cNvSpPr txBox="1"/>
          <p:nvPr/>
        </p:nvSpPr>
        <p:spPr>
          <a:xfrm>
            <a:off x="5635624" y="3249612"/>
            <a:ext cx="403987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7BDF7"/>
                </a:solidFill>
                <a:latin typeface="Courier New"/>
                <a:ea typeface="Courier New"/>
                <a:cs typeface="Courier New"/>
                <a:sym typeface="Courier New"/>
              </a:rPr>
              <a:t>ThreadMXBean 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bean = </a:t>
            </a:r>
            <a:r>
              <a:rPr lang="en-US" sz="900">
                <a:solidFill>
                  <a:srgbClr val="37BDF7"/>
                </a:solidFill>
                <a:latin typeface="Courier New"/>
                <a:ea typeface="Courier New"/>
                <a:cs typeface="Courier New"/>
                <a:sym typeface="Courier New"/>
              </a:rPr>
              <a:t>ManagementFactory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.getThreadMXBean();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[] threadIds = bean.findDeadlockedThreads();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53" name="Google Shape;753;p33"/>
          <p:cNvSpPr txBox="1"/>
          <p:nvPr/>
        </p:nvSpPr>
        <p:spPr>
          <a:xfrm>
            <a:off x="5635624" y="3763962"/>
            <a:ext cx="4613275" cy="1406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(threadIds != </a:t>
            </a: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-287020" lvl="0" marL="586105" marR="57785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7BDF7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.err.printf(</a:t>
            </a:r>
            <a:r>
              <a:rPr lang="en-US" sz="900">
                <a:solidFill>
                  <a:srgbClr val="0FB981"/>
                </a:solidFill>
                <a:latin typeface="Courier New"/>
                <a:ea typeface="Courier New"/>
                <a:cs typeface="Courier New"/>
                <a:sym typeface="Courier New"/>
              </a:rPr>
              <a:t>"DEADLOCK: %d threads stalled!%n"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, threadIds.length);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9085" rtl="0" algn="l">
              <a:lnSpc>
                <a:spcPct val="100000"/>
              </a:lnSpc>
              <a:spcBef>
                <a:spcPts val="345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7BDF7"/>
                </a:solidFill>
                <a:latin typeface="Courier New"/>
                <a:ea typeface="Courier New"/>
                <a:cs typeface="Courier New"/>
                <a:sym typeface="Courier New"/>
              </a:rPr>
              <a:t>ThreadInfo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[] info = bean.getThreadInfo(threadIds);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9085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43F5D"/>
                </a:solidFill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900">
                <a:solidFill>
                  <a:srgbClr val="37BDF7"/>
                </a:solidFill>
                <a:latin typeface="Courier New"/>
                <a:ea typeface="Courier New"/>
                <a:cs typeface="Courier New"/>
                <a:sym typeface="Courier New"/>
              </a:rPr>
              <a:t>ThreadInfo 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t : info) {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586105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7BDF7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.err.println("Blocked on lock: " + t.getLockName()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9085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54" name="Google Shape;754;p33"/>
          <p:cNvSpPr txBox="1"/>
          <p:nvPr/>
        </p:nvSpPr>
        <p:spPr>
          <a:xfrm>
            <a:off x="692150" y="4220106"/>
            <a:ext cx="3829685" cy="203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JVM exposes runtime details via `MXBean` interfaces.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55" name="Google Shape;75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225" y="4289425"/>
            <a:ext cx="50800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33"/>
          <p:cNvSpPr txBox="1"/>
          <p:nvPr/>
        </p:nvSpPr>
        <p:spPr>
          <a:xfrm>
            <a:off x="692150" y="4474738"/>
            <a:ext cx="4439920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08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Your service can automatically log thread states or trigger alerts if a deadlock occurs.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57" name="Google Shape;75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225" y="4556125"/>
            <a:ext cx="50800" cy="8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762" name="Google Shape;762;p34"/>
          <p:cNvSpPr txBox="1"/>
          <p:nvPr>
            <p:ph type="title"/>
          </p:nvPr>
        </p:nvSpPr>
        <p:spPr>
          <a:xfrm>
            <a:off x="463549" y="409883"/>
            <a:ext cx="5290820" cy="353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FF8B00"/>
                </a:solidFill>
              </a:rPr>
              <a:t>34.  </a:t>
            </a:r>
            <a:r>
              <a:rPr lang="en-US"/>
              <a:t>Retained Heap </a:t>
            </a:r>
            <a:r>
              <a:rPr lang="en-US" sz="2050"/>
              <a:t>&amp; </a:t>
            </a:r>
            <a:r>
              <a:rPr lang="en-US"/>
              <a:t>Eclipse MAT Analysis</a:t>
            </a:r>
            <a:endParaRPr sz="2050"/>
          </a:p>
        </p:txBody>
      </p:sp>
      <p:grpSp>
        <p:nvGrpSpPr>
          <p:cNvPr id="763" name="Google Shape;763;p34"/>
          <p:cNvGrpSpPr/>
          <p:nvPr/>
        </p:nvGrpSpPr>
        <p:grpSpPr>
          <a:xfrm>
            <a:off x="9058274" y="495299"/>
            <a:ext cx="1152525" cy="228601"/>
            <a:chOff x="9058274" y="495299"/>
            <a:chExt cx="1152525" cy="228601"/>
          </a:xfrm>
        </p:grpSpPr>
        <p:sp>
          <p:nvSpPr>
            <p:cNvPr id="764" name="Google Shape;764;p34"/>
            <p:cNvSpPr/>
            <p:nvPr/>
          </p:nvSpPr>
          <p:spPr>
            <a:xfrm>
              <a:off x="9058274" y="495300"/>
              <a:ext cx="1152525" cy="228600"/>
            </a:xfrm>
            <a:custGeom>
              <a:rect b="b" l="l" r="r" t="t"/>
              <a:pathLst>
                <a:path extrusionOk="0" h="228600" w="1152525">
                  <a:moveTo>
                    <a:pt x="1038224" y="228599"/>
                  </a:moveTo>
                  <a:lnTo>
                    <a:pt x="114299" y="228599"/>
                  </a:lnTo>
                  <a:lnTo>
                    <a:pt x="103040" y="228056"/>
                  </a:lnTo>
                  <a:lnTo>
                    <a:pt x="60363" y="215088"/>
                  </a:lnTo>
                  <a:lnTo>
                    <a:pt x="25899" y="186775"/>
                  </a:lnTo>
                  <a:lnTo>
                    <a:pt x="4892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0" y="60364"/>
                  </a:lnTo>
                  <a:lnTo>
                    <a:pt x="41822" y="25900"/>
                  </a:lnTo>
                  <a:lnTo>
                    <a:pt x="81168" y="4894"/>
                  </a:lnTo>
                  <a:lnTo>
                    <a:pt x="114299" y="0"/>
                  </a:lnTo>
                  <a:lnTo>
                    <a:pt x="1038224" y="0"/>
                  </a:lnTo>
                  <a:lnTo>
                    <a:pt x="1081964" y="8700"/>
                  </a:lnTo>
                  <a:lnTo>
                    <a:pt x="1119046" y="33477"/>
                  </a:lnTo>
                  <a:lnTo>
                    <a:pt x="1143822" y="70559"/>
                  </a:lnTo>
                  <a:lnTo>
                    <a:pt x="1152524" y="114299"/>
                  </a:lnTo>
                  <a:lnTo>
                    <a:pt x="1151980" y="125559"/>
                  </a:lnTo>
                  <a:lnTo>
                    <a:pt x="1139011" y="168235"/>
                  </a:lnTo>
                  <a:lnTo>
                    <a:pt x="1110700" y="202699"/>
                  </a:lnTo>
                  <a:lnTo>
                    <a:pt x="1071353" y="223705"/>
                  </a:lnTo>
                  <a:lnTo>
                    <a:pt x="1038224" y="228599"/>
                  </a:lnTo>
                  <a:close/>
                </a:path>
              </a:pathLst>
            </a:custGeom>
            <a:solidFill>
              <a:srgbClr val="0567E1">
                <a:alpha val="1215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34"/>
            <p:cNvSpPr/>
            <p:nvPr/>
          </p:nvSpPr>
          <p:spPr>
            <a:xfrm>
              <a:off x="9058274" y="495299"/>
              <a:ext cx="1152525" cy="228600"/>
            </a:xfrm>
            <a:custGeom>
              <a:rect b="b" l="l" r="r" t="t"/>
              <a:pathLst>
                <a:path extrusionOk="0" h="228600" w="1152525">
                  <a:moveTo>
                    <a:pt x="1038224" y="228599"/>
                  </a:moveTo>
                  <a:lnTo>
                    <a:pt x="114299" y="228599"/>
                  </a:lnTo>
                  <a:lnTo>
                    <a:pt x="103040" y="228056"/>
                  </a:lnTo>
                  <a:lnTo>
                    <a:pt x="60363" y="215088"/>
                  </a:lnTo>
                  <a:lnTo>
                    <a:pt x="25899" y="186775"/>
                  </a:lnTo>
                  <a:lnTo>
                    <a:pt x="4892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0" y="60364"/>
                  </a:lnTo>
                  <a:lnTo>
                    <a:pt x="41822" y="25900"/>
                  </a:lnTo>
                  <a:lnTo>
                    <a:pt x="81168" y="4894"/>
                  </a:lnTo>
                  <a:lnTo>
                    <a:pt x="114299" y="0"/>
                  </a:lnTo>
                  <a:lnTo>
                    <a:pt x="1038224" y="0"/>
                  </a:lnTo>
                  <a:lnTo>
                    <a:pt x="1081964" y="8700"/>
                  </a:lnTo>
                  <a:lnTo>
                    <a:pt x="1083711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121179"/>
                  </a:lnTo>
                  <a:lnTo>
                    <a:pt x="20133" y="160751"/>
                  </a:lnTo>
                  <a:lnTo>
                    <a:pt x="45077" y="193251"/>
                  </a:lnTo>
                  <a:lnTo>
                    <a:pt x="80560" y="213732"/>
                  </a:lnTo>
                  <a:lnTo>
                    <a:pt x="107420" y="219074"/>
                  </a:lnTo>
                  <a:lnTo>
                    <a:pt x="1083710" y="219074"/>
                  </a:lnTo>
                  <a:lnTo>
                    <a:pt x="1081964" y="219899"/>
                  </a:lnTo>
                  <a:lnTo>
                    <a:pt x="1071353" y="223705"/>
                  </a:lnTo>
                  <a:lnTo>
                    <a:pt x="1060526" y="226424"/>
                  </a:lnTo>
                  <a:lnTo>
                    <a:pt x="1049483" y="228056"/>
                  </a:lnTo>
                  <a:lnTo>
                    <a:pt x="1038224" y="228599"/>
                  </a:lnTo>
                  <a:close/>
                </a:path>
                <a:path extrusionOk="0" h="228600" w="1152525">
                  <a:moveTo>
                    <a:pt x="1083710" y="219074"/>
                  </a:moveTo>
                  <a:lnTo>
                    <a:pt x="1045104" y="219074"/>
                  </a:lnTo>
                  <a:lnTo>
                    <a:pt x="1051917" y="218403"/>
                  </a:lnTo>
                  <a:lnTo>
                    <a:pt x="1065412" y="215719"/>
                  </a:lnTo>
                  <a:lnTo>
                    <a:pt x="1102154" y="197595"/>
                  </a:lnTo>
                  <a:lnTo>
                    <a:pt x="1129163" y="166789"/>
                  </a:lnTo>
                  <a:lnTo>
                    <a:pt x="1142328" y="127993"/>
                  </a:lnTo>
                  <a:lnTo>
                    <a:pt x="1142999" y="121179"/>
                  </a:lnTo>
                  <a:lnTo>
                    <a:pt x="1142999" y="107420"/>
                  </a:lnTo>
                  <a:lnTo>
                    <a:pt x="1132391" y="67848"/>
                  </a:lnTo>
                  <a:lnTo>
                    <a:pt x="1107447" y="35348"/>
                  </a:lnTo>
                  <a:lnTo>
                    <a:pt x="1071964" y="14867"/>
                  </a:lnTo>
                  <a:lnTo>
                    <a:pt x="1045104" y="9524"/>
                  </a:lnTo>
                  <a:lnTo>
                    <a:pt x="1083711" y="9524"/>
                  </a:lnTo>
                  <a:lnTo>
                    <a:pt x="1119046" y="33477"/>
                  </a:lnTo>
                  <a:lnTo>
                    <a:pt x="1143822" y="70559"/>
                  </a:lnTo>
                  <a:lnTo>
                    <a:pt x="1152524" y="114299"/>
                  </a:lnTo>
                  <a:lnTo>
                    <a:pt x="1151980" y="125559"/>
                  </a:lnTo>
                  <a:lnTo>
                    <a:pt x="1139011" y="168235"/>
                  </a:lnTo>
                  <a:lnTo>
                    <a:pt x="1110700" y="202699"/>
                  </a:lnTo>
                  <a:lnTo>
                    <a:pt x="1092159" y="215088"/>
                  </a:lnTo>
                  <a:lnTo>
                    <a:pt x="1083710" y="219074"/>
                  </a:lnTo>
                  <a:close/>
                </a:path>
              </a:pathLst>
            </a:custGeom>
            <a:solidFill>
              <a:srgbClr val="0567E1">
                <a:alpha val="3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6" name="Google Shape;766;p34"/>
          <p:cNvSpPr txBox="1"/>
          <p:nvPr/>
        </p:nvSpPr>
        <p:spPr>
          <a:xfrm>
            <a:off x="9169994" y="523830"/>
            <a:ext cx="915669" cy="159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567E1"/>
                </a:solidFill>
                <a:latin typeface="Arial"/>
                <a:ea typeface="Arial"/>
                <a:cs typeface="Arial"/>
                <a:sym typeface="Arial"/>
              </a:rPr>
              <a:t>D I AG N OSTI CS</a:t>
            </a:r>
            <a:endParaRPr sz="8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34"/>
          <p:cNvSpPr txBox="1"/>
          <p:nvPr/>
        </p:nvSpPr>
        <p:spPr>
          <a:xfrm>
            <a:off x="463549" y="3097450"/>
            <a:ext cx="4562475" cy="670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Finding the Cause of an OOM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OutOfMemoryErrors strike, a heap dump is key to finding the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root cause. Load the dump into Eclipse Memory Analyzer (MAT):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768" name="Google Shape;768;p34"/>
          <p:cNvGrpSpPr/>
          <p:nvPr/>
        </p:nvGrpSpPr>
        <p:grpSpPr>
          <a:xfrm>
            <a:off x="5491161" y="3414712"/>
            <a:ext cx="4714875" cy="1438275"/>
            <a:chOff x="5491161" y="3414712"/>
            <a:chExt cx="4714875" cy="1438275"/>
          </a:xfrm>
        </p:grpSpPr>
        <p:sp>
          <p:nvSpPr>
            <p:cNvPr id="769" name="Google Shape;769;p34"/>
            <p:cNvSpPr/>
            <p:nvPr/>
          </p:nvSpPr>
          <p:spPr>
            <a:xfrm>
              <a:off x="5491161" y="3414712"/>
              <a:ext cx="4714875" cy="1438275"/>
            </a:xfrm>
            <a:custGeom>
              <a:rect b="b" l="l" r="r" t="t"/>
              <a:pathLst>
                <a:path extrusionOk="0" h="1438275" w="4714875">
                  <a:moveTo>
                    <a:pt x="4630329" y="1438274"/>
                  </a:moveTo>
                  <a:lnTo>
                    <a:pt x="84545" y="1438274"/>
                  </a:lnTo>
                  <a:lnTo>
                    <a:pt x="78661" y="1437694"/>
                  </a:lnTo>
                  <a:lnTo>
                    <a:pt x="35275" y="1419723"/>
                  </a:lnTo>
                  <a:lnTo>
                    <a:pt x="9161" y="1387903"/>
                  </a:lnTo>
                  <a:lnTo>
                    <a:pt x="0" y="1353728"/>
                  </a:lnTo>
                  <a:lnTo>
                    <a:pt x="0" y="1347787"/>
                  </a:lnTo>
                  <a:lnTo>
                    <a:pt x="0" y="84545"/>
                  </a:lnTo>
                  <a:lnTo>
                    <a:pt x="11948" y="45155"/>
                  </a:lnTo>
                  <a:lnTo>
                    <a:pt x="45155" y="11948"/>
                  </a:lnTo>
                  <a:lnTo>
                    <a:pt x="84545" y="0"/>
                  </a:lnTo>
                  <a:lnTo>
                    <a:pt x="4630329" y="0"/>
                  </a:lnTo>
                  <a:lnTo>
                    <a:pt x="4669717" y="11948"/>
                  </a:lnTo>
                  <a:lnTo>
                    <a:pt x="4702924" y="45155"/>
                  </a:lnTo>
                  <a:lnTo>
                    <a:pt x="4714875" y="84545"/>
                  </a:lnTo>
                  <a:lnTo>
                    <a:pt x="4714875" y="1353728"/>
                  </a:lnTo>
                  <a:lnTo>
                    <a:pt x="4702924" y="1393118"/>
                  </a:lnTo>
                  <a:lnTo>
                    <a:pt x="4669717" y="1426325"/>
                  </a:lnTo>
                  <a:lnTo>
                    <a:pt x="4636213" y="1437694"/>
                  </a:lnTo>
                  <a:lnTo>
                    <a:pt x="4630329" y="1438274"/>
                  </a:lnTo>
                  <a:close/>
                </a:path>
              </a:pathLst>
            </a:custGeom>
            <a:solidFill>
              <a:srgbClr val="FFFFFF">
                <a:alpha val="196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34"/>
            <p:cNvSpPr/>
            <p:nvPr/>
          </p:nvSpPr>
          <p:spPr>
            <a:xfrm>
              <a:off x="5491161" y="3414712"/>
              <a:ext cx="4714875" cy="1438275"/>
            </a:xfrm>
            <a:custGeom>
              <a:rect b="b" l="l" r="r" t="t"/>
              <a:pathLst>
                <a:path extrusionOk="0" h="1438275" w="4714875">
                  <a:moveTo>
                    <a:pt x="0" y="1347787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738" y="72833"/>
                  </a:lnTo>
                  <a:lnTo>
                    <a:pt x="2897" y="67006"/>
                  </a:lnTo>
                  <a:lnTo>
                    <a:pt x="4614" y="61348"/>
                  </a:lnTo>
                  <a:lnTo>
                    <a:pt x="6887" y="55859"/>
                  </a:lnTo>
                  <a:lnTo>
                    <a:pt x="9161" y="50369"/>
                  </a:lnTo>
                  <a:lnTo>
                    <a:pt x="11948" y="45155"/>
                  </a:lnTo>
                  <a:lnTo>
                    <a:pt x="15250" y="40215"/>
                  </a:lnTo>
                  <a:lnTo>
                    <a:pt x="18551" y="35275"/>
                  </a:lnTo>
                  <a:lnTo>
                    <a:pt x="22302" y="30704"/>
                  </a:lnTo>
                  <a:lnTo>
                    <a:pt x="26503" y="26503"/>
                  </a:lnTo>
                  <a:lnTo>
                    <a:pt x="30704" y="22301"/>
                  </a:lnTo>
                  <a:lnTo>
                    <a:pt x="35275" y="18550"/>
                  </a:lnTo>
                  <a:lnTo>
                    <a:pt x="40215" y="15249"/>
                  </a:lnTo>
                  <a:lnTo>
                    <a:pt x="45155" y="11948"/>
                  </a:lnTo>
                  <a:lnTo>
                    <a:pt x="84545" y="0"/>
                  </a:lnTo>
                  <a:lnTo>
                    <a:pt x="90488" y="0"/>
                  </a:lnTo>
                  <a:lnTo>
                    <a:pt x="4624387" y="0"/>
                  </a:lnTo>
                  <a:lnTo>
                    <a:pt x="4630329" y="0"/>
                  </a:lnTo>
                  <a:lnTo>
                    <a:pt x="4636213" y="579"/>
                  </a:lnTo>
                  <a:lnTo>
                    <a:pt x="4642040" y="1738"/>
                  </a:lnTo>
                  <a:lnTo>
                    <a:pt x="4647866" y="2897"/>
                  </a:lnTo>
                  <a:lnTo>
                    <a:pt x="4684170" y="22301"/>
                  </a:lnTo>
                  <a:lnTo>
                    <a:pt x="4688371" y="26503"/>
                  </a:lnTo>
                  <a:lnTo>
                    <a:pt x="4692571" y="30704"/>
                  </a:lnTo>
                  <a:lnTo>
                    <a:pt x="4696322" y="35275"/>
                  </a:lnTo>
                  <a:lnTo>
                    <a:pt x="4699623" y="40215"/>
                  </a:lnTo>
                  <a:lnTo>
                    <a:pt x="4702924" y="45155"/>
                  </a:lnTo>
                  <a:lnTo>
                    <a:pt x="4705711" y="50369"/>
                  </a:lnTo>
                  <a:lnTo>
                    <a:pt x="4707984" y="55859"/>
                  </a:lnTo>
                  <a:lnTo>
                    <a:pt x="4710259" y="61348"/>
                  </a:lnTo>
                  <a:lnTo>
                    <a:pt x="4711976" y="67006"/>
                  </a:lnTo>
                  <a:lnTo>
                    <a:pt x="4713135" y="72833"/>
                  </a:lnTo>
                  <a:lnTo>
                    <a:pt x="4714295" y="78661"/>
                  </a:lnTo>
                  <a:lnTo>
                    <a:pt x="4714875" y="84545"/>
                  </a:lnTo>
                  <a:lnTo>
                    <a:pt x="4714875" y="90487"/>
                  </a:lnTo>
                  <a:lnTo>
                    <a:pt x="4714875" y="1347787"/>
                  </a:lnTo>
                  <a:lnTo>
                    <a:pt x="4714875" y="1353728"/>
                  </a:lnTo>
                  <a:lnTo>
                    <a:pt x="4714295" y="1359612"/>
                  </a:lnTo>
                  <a:lnTo>
                    <a:pt x="4713135" y="1365440"/>
                  </a:lnTo>
                  <a:lnTo>
                    <a:pt x="4711976" y="1371267"/>
                  </a:lnTo>
                  <a:lnTo>
                    <a:pt x="4710259" y="1376925"/>
                  </a:lnTo>
                  <a:lnTo>
                    <a:pt x="4707984" y="1382414"/>
                  </a:lnTo>
                  <a:lnTo>
                    <a:pt x="4705711" y="1387903"/>
                  </a:lnTo>
                  <a:lnTo>
                    <a:pt x="4702924" y="1393118"/>
                  </a:lnTo>
                  <a:lnTo>
                    <a:pt x="4699623" y="1398058"/>
                  </a:lnTo>
                  <a:lnTo>
                    <a:pt x="4696322" y="1402998"/>
                  </a:lnTo>
                  <a:lnTo>
                    <a:pt x="4674657" y="1423024"/>
                  </a:lnTo>
                  <a:lnTo>
                    <a:pt x="4669717" y="1426325"/>
                  </a:lnTo>
                  <a:lnTo>
                    <a:pt x="4642040" y="1436535"/>
                  </a:lnTo>
                  <a:lnTo>
                    <a:pt x="4636213" y="1437694"/>
                  </a:lnTo>
                  <a:lnTo>
                    <a:pt x="4630329" y="1438274"/>
                  </a:lnTo>
                  <a:lnTo>
                    <a:pt x="4624387" y="1438274"/>
                  </a:lnTo>
                  <a:lnTo>
                    <a:pt x="90488" y="1438274"/>
                  </a:lnTo>
                  <a:lnTo>
                    <a:pt x="84545" y="1438274"/>
                  </a:lnTo>
                  <a:lnTo>
                    <a:pt x="78661" y="1437694"/>
                  </a:lnTo>
                  <a:lnTo>
                    <a:pt x="72834" y="1436535"/>
                  </a:lnTo>
                  <a:lnTo>
                    <a:pt x="67006" y="1435376"/>
                  </a:lnTo>
                  <a:lnTo>
                    <a:pt x="40215" y="1423024"/>
                  </a:lnTo>
                  <a:lnTo>
                    <a:pt x="35275" y="1419723"/>
                  </a:lnTo>
                  <a:lnTo>
                    <a:pt x="30704" y="1415972"/>
                  </a:lnTo>
                  <a:lnTo>
                    <a:pt x="26503" y="1411771"/>
                  </a:lnTo>
                  <a:lnTo>
                    <a:pt x="22302" y="1407569"/>
                  </a:lnTo>
                  <a:lnTo>
                    <a:pt x="18551" y="1402998"/>
                  </a:lnTo>
                  <a:lnTo>
                    <a:pt x="15250" y="1398058"/>
                  </a:lnTo>
                  <a:lnTo>
                    <a:pt x="11948" y="1393118"/>
                  </a:lnTo>
                  <a:lnTo>
                    <a:pt x="1738" y="1365440"/>
                  </a:lnTo>
                  <a:lnTo>
                    <a:pt x="579" y="1359612"/>
                  </a:lnTo>
                  <a:lnTo>
                    <a:pt x="0" y="1353728"/>
                  </a:lnTo>
                  <a:lnTo>
                    <a:pt x="0" y="1347787"/>
                  </a:lnTo>
                  <a:close/>
                </a:path>
              </a:pathLst>
            </a:custGeom>
            <a:noFill/>
            <a:ln cap="flat" cmpd="sng" w="9525">
              <a:solidFill>
                <a:srgbClr val="FF8B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71" name="Google Shape;771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64199" y="3619499"/>
              <a:ext cx="168275" cy="14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72" name="Google Shape;772;p34"/>
          <p:cNvSpPr txBox="1"/>
          <p:nvPr/>
        </p:nvSpPr>
        <p:spPr>
          <a:xfrm>
            <a:off x="5892800" y="3553424"/>
            <a:ext cx="22796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Required Diagnostic Options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34"/>
          <p:cNvSpPr txBox="1"/>
          <p:nvPr/>
        </p:nvSpPr>
        <p:spPr>
          <a:xfrm>
            <a:off x="5667374" y="3857624"/>
            <a:ext cx="4362450" cy="819150"/>
          </a:xfrm>
          <a:prstGeom prst="rect">
            <a:avLst/>
          </a:prstGeom>
          <a:solidFill>
            <a:srgbClr val="03050E"/>
          </a:solidFill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52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-XX:+HeapDumpOnOutOfMemoryError \</a:t>
            </a:r>
            <a:endParaRPr sz="8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5240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-XX:HeapDumpPath=/var/logs/oom_dump.hprof \</a:t>
            </a:r>
            <a:endParaRPr sz="8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5240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E2E7F0"/>
                </a:solidFill>
                <a:latin typeface="Courier New"/>
                <a:ea typeface="Courier New"/>
                <a:cs typeface="Courier New"/>
                <a:sym typeface="Courier New"/>
              </a:rPr>
              <a:t>-XX:+CrashOnOutOfMemoryError</a:t>
            </a:r>
            <a:endParaRPr sz="85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774" name="Google Shape;774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0225" y="3946525"/>
            <a:ext cx="50800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775" name="Google Shape;775;p34"/>
          <p:cNvSpPr txBox="1"/>
          <p:nvPr/>
        </p:nvSpPr>
        <p:spPr>
          <a:xfrm>
            <a:off x="692150" y="3781613"/>
            <a:ext cx="3938270" cy="766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7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Shallow Heap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memory consumed by the object itself.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06700"/>
              </a:lnSpc>
              <a:spcBef>
                <a:spcPts val="575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Retained Heap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total memory freed if this object and its references were cleaned up.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76" name="Google Shape;776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0225" y="4222750"/>
            <a:ext cx="50800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34"/>
          <p:cNvSpPr txBox="1"/>
          <p:nvPr/>
        </p:nvSpPr>
        <p:spPr>
          <a:xfrm>
            <a:off x="692150" y="4589034"/>
            <a:ext cx="4420870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5080" rtl="0" algn="l">
              <a:lnSpc>
                <a:spcPct val="106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 the 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b="1" lang="en-US" sz="120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Path to GC Roots</a:t>
            </a:r>
            <a:r>
              <a:rPr b="1" lang="en-US" sz="1250">
                <a:solidFill>
                  <a:srgbClr val="94A2B8"/>
                </a:solidFill>
                <a:latin typeface="Arial"/>
                <a:ea typeface="Arial"/>
                <a:cs typeface="Arial"/>
                <a:sym typeface="Arial"/>
              </a:rPr>
              <a:t>" </a:t>
            </a:r>
            <a:r>
              <a:rPr lang="en-US" sz="1150">
                <a:solidFill>
                  <a:srgbClr val="94A2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view to find what active reference path is preventing the object from being garbage collected.</a:t>
            </a:r>
            <a:endParaRPr sz="11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78" name="Google Shape;778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0225" y="4679950"/>
            <a:ext cx="50800" cy="8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2026-05-31T14:41:33Z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2026-05-31T00:00:00Z</vt:filetime>
  </property>
  <property fmtid="{D5CDD505-2E9C-101B-9397-08002B2CF9AE}" pid="4" name="Creator">
    <vt:lpwstr>Mozilla/5.0 (Macintosh; Intel Mac OS X 10_15_7) AppleWebKit/537.36 (KHTML, like Gecko) Chrome/148.0.0.0 Safari/537.36</vt:lpwstr>
  </property>
  <property fmtid="{D5CDD505-2E9C-101B-9397-08002B2CF9AE}" pid="5" name="LastSaved">
    <vt:filetime>2026-05-31T00:00:00Z</vt:filetime>
  </property>
  <property fmtid="{D5CDD505-2E9C-101B-9397-08002B2CF9AE}" pid="6" name="Producer">
    <vt:lpwstr>Skia/PDF m148</vt:lpwstr>
  </property>
</Properties>
</file>